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37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35.xml" ContentType="application/vnd.openxmlformats-officedocument.presentationml.slide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slides/slide38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36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5051520" y="1065600"/>
            <a:ext cx="26182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C O M P A N I O N   T O   C D A   V 1 . 1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065320" y="1229040"/>
            <a:ext cx="9867960" cy="966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40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K8s Event Triage Platform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314880" y="2351880"/>
            <a:ext cx="547812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25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Project Status — Implementation Snapshot</a:t>
            </a:r>
            <a:endParaRPr lang="en-GB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746320" y="3041640"/>
            <a:ext cx="67392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Owner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4681800" y="3384720"/>
            <a:ext cx="27698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Platform Engineering Team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08520" y="3727440"/>
            <a:ext cx="7628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Version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5544360" y="4070520"/>
            <a:ext cx="11696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1.0 — Draft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851800" y="4413240"/>
            <a:ext cx="4834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Date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490000" y="4756320"/>
            <a:ext cx="11696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2026-04-28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357880" y="5099040"/>
            <a:ext cx="143640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Companion to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664240" y="5442120"/>
            <a:ext cx="9788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CDA v1.1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685440" y="2914560"/>
            <a:ext cx="334080" cy="19440"/>
          </a:xfrm>
          <a:custGeom>
            <a:avLst/>
            <a:gdLst/>
            <a:ahLst/>
            <a:rect l="0" t="0" r="r" b="b"/>
            <a:pathLst>
              <a:path w="928" h="54">
                <a:moveTo>
                  <a:pt x="0" y="0"/>
                </a:moveTo>
                <a:lnTo>
                  <a:pt x="928" y="0"/>
                </a:lnTo>
                <a:lnTo>
                  <a:pt x="92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1019160" y="2914560"/>
            <a:ext cx="1695600" cy="19440"/>
          </a:xfrm>
          <a:custGeom>
            <a:avLst/>
            <a:gdLst/>
            <a:ahLst/>
            <a:rect l="0" t="0" r="r" b="b"/>
            <a:pathLst>
              <a:path w="4710" h="54">
                <a:moveTo>
                  <a:pt x="0" y="0"/>
                </a:moveTo>
                <a:lnTo>
                  <a:pt x="4710" y="0"/>
                </a:lnTo>
                <a:lnTo>
                  <a:pt x="471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714400" y="2914560"/>
            <a:ext cx="3515040" cy="19440"/>
          </a:xfrm>
          <a:custGeom>
            <a:avLst/>
            <a:gdLst/>
            <a:ahLst/>
            <a:rect l="0" t="0" r="r" b="b"/>
            <a:pathLst>
              <a:path w="9764" h="54">
                <a:moveTo>
                  <a:pt x="0" y="0"/>
                </a:moveTo>
                <a:lnTo>
                  <a:pt x="9764" y="0"/>
                </a:lnTo>
                <a:lnTo>
                  <a:pt x="976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685440" y="3342960"/>
            <a:ext cx="334080" cy="10080"/>
          </a:xfrm>
          <a:custGeom>
            <a:avLst/>
            <a:gdLst/>
            <a:ahLst/>
            <a:rect l="0" t="0" r="r" b="b"/>
            <a:pathLst>
              <a:path w="928" h="28">
                <a:moveTo>
                  <a:pt x="0" y="0"/>
                </a:moveTo>
                <a:lnTo>
                  <a:pt x="928" y="0"/>
                </a:lnTo>
                <a:lnTo>
                  <a:pt x="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1019160" y="3342960"/>
            <a:ext cx="1695600" cy="10080"/>
          </a:xfrm>
          <a:custGeom>
            <a:avLst/>
            <a:gdLst/>
            <a:ahLst/>
            <a:rect l="0" t="0" r="r" b="b"/>
            <a:pathLst>
              <a:path w="4710" h="28">
                <a:moveTo>
                  <a:pt x="0" y="0"/>
                </a:moveTo>
                <a:lnTo>
                  <a:pt x="4710" y="0"/>
                </a:lnTo>
                <a:lnTo>
                  <a:pt x="47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2714400" y="3342960"/>
            <a:ext cx="3515040" cy="10080"/>
          </a:xfrm>
          <a:custGeom>
            <a:avLst/>
            <a:gdLst/>
            <a:ahLst/>
            <a:rect l="0" t="0" r="r" b="b"/>
            <a:pathLst>
              <a:path w="9764" h="28">
                <a:moveTo>
                  <a:pt x="0" y="0"/>
                </a:moveTo>
                <a:lnTo>
                  <a:pt x="9764" y="0"/>
                </a:lnTo>
                <a:lnTo>
                  <a:pt x="97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685440" y="3771720"/>
            <a:ext cx="334080" cy="9720"/>
          </a:xfrm>
          <a:custGeom>
            <a:avLst/>
            <a:gdLst/>
            <a:ahLst/>
            <a:rect l="0" t="0" r="r" b="b"/>
            <a:pathLst>
              <a:path w="928" h="27">
                <a:moveTo>
                  <a:pt x="0" y="0"/>
                </a:moveTo>
                <a:lnTo>
                  <a:pt x="928" y="0"/>
                </a:lnTo>
                <a:lnTo>
                  <a:pt x="9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1019160" y="3771720"/>
            <a:ext cx="1695600" cy="9720"/>
          </a:xfrm>
          <a:custGeom>
            <a:avLst/>
            <a:gdLst/>
            <a:ahLst/>
            <a:rect l="0" t="0" r="r" b="b"/>
            <a:pathLst>
              <a:path w="4710" h="27">
                <a:moveTo>
                  <a:pt x="0" y="0"/>
                </a:moveTo>
                <a:lnTo>
                  <a:pt x="4710" y="0"/>
                </a:lnTo>
                <a:lnTo>
                  <a:pt x="47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2714400" y="3771720"/>
            <a:ext cx="3515040" cy="9720"/>
          </a:xfrm>
          <a:custGeom>
            <a:avLst/>
            <a:gdLst/>
            <a:ahLst/>
            <a:rect l="0" t="0" r="r" b="b"/>
            <a:pathLst>
              <a:path w="9764" h="27">
                <a:moveTo>
                  <a:pt x="0" y="0"/>
                </a:moveTo>
                <a:lnTo>
                  <a:pt x="9764" y="0"/>
                </a:lnTo>
                <a:lnTo>
                  <a:pt x="97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85440" y="4190760"/>
            <a:ext cx="334080" cy="10080"/>
          </a:xfrm>
          <a:custGeom>
            <a:avLst/>
            <a:gdLst/>
            <a:ahLst/>
            <a:rect l="0" t="0" r="r" b="b"/>
            <a:pathLst>
              <a:path w="928" h="28">
                <a:moveTo>
                  <a:pt x="0" y="0"/>
                </a:moveTo>
                <a:lnTo>
                  <a:pt x="928" y="0"/>
                </a:lnTo>
                <a:lnTo>
                  <a:pt x="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1019160" y="4190760"/>
            <a:ext cx="1695600" cy="10080"/>
          </a:xfrm>
          <a:custGeom>
            <a:avLst/>
            <a:gdLst/>
            <a:ahLst/>
            <a:rect l="0" t="0" r="r" b="b"/>
            <a:pathLst>
              <a:path w="4710" h="28">
                <a:moveTo>
                  <a:pt x="0" y="0"/>
                </a:moveTo>
                <a:lnTo>
                  <a:pt x="4710" y="0"/>
                </a:lnTo>
                <a:lnTo>
                  <a:pt x="47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2714400" y="4190760"/>
            <a:ext cx="3515040" cy="10080"/>
          </a:xfrm>
          <a:custGeom>
            <a:avLst/>
            <a:gdLst/>
            <a:ahLst/>
            <a:rect l="0" t="0" r="r" b="b"/>
            <a:pathLst>
              <a:path w="9764" h="28">
                <a:moveTo>
                  <a:pt x="0" y="0"/>
                </a:moveTo>
                <a:lnTo>
                  <a:pt x="9764" y="0"/>
                </a:lnTo>
                <a:lnTo>
                  <a:pt x="97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685440" y="4609800"/>
            <a:ext cx="334080" cy="10080"/>
          </a:xfrm>
          <a:custGeom>
            <a:avLst/>
            <a:gdLst/>
            <a:ahLst/>
            <a:rect l="0" t="0" r="r" b="b"/>
            <a:pathLst>
              <a:path w="928" h="28">
                <a:moveTo>
                  <a:pt x="0" y="0"/>
                </a:moveTo>
                <a:lnTo>
                  <a:pt x="928" y="0"/>
                </a:lnTo>
                <a:lnTo>
                  <a:pt x="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1019160" y="4609800"/>
            <a:ext cx="1695600" cy="10080"/>
          </a:xfrm>
          <a:custGeom>
            <a:avLst/>
            <a:gdLst/>
            <a:ahLst/>
            <a:rect l="0" t="0" r="r" b="b"/>
            <a:pathLst>
              <a:path w="4710" h="28">
                <a:moveTo>
                  <a:pt x="0" y="0"/>
                </a:moveTo>
                <a:lnTo>
                  <a:pt x="4710" y="0"/>
                </a:lnTo>
                <a:lnTo>
                  <a:pt x="47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2714400" y="4609800"/>
            <a:ext cx="3515040" cy="10080"/>
          </a:xfrm>
          <a:custGeom>
            <a:avLst/>
            <a:gdLst/>
            <a:ahLst/>
            <a:rect l="0" t="0" r="r" b="b"/>
            <a:pathLst>
              <a:path w="9764" h="28">
                <a:moveTo>
                  <a:pt x="0" y="0"/>
                </a:moveTo>
                <a:lnTo>
                  <a:pt x="9764" y="0"/>
                </a:lnTo>
                <a:lnTo>
                  <a:pt x="97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685440" y="5038560"/>
            <a:ext cx="334080" cy="9720"/>
          </a:xfrm>
          <a:custGeom>
            <a:avLst/>
            <a:gdLst/>
            <a:ahLst/>
            <a:rect l="0" t="0" r="r" b="b"/>
            <a:pathLst>
              <a:path w="928" h="27">
                <a:moveTo>
                  <a:pt x="0" y="0"/>
                </a:moveTo>
                <a:lnTo>
                  <a:pt x="928" y="0"/>
                </a:lnTo>
                <a:lnTo>
                  <a:pt x="9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19160" y="5038560"/>
            <a:ext cx="1695600" cy="9720"/>
          </a:xfrm>
          <a:custGeom>
            <a:avLst/>
            <a:gdLst/>
            <a:ahLst/>
            <a:rect l="0" t="0" r="r" b="b"/>
            <a:pathLst>
              <a:path w="4710" h="27">
                <a:moveTo>
                  <a:pt x="0" y="0"/>
                </a:moveTo>
                <a:lnTo>
                  <a:pt x="4710" y="0"/>
                </a:lnTo>
                <a:lnTo>
                  <a:pt x="47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2714400" y="5038560"/>
            <a:ext cx="3515040" cy="9720"/>
          </a:xfrm>
          <a:custGeom>
            <a:avLst/>
            <a:gdLst/>
            <a:ahLst/>
            <a:rect l="0" t="0" r="r" b="b"/>
            <a:pathLst>
              <a:path w="9764" h="27">
                <a:moveTo>
                  <a:pt x="0" y="0"/>
                </a:moveTo>
                <a:lnTo>
                  <a:pt x="9764" y="0"/>
                </a:lnTo>
                <a:lnTo>
                  <a:pt x="97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685440" y="5457600"/>
            <a:ext cx="334080" cy="10080"/>
          </a:xfrm>
          <a:custGeom>
            <a:avLst/>
            <a:gdLst/>
            <a:ahLst/>
            <a:rect l="0" t="0" r="r" b="b"/>
            <a:pathLst>
              <a:path w="928" h="28">
                <a:moveTo>
                  <a:pt x="0" y="0"/>
                </a:moveTo>
                <a:lnTo>
                  <a:pt x="928" y="0"/>
                </a:lnTo>
                <a:lnTo>
                  <a:pt x="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1019160" y="5457600"/>
            <a:ext cx="1695600" cy="10080"/>
          </a:xfrm>
          <a:custGeom>
            <a:avLst/>
            <a:gdLst/>
            <a:ahLst/>
            <a:rect l="0" t="0" r="r" b="b"/>
            <a:pathLst>
              <a:path w="4710" h="28">
                <a:moveTo>
                  <a:pt x="0" y="0"/>
                </a:moveTo>
                <a:lnTo>
                  <a:pt x="4710" y="0"/>
                </a:lnTo>
                <a:lnTo>
                  <a:pt x="47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2714400" y="5457600"/>
            <a:ext cx="3515040" cy="10080"/>
          </a:xfrm>
          <a:custGeom>
            <a:avLst/>
            <a:gdLst/>
            <a:ahLst/>
            <a:rect l="0" t="0" r="r" b="b"/>
            <a:pathLst>
              <a:path w="9764" h="28">
                <a:moveTo>
                  <a:pt x="0" y="0"/>
                </a:moveTo>
                <a:lnTo>
                  <a:pt x="9764" y="0"/>
                </a:lnTo>
                <a:lnTo>
                  <a:pt x="97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85800" y="1377360"/>
            <a:ext cx="876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A G E N D A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685800" y="1576800"/>
            <a:ext cx="455472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What we'll cover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85800" y="2629080"/>
            <a:ext cx="11556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#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018800" y="2629080"/>
            <a:ext cx="81144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 E C T I O N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2710440" y="2629080"/>
            <a:ext cx="9079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CO N T E N TS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685800" y="3031920"/>
            <a:ext cx="166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01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018800" y="3031920"/>
            <a:ext cx="1320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Executive Snapshot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2710440" y="3031920"/>
            <a:ext cx="1710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State of every component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85800" y="3450960"/>
            <a:ext cx="166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02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018800" y="3450960"/>
            <a:ext cx="10051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System Design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2710440" y="3450960"/>
            <a:ext cx="3038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Components · topology · routing · skills · HITL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85800" y="3879720"/>
            <a:ext cx="166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03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018800" y="3879720"/>
            <a:ext cx="1237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Component Status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2710440" y="3879720"/>
            <a:ext cx="34369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HITL · A2A · LGTM · agentgateway · skills · memory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685800" y="4298760"/>
            <a:ext cx="166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04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018800" y="4298760"/>
            <a:ext cx="1486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Architecture Decisions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2710440" y="4298760"/>
            <a:ext cx="1543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14 key calls + rationale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85800" y="4717800"/>
            <a:ext cx="166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05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018800" y="4717800"/>
            <a:ext cx="830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Agent Cards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2710440" y="4717800"/>
            <a:ext cx="2174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~20 agents · 5 grouped patterns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685800" y="5146560"/>
            <a:ext cx="166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06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018800" y="5146560"/>
            <a:ext cx="7560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Open Work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2710440" y="5146560"/>
            <a:ext cx="16182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Pending items + owners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1838240" y="6466320"/>
            <a:ext cx="12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2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607360" y="2541960"/>
            <a:ext cx="1208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S E C T I O N   0 1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081960" y="2705400"/>
            <a:ext cx="7469280" cy="966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40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Executive Snapshot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896640" y="3828240"/>
            <a:ext cx="429948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25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Where every moving part is today</a:t>
            </a:r>
            <a:endParaRPr lang="en-GB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1838600" y="6466320"/>
            <a:ext cx="12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3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85440" y="2371680"/>
            <a:ext cx="3610440" cy="19440"/>
          </a:xfrm>
          <a:custGeom>
            <a:avLst/>
            <a:gdLst/>
            <a:ahLst/>
            <a:rect l="0" t="0" r="r" b="b"/>
            <a:pathLst>
              <a:path w="10029" h="54">
                <a:moveTo>
                  <a:pt x="0" y="0"/>
                </a:moveTo>
                <a:lnTo>
                  <a:pt x="10029" y="0"/>
                </a:lnTo>
                <a:lnTo>
                  <a:pt x="1002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4295520" y="2371680"/>
            <a:ext cx="1095840" cy="19440"/>
          </a:xfrm>
          <a:custGeom>
            <a:avLst/>
            <a:gdLst/>
            <a:ahLst/>
            <a:rect l="0" t="0" r="r" b="b"/>
            <a:pathLst>
              <a:path w="3044" h="54">
                <a:moveTo>
                  <a:pt x="0" y="0"/>
                </a:moveTo>
                <a:lnTo>
                  <a:pt x="3044" y="0"/>
                </a:lnTo>
                <a:lnTo>
                  <a:pt x="304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5391000" y="2371680"/>
            <a:ext cx="4010400" cy="19440"/>
          </a:xfrm>
          <a:custGeom>
            <a:avLst/>
            <a:gdLst/>
            <a:ahLst/>
            <a:rect l="0" t="0" r="r" b="b"/>
            <a:pathLst>
              <a:path w="11140" h="54">
                <a:moveTo>
                  <a:pt x="0" y="0"/>
                </a:moveTo>
                <a:lnTo>
                  <a:pt x="11140" y="0"/>
                </a:lnTo>
                <a:lnTo>
                  <a:pt x="1114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685440" y="2828880"/>
            <a:ext cx="3610440" cy="9720"/>
          </a:xfrm>
          <a:custGeom>
            <a:avLst/>
            <a:gdLst/>
            <a:ahLst/>
            <a:rect l="0" t="0" r="r" b="b"/>
            <a:pathLst>
              <a:path w="10029" h="27">
                <a:moveTo>
                  <a:pt x="0" y="0"/>
                </a:moveTo>
                <a:lnTo>
                  <a:pt x="10029" y="0"/>
                </a:lnTo>
                <a:lnTo>
                  <a:pt x="100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4295520" y="282888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5391000" y="2828880"/>
            <a:ext cx="4010400" cy="9720"/>
          </a:xfrm>
          <a:custGeom>
            <a:avLst/>
            <a:gdLst/>
            <a:ahLst/>
            <a:rect l="0" t="0" r="r" b="b"/>
            <a:pathLst>
              <a:path w="11140" h="27">
                <a:moveTo>
                  <a:pt x="0" y="0"/>
                </a:moveTo>
                <a:lnTo>
                  <a:pt x="11140" y="0"/>
                </a:lnTo>
                <a:lnTo>
                  <a:pt x="111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685440" y="3286080"/>
            <a:ext cx="3610440" cy="9720"/>
          </a:xfrm>
          <a:custGeom>
            <a:avLst/>
            <a:gdLst/>
            <a:ahLst/>
            <a:rect l="0" t="0" r="r" b="b"/>
            <a:pathLst>
              <a:path w="10029" h="27">
                <a:moveTo>
                  <a:pt x="0" y="0"/>
                </a:moveTo>
                <a:lnTo>
                  <a:pt x="10029" y="0"/>
                </a:lnTo>
                <a:lnTo>
                  <a:pt x="100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4295520" y="328608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5391000" y="3286080"/>
            <a:ext cx="4010400" cy="9720"/>
          </a:xfrm>
          <a:custGeom>
            <a:avLst/>
            <a:gdLst/>
            <a:ahLst/>
            <a:rect l="0" t="0" r="r" b="b"/>
            <a:pathLst>
              <a:path w="11140" h="27">
                <a:moveTo>
                  <a:pt x="0" y="0"/>
                </a:moveTo>
                <a:lnTo>
                  <a:pt x="11140" y="0"/>
                </a:lnTo>
                <a:lnTo>
                  <a:pt x="111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685440" y="3743280"/>
            <a:ext cx="3610440" cy="9720"/>
          </a:xfrm>
          <a:custGeom>
            <a:avLst/>
            <a:gdLst/>
            <a:ahLst/>
            <a:rect l="0" t="0" r="r" b="b"/>
            <a:pathLst>
              <a:path w="10029" h="27">
                <a:moveTo>
                  <a:pt x="0" y="0"/>
                </a:moveTo>
                <a:lnTo>
                  <a:pt x="10029" y="0"/>
                </a:lnTo>
                <a:lnTo>
                  <a:pt x="100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4295520" y="374328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5391000" y="3743280"/>
            <a:ext cx="4010400" cy="9720"/>
          </a:xfrm>
          <a:custGeom>
            <a:avLst/>
            <a:gdLst/>
            <a:ahLst/>
            <a:rect l="0" t="0" r="r" b="b"/>
            <a:pathLst>
              <a:path w="11140" h="27">
                <a:moveTo>
                  <a:pt x="0" y="0"/>
                </a:moveTo>
                <a:lnTo>
                  <a:pt x="11140" y="0"/>
                </a:lnTo>
                <a:lnTo>
                  <a:pt x="111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685440" y="4190760"/>
            <a:ext cx="3610440" cy="10080"/>
          </a:xfrm>
          <a:custGeom>
            <a:avLst/>
            <a:gdLst/>
            <a:ahLst/>
            <a:rect l="0" t="0" r="r" b="b"/>
            <a:pathLst>
              <a:path w="10029" h="28">
                <a:moveTo>
                  <a:pt x="0" y="0"/>
                </a:moveTo>
                <a:lnTo>
                  <a:pt x="10029" y="0"/>
                </a:lnTo>
                <a:lnTo>
                  <a:pt x="100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4295520" y="4190760"/>
            <a:ext cx="1095840" cy="10080"/>
          </a:xfrm>
          <a:custGeom>
            <a:avLst/>
            <a:gdLst/>
            <a:ahLst/>
            <a:rect l="0" t="0" r="r" b="b"/>
            <a:pathLst>
              <a:path w="3044" h="28">
                <a:moveTo>
                  <a:pt x="0" y="0"/>
                </a:moveTo>
                <a:lnTo>
                  <a:pt x="3044" y="0"/>
                </a:lnTo>
                <a:lnTo>
                  <a:pt x="3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5391000" y="4190760"/>
            <a:ext cx="4010400" cy="10080"/>
          </a:xfrm>
          <a:custGeom>
            <a:avLst/>
            <a:gdLst/>
            <a:ahLst/>
            <a:rect l="0" t="0" r="r" b="b"/>
            <a:pathLst>
              <a:path w="11140" h="28">
                <a:moveTo>
                  <a:pt x="0" y="0"/>
                </a:moveTo>
                <a:lnTo>
                  <a:pt x="11140" y="0"/>
                </a:lnTo>
                <a:lnTo>
                  <a:pt x="111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685440" y="4647960"/>
            <a:ext cx="3610440" cy="10080"/>
          </a:xfrm>
          <a:custGeom>
            <a:avLst/>
            <a:gdLst/>
            <a:ahLst/>
            <a:rect l="0" t="0" r="r" b="b"/>
            <a:pathLst>
              <a:path w="10029" h="28">
                <a:moveTo>
                  <a:pt x="0" y="0"/>
                </a:moveTo>
                <a:lnTo>
                  <a:pt x="10029" y="0"/>
                </a:lnTo>
                <a:lnTo>
                  <a:pt x="100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4295520" y="4647960"/>
            <a:ext cx="1095840" cy="10080"/>
          </a:xfrm>
          <a:custGeom>
            <a:avLst/>
            <a:gdLst/>
            <a:ahLst/>
            <a:rect l="0" t="0" r="r" b="b"/>
            <a:pathLst>
              <a:path w="3044" h="28">
                <a:moveTo>
                  <a:pt x="0" y="0"/>
                </a:moveTo>
                <a:lnTo>
                  <a:pt x="3044" y="0"/>
                </a:lnTo>
                <a:lnTo>
                  <a:pt x="3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5391000" y="4647960"/>
            <a:ext cx="4010400" cy="10080"/>
          </a:xfrm>
          <a:custGeom>
            <a:avLst/>
            <a:gdLst/>
            <a:ahLst/>
            <a:rect l="0" t="0" r="r" b="b"/>
            <a:pathLst>
              <a:path w="11140" h="28">
                <a:moveTo>
                  <a:pt x="0" y="0"/>
                </a:moveTo>
                <a:lnTo>
                  <a:pt x="11140" y="0"/>
                </a:lnTo>
                <a:lnTo>
                  <a:pt x="111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685440" y="5095800"/>
            <a:ext cx="3610440" cy="9720"/>
          </a:xfrm>
          <a:custGeom>
            <a:avLst/>
            <a:gdLst/>
            <a:ahLst/>
            <a:rect l="0" t="0" r="r" b="b"/>
            <a:pathLst>
              <a:path w="10029" h="27">
                <a:moveTo>
                  <a:pt x="0" y="0"/>
                </a:moveTo>
                <a:lnTo>
                  <a:pt x="10029" y="0"/>
                </a:lnTo>
                <a:lnTo>
                  <a:pt x="100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4295520" y="509580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5391000" y="5095800"/>
            <a:ext cx="4010400" cy="9720"/>
          </a:xfrm>
          <a:custGeom>
            <a:avLst/>
            <a:gdLst/>
            <a:ahLst/>
            <a:rect l="0" t="0" r="r" b="b"/>
            <a:pathLst>
              <a:path w="11140" h="27">
                <a:moveTo>
                  <a:pt x="0" y="0"/>
                </a:moveTo>
                <a:lnTo>
                  <a:pt x="11140" y="0"/>
                </a:lnTo>
                <a:lnTo>
                  <a:pt x="111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685440" y="5553000"/>
            <a:ext cx="3610440" cy="9720"/>
          </a:xfrm>
          <a:custGeom>
            <a:avLst/>
            <a:gdLst/>
            <a:ahLst/>
            <a:rect l="0" t="0" r="r" b="b"/>
            <a:pathLst>
              <a:path w="10029" h="27">
                <a:moveTo>
                  <a:pt x="0" y="0"/>
                </a:moveTo>
                <a:lnTo>
                  <a:pt x="10029" y="0"/>
                </a:lnTo>
                <a:lnTo>
                  <a:pt x="100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4295520" y="555300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391000" y="5553000"/>
            <a:ext cx="4010400" cy="9720"/>
          </a:xfrm>
          <a:custGeom>
            <a:avLst/>
            <a:gdLst/>
            <a:ahLst/>
            <a:rect l="0" t="0" r="r" b="b"/>
            <a:pathLst>
              <a:path w="11140" h="27">
                <a:moveTo>
                  <a:pt x="0" y="0"/>
                </a:moveTo>
                <a:lnTo>
                  <a:pt x="11140" y="0"/>
                </a:lnTo>
                <a:lnTo>
                  <a:pt x="111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685440" y="6000480"/>
            <a:ext cx="3610440" cy="10080"/>
          </a:xfrm>
          <a:custGeom>
            <a:avLst/>
            <a:gdLst/>
            <a:ahLst/>
            <a:rect l="0" t="0" r="r" b="b"/>
            <a:pathLst>
              <a:path w="10029" h="28">
                <a:moveTo>
                  <a:pt x="0" y="0"/>
                </a:moveTo>
                <a:lnTo>
                  <a:pt x="10029" y="0"/>
                </a:lnTo>
                <a:lnTo>
                  <a:pt x="100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4295520" y="6000480"/>
            <a:ext cx="1095840" cy="10080"/>
          </a:xfrm>
          <a:custGeom>
            <a:avLst/>
            <a:gdLst/>
            <a:ahLst/>
            <a:rect l="0" t="0" r="r" b="b"/>
            <a:pathLst>
              <a:path w="3044" h="28">
                <a:moveTo>
                  <a:pt x="0" y="0"/>
                </a:moveTo>
                <a:lnTo>
                  <a:pt x="3044" y="0"/>
                </a:lnTo>
                <a:lnTo>
                  <a:pt x="3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5391000" y="6000480"/>
            <a:ext cx="4010400" cy="10080"/>
          </a:xfrm>
          <a:custGeom>
            <a:avLst/>
            <a:gdLst/>
            <a:ahLst/>
            <a:rect l="0" t="0" r="r" b="b"/>
            <a:pathLst>
              <a:path w="11140" h="28">
                <a:moveTo>
                  <a:pt x="0" y="0"/>
                </a:moveTo>
                <a:lnTo>
                  <a:pt x="11140" y="0"/>
                </a:lnTo>
                <a:lnTo>
                  <a:pt x="111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85800" y="834480"/>
            <a:ext cx="4055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S T A T E   O F   E V E R Y   C O M P O N E N T   ( 1 / 2 )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685800" y="1033920"/>
            <a:ext cx="785232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What's already in production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685800" y="2085840"/>
            <a:ext cx="6120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T H E M E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300560" y="2085840"/>
            <a:ext cx="46404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STAT E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5395320" y="2085840"/>
            <a:ext cx="58644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D ETA I L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685800" y="2489040"/>
            <a:ext cx="14781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Event ingestion (Alloy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2176200" y="250416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324880" y="2489040"/>
            <a:ext cx="780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Event Hub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3109320" y="250416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4295520" y="2495520"/>
            <a:ext cx="943560" cy="238320"/>
          </a:xfrm>
          <a:custGeom>
            <a:avLst/>
            <a:gdLst/>
            <a:ahLst/>
            <a:rect l="0" t="0" r="r" b="b"/>
            <a:pathLst>
              <a:path w="2621" h="662">
                <a:moveTo>
                  <a:pt x="39" y="39"/>
                </a:moveTo>
                <a:cubicBezTo>
                  <a:pt x="65" y="13"/>
                  <a:pt x="96" y="0"/>
                  <a:pt x="132" y="0"/>
                </a:cubicBezTo>
                <a:lnTo>
                  <a:pt x="2488" y="0"/>
                </a:lnTo>
                <a:cubicBezTo>
                  <a:pt x="2525" y="0"/>
                  <a:pt x="2556" y="13"/>
                  <a:pt x="2582" y="39"/>
                </a:cubicBezTo>
                <a:cubicBezTo>
                  <a:pt x="2608" y="65"/>
                  <a:pt x="2621" y="96"/>
                  <a:pt x="2621" y="133"/>
                </a:cubicBezTo>
                <a:lnTo>
                  <a:pt x="2621" y="530"/>
                </a:lnTo>
                <a:cubicBezTo>
                  <a:pt x="2621" y="566"/>
                  <a:pt x="2608" y="597"/>
                  <a:pt x="2582" y="623"/>
                </a:cubicBezTo>
                <a:cubicBezTo>
                  <a:pt x="2556" y="649"/>
                  <a:pt x="2525" y="662"/>
                  <a:pt x="2488" y="662"/>
                </a:cubicBezTo>
                <a:lnTo>
                  <a:pt x="132" y="662"/>
                </a:lnTo>
                <a:cubicBezTo>
                  <a:pt x="96" y="662"/>
                  <a:pt x="65" y="649"/>
                  <a:pt x="39" y="623"/>
                </a:cubicBezTo>
                <a:cubicBezTo>
                  <a:pt x="13" y="597"/>
                  <a:pt x="0" y="566"/>
                  <a:pt x="0" y="530"/>
                </a:cubicBezTo>
                <a:lnTo>
                  <a:pt x="0" y="133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22C55E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4295520" y="2495520"/>
            <a:ext cx="943560" cy="238320"/>
          </a:xfrm>
          <a:custGeom>
            <a:avLst/>
            <a:gdLst/>
            <a:ahLst/>
            <a:rect l="0" t="0" r="r" b="b"/>
            <a:pathLst>
              <a:path w="2621" h="662">
                <a:moveTo>
                  <a:pt x="0" y="530"/>
                </a:moveTo>
                <a:lnTo>
                  <a:pt x="0" y="133"/>
                </a:lnTo>
                <a:cubicBezTo>
                  <a:pt x="0" y="96"/>
                  <a:pt x="13" y="65"/>
                  <a:pt x="39" y="39"/>
                </a:cubicBezTo>
                <a:cubicBezTo>
                  <a:pt x="65" y="13"/>
                  <a:pt x="96" y="0"/>
                  <a:pt x="132" y="0"/>
                </a:cubicBezTo>
                <a:lnTo>
                  <a:pt x="2488" y="0"/>
                </a:lnTo>
                <a:cubicBezTo>
                  <a:pt x="2525" y="0"/>
                  <a:pt x="2556" y="13"/>
                  <a:pt x="2582" y="39"/>
                </a:cubicBezTo>
                <a:cubicBezTo>
                  <a:pt x="2608" y="65"/>
                  <a:pt x="2621" y="96"/>
                  <a:pt x="2621" y="133"/>
                </a:cubicBezTo>
                <a:lnTo>
                  <a:pt x="2621" y="530"/>
                </a:lnTo>
                <a:cubicBezTo>
                  <a:pt x="2621" y="566"/>
                  <a:pt x="2608" y="597"/>
                  <a:pt x="2582" y="623"/>
                </a:cubicBezTo>
                <a:cubicBezTo>
                  <a:pt x="2556" y="649"/>
                  <a:pt x="2525" y="662"/>
                  <a:pt x="2488" y="662"/>
                </a:cubicBezTo>
                <a:lnTo>
                  <a:pt x="132" y="662"/>
                </a:lnTo>
                <a:cubicBezTo>
                  <a:pt x="96" y="662"/>
                  <a:pt x="65" y="649"/>
                  <a:pt x="39" y="623"/>
                </a:cubicBezTo>
                <a:cubicBezTo>
                  <a:pt x="13" y="597"/>
                  <a:pt x="0" y="566"/>
                  <a:pt x="0" y="530"/>
                </a:cubicBezTo>
                <a:moveTo>
                  <a:pt x="27" y="133"/>
                </a:moveTo>
                <a:lnTo>
                  <a:pt x="27" y="530"/>
                </a:lnTo>
                <a:cubicBezTo>
                  <a:pt x="27" y="544"/>
                  <a:pt x="29" y="557"/>
                  <a:pt x="35" y="570"/>
                </a:cubicBezTo>
                <a:cubicBezTo>
                  <a:pt x="40" y="583"/>
                  <a:pt x="48" y="595"/>
                  <a:pt x="58" y="605"/>
                </a:cubicBezTo>
                <a:cubicBezTo>
                  <a:pt x="68" y="615"/>
                  <a:pt x="79" y="622"/>
                  <a:pt x="92" y="628"/>
                </a:cubicBezTo>
                <a:cubicBezTo>
                  <a:pt x="105" y="633"/>
                  <a:pt x="118" y="636"/>
                  <a:pt x="132" y="636"/>
                </a:cubicBezTo>
                <a:lnTo>
                  <a:pt x="2488" y="636"/>
                </a:lnTo>
                <a:cubicBezTo>
                  <a:pt x="2502" y="636"/>
                  <a:pt x="2516" y="633"/>
                  <a:pt x="2529" y="628"/>
                </a:cubicBezTo>
                <a:cubicBezTo>
                  <a:pt x="2542" y="622"/>
                  <a:pt x="2553" y="615"/>
                  <a:pt x="2563" y="605"/>
                </a:cubicBezTo>
                <a:cubicBezTo>
                  <a:pt x="2573" y="595"/>
                  <a:pt x="2581" y="583"/>
                  <a:pt x="2586" y="570"/>
                </a:cubicBezTo>
                <a:cubicBezTo>
                  <a:pt x="2591" y="557"/>
                  <a:pt x="2594" y="544"/>
                  <a:pt x="2594" y="530"/>
                </a:cubicBezTo>
                <a:lnTo>
                  <a:pt x="2594" y="133"/>
                </a:lnTo>
                <a:cubicBezTo>
                  <a:pt x="2594" y="119"/>
                  <a:pt x="2591" y="105"/>
                  <a:pt x="2586" y="92"/>
                </a:cubicBezTo>
                <a:cubicBezTo>
                  <a:pt x="2581" y="79"/>
                  <a:pt x="2573" y="68"/>
                  <a:pt x="2563" y="58"/>
                </a:cubicBezTo>
                <a:cubicBezTo>
                  <a:pt x="2553" y="48"/>
                  <a:pt x="2542" y="40"/>
                  <a:pt x="2529" y="35"/>
                </a:cubicBezTo>
                <a:cubicBezTo>
                  <a:pt x="2516" y="30"/>
                  <a:pt x="2502" y="27"/>
                  <a:pt x="2488" y="27"/>
                </a:cubicBezTo>
                <a:lnTo>
                  <a:pt x="132" y="27"/>
                </a:lnTo>
                <a:cubicBezTo>
                  <a:pt x="118" y="27"/>
                  <a:pt x="105" y="30"/>
                  <a:pt x="92" y="35"/>
                </a:cubicBezTo>
                <a:cubicBezTo>
                  <a:pt x="79" y="40"/>
                  <a:pt x="68" y="48"/>
                  <a:pt x="58" y="58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9"/>
                  <a:pt x="27" y="133"/>
                </a:cubicBezTo>
                <a:close/>
              </a:path>
            </a:pathLst>
          </a:custGeom>
          <a:solidFill>
            <a:srgbClr val="22C55E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3257640" y="2489040"/>
            <a:ext cx="905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Argo Events)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4424040" y="2556000"/>
            <a:ext cx="8258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22C55E"/>
                </a:solidFill>
                <a:effectLst/>
                <a:uFillTx/>
                <a:latin typeface="Outfit-Thin_"/>
                <a:ea typeface="Outfit-Thin_"/>
              </a:rPr>
              <a:t>PRO D U CT I O N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7648560" y="2495520"/>
            <a:ext cx="1019520" cy="209880"/>
          </a:xfrm>
          <a:custGeom>
            <a:avLst/>
            <a:gdLst/>
            <a:ahLst/>
            <a:rect l="0" t="0" r="r" b="b"/>
            <a:pathLst>
              <a:path w="2832" h="583">
                <a:moveTo>
                  <a:pt x="0" y="477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725" y="0"/>
                </a:lnTo>
                <a:cubicBezTo>
                  <a:pt x="2739" y="0"/>
                  <a:pt x="2752" y="2"/>
                  <a:pt x="2765" y="8"/>
                </a:cubicBezTo>
                <a:cubicBezTo>
                  <a:pt x="2778" y="13"/>
                  <a:pt x="2790" y="21"/>
                  <a:pt x="2800" y="31"/>
                </a:cubicBezTo>
                <a:cubicBezTo>
                  <a:pt x="2810" y="41"/>
                  <a:pt x="2817" y="52"/>
                  <a:pt x="2824" y="65"/>
                </a:cubicBezTo>
                <a:cubicBezTo>
                  <a:pt x="2829" y="78"/>
                  <a:pt x="2832" y="91"/>
                  <a:pt x="2832" y="105"/>
                </a:cubicBezTo>
                <a:lnTo>
                  <a:pt x="2832" y="477"/>
                </a:lnTo>
                <a:cubicBezTo>
                  <a:pt x="2832" y="491"/>
                  <a:pt x="2829" y="504"/>
                  <a:pt x="2824" y="517"/>
                </a:cubicBezTo>
                <a:cubicBezTo>
                  <a:pt x="2817" y="530"/>
                  <a:pt x="2810" y="542"/>
                  <a:pt x="2800" y="552"/>
                </a:cubicBezTo>
                <a:cubicBezTo>
                  <a:pt x="2790" y="562"/>
                  <a:pt x="2778" y="569"/>
                  <a:pt x="2765" y="575"/>
                </a:cubicBezTo>
                <a:cubicBezTo>
                  <a:pt x="2752" y="580"/>
                  <a:pt x="2739" y="583"/>
                  <a:pt x="2725" y="583"/>
                </a:cubicBezTo>
                <a:lnTo>
                  <a:pt x="105" y="583"/>
                </a:lnTo>
                <a:cubicBezTo>
                  <a:pt x="91" y="583"/>
                  <a:pt x="78" y="580"/>
                  <a:pt x="65" y="575"/>
                </a:cubicBezTo>
                <a:cubicBezTo>
                  <a:pt x="52" y="569"/>
                  <a:pt x="40" y="562"/>
                  <a:pt x="31" y="552"/>
                </a:cubicBezTo>
                <a:cubicBezTo>
                  <a:pt x="21" y="542"/>
                  <a:pt x="13" y="530"/>
                  <a:pt x="8" y="517"/>
                </a:cubicBezTo>
                <a:cubicBezTo>
                  <a:pt x="2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395320" y="2489040"/>
            <a:ext cx="22086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Three-tier pipeline tested e2e on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7724160" y="2526840"/>
            <a:ext cx="8686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proxmox-k8s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4295520" y="2943000"/>
            <a:ext cx="943560" cy="248040"/>
          </a:xfrm>
          <a:custGeom>
            <a:avLst/>
            <a:gdLst/>
            <a:ahLst/>
            <a:rect l="0" t="0" r="r" b="b"/>
            <a:pathLst>
              <a:path w="2621" h="689">
                <a:moveTo>
                  <a:pt x="39" y="39"/>
                </a:moveTo>
                <a:cubicBezTo>
                  <a:pt x="65" y="13"/>
                  <a:pt x="96" y="0"/>
                  <a:pt x="132" y="0"/>
                </a:cubicBezTo>
                <a:lnTo>
                  <a:pt x="2488" y="0"/>
                </a:lnTo>
                <a:cubicBezTo>
                  <a:pt x="2525" y="0"/>
                  <a:pt x="2556" y="13"/>
                  <a:pt x="2582" y="39"/>
                </a:cubicBezTo>
                <a:cubicBezTo>
                  <a:pt x="2608" y="65"/>
                  <a:pt x="2621" y="96"/>
                  <a:pt x="2621" y="132"/>
                </a:cubicBezTo>
                <a:lnTo>
                  <a:pt x="2621" y="557"/>
                </a:lnTo>
                <a:cubicBezTo>
                  <a:pt x="2621" y="593"/>
                  <a:pt x="2608" y="624"/>
                  <a:pt x="2582" y="650"/>
                </a:cubicBezTo>
                <a:cubicBezTo>
                  <a:pt x="2556" y="676"/>
                  <a:pt x="2525" y="689"/>
                  <a:pt x="2488" y="689"/>
                </a:cubicBezTo>
                <a:lnTo>
                  <a:pt x="132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22C55E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4295520" y="2943000"/>
            <a:ext cx="943560" cy="248040"/>
          </a:xfrm>
          <a:custGeom>
            <a:avLst/>
            <a:gdLst/>
            <a:ahLst/>
            <a:rect l="0" t="0" r="r" b="b"/>
            <a:pathLst>
              <a:path w="2621" h="689">
                <a:moveTo>
                  <a:pt x="0" y="557"/>
                </a:move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ubicBezTo>
                  <a:pt x="65" y="13"/>
                  <a:pt x="96" y="0"/>
                  <a:pt x="132" y="0"/>
                </a:cubicBezTo>
                <a:lnTo>
                  <a:pt x="2488" y="0"/>
                </a:lnTo>
                <a:cubicBezTo>
                  <a:pt x="2525" y="0"/>
                  <a:pt x="2556" y="13"/>
                  <a:pt x="2582" y="39"/>
                </a:cubicBezTo>
                <a:cubicBezTo>
                  <a:pt x="2608" y="65"/>
                  <a:pt x="2621" y="96"/>
                  <a:pt x="2621" y="132"/>
                </a:cubicBezTo>
                <a:lnTo>
                  <a:pt x="2621" y="557"/>
                </a:lnTo>
                <a:cubicBezTo>
                  <a:pt x="2621" y="593"/>
                  <a:pt x="2608" y="624"/>
                  <a:pt x="2582" y="650"/>
                </a:cubicBezTo>
                <a:cubicBezTo>
                  <a:pt x="2556" y="676"/>
                  <a:pt x="2525" y="689"/>
                  <a:pt x="2488" y="689"/>
                </a:cubicBezTo>
                <a:lnTo>
                  <a:pt x="132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moveTo>
                  <a:pt x="27" y="132"/>
                </a:moveTo>
                <a:lnTo>
                  <a:pt x="27" y="557"/>
                </a:lnTo>
                <a:cubicBezTo>
                  <a:pt x="27" y="571"/>
                  <a:pt x="29" y="584"/>
                  <a:pt x="35" y="597"/>
                </a:cubicBezTo>
                <a:cubicBezTo>
                  <a:pt x="40" y="610"/>
                  <a:pt x="48" y="622"/>
                  <a:pt x="58" y="632"/>
                </a:cubicBezTo>
                <a:cubicBezTo>
                  <a:pt x="68" y="642"/>
                  <a:pt x="79" y="649"/>
                  <a:pt x="92" y="655"/>
                </a:cubicBezTo>
                <a:cubicBezTo>
                  <a:pt x="105" y="660"/>
                  <a:pt x="118" y="663"/>
                  <a:pt x="132" y="663"/>
                </a:cubicBezTo>
                <a:lnTo>
                  <a:pt x="2488" y="663"/>
                </a:lnTo>
                <a:cubicBezTo>
                  <a:pt x="2502" y="663"/>
                  <a:pt x="2516" y="660"/>
                  <a:pt x="2529" y="655"/>
                </a:cubicBezTo>
                <a:cubicBezTo>
                  <a:pt x="2542" y="649"/>
                  <a:pt x="2553" y="642"/>
                  <a:pt x="2563" y="632"/>
                </a:cubicBezTo>
                <a:cubicBezTo>
                  <a:pt x="2573" y="622"/>
                  <a:pt x="2581" y="610"/>
                  <a:pt x="2586" y="597"/>
                </a:cubicBezTo>
                <a:cubicBezTo>
                  <a:pt x="2591" y="584"/>
                  <a:pt x="2594" y="571"/>
                  <a:pt x="2594" y="557"/>
                </a:cubicBezTo>
                <a:lnTo>
                  <a:pt x="2594" y="132"/>
                </a:lnTo>
                <a:cubicBezTo>
                  <a:pt x="2594" y="118"/>
                  <a:pt x="2591" y="105"/>
                  <a:pt x="2586" y="92"/>
                </a:cubicBezTo>
                <a:cubicBezTo>
                  <a:pt x="2581" y="79"/>
                  <a:pt x="2573" y="68"/>
                  <a:pt x="2563" y="58"/>
                </a:cubicBezTo>
                <a:cubicBezTo>
                  <a:pt x="2553" y="48"/>
                  <a:pt x="2542" y="40"/>
                  <a:pt x="2529" y="35"/>
                </a:cubicBezTo>
                <a:cubicBezTo>
                  <a:pt x="2516" y="29"/>
                  <a:pt x="2502" y="27"/>
                  <a:pt x="2488" y="27"/>
                </a:cubicBezTo>
                <a:lnTo>
                  <a:pt x="132" y="27"/>
                </a:lnTo>
                <a:cubicBezTo>
                  <a:pt x="118" y="27"/>
                  <a:pt x="105" y="29"/>
                  <a:pt x="92" y="35"/>
                </a:cubicBezTo>
                <a:cubicBezTo>
                  <a:pt x="79" y="40"/>
                  <a:pt x="68" y="48"/>
                  <a:pt x="58" y="58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8"/>
                  <a:pt x="27" y="132"/>
                </a:cubicBezTo>
                <a:close/>
              </a:path>
            </a:pathLst>
          </a:custGeom>
          <a:solidFill>
            <a:srgbClr val="22C55E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685800" y="2936880"/>
            <a:ext cx="18349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Argo Workflows triage DAG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424040" y="3003480"/>
            <a:ext cx="8258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22C55E"/>
                </a:solidFill>
                <a:effectLst/>
                <a:uFillTx/>
                <a:latin typeface="Outfit-Thin_"/>
                <a:ea typeface="Outfit-Thin_"/>
              </a:rPr>
              <a:t>PRO D U CT I O N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5395320" y="2936880"/>
            <a:ext cx="722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parse-otlp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6139080" y="295200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287760" y="2936880"/>
            <a:ext cx="5486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fan-out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861960" y="295200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7010280" y="2936880"/>
            <a:ext cx="3661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A2A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7353720" y="295200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502400" y="2936880"/>
            <a:ext cx="1120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GitLab + Teams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4295520" y="3400200"/>
            <a:ext cx="943560" cy="248040"/>
          </a:xfrm>
          <a:custGeom>
            <a:avLst/>
            <a:gdLst/>
            <a:ahLst/>
            <a:rect l="0" t="0" r="r" b="b"/>
            <a:pathLst>
              <a:path w="2621" h="689">
                <a:moveTo>
                  <a:pt x="39" y="39"/>
                </a:moveTo>
                <a:cubicBezTo>
                  <a:pt x="65" y="13"/>
                  <a:pt x="96" y="0"/>
                  <a:pt x="132" y="0"/>
                </a:cubicBezTo>
                <a:lnTo>
                  <a:pt x="2488" y="0"/>
                </a:lnTo>
                <a:cubicBezTo>
                  <a:pt x="2525" y="0"/>
                  <a:pt x="2556" y="13"/>
                  <a:pt x="2582" y="39"/>
                </a:cubicBezTo>
                <a:cubicBezTo>
                  <a:pt x="2608" y="65"/>
                  <a:pt x="2621" y="96"/>
                  <a:pt x="2621" y="132"/>
                </a:cubicBezTo>
                <a:lnTo>
                  <a:pt x="2621" y="557"/>
                </a:lnTo>
                <a:cubicBezTo>
                  <a:pt x="2621" y="593"/>
                  <a:pt x="2608" y="624"/>
                  <a:pt x="2582" y="650"/>
                </a:cubicBezTo>
                <a:cubicBezTo>
                  <a:pt x="2556" y="676"/>
                  <a:pt x="2525" y="689"/>
                  <a:pt x="2488" y="689"/>
                </a:cubicBezTo>
                <a:lnTo>
                  <a:pt x="132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22C55E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4295520" y="3400200"/>
            <a:ext cx="943560" cy="248040"/>
          </a:xfrm>
          <a:custGeom>
            <a:avLst/>
            <a:gdLst/>
            <a:ahLst/>
            <a:rect l="0" t="0" r="r" b="b"/>
            <a:pathLst>
              <a:path w="2621" h="689">
                <a:moveTo>
                  <a:pt x="0" y="557"/>
                </a:move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ubicBezTo>
                  <a:pt x="65" y="13"/>
                  <a:pt x="96" y="0"/>
                  <a:pt x="132" y="0"/>
                </a:cubicBezTo>
                <a:lnTo>
                  <a:pt x="2488" y="0"/>
                </a:lnTo>
                <a:cubicBezTo>
                  <a:pt x="2525" y="0"/>
                  <a:pt x="2556" y="13"/>
                  <a:pt x="2582" y="39"/>
                </a:cubicBezTo>
                <a:cubicBezTo>
                  <a:pt x="2608" y="65"/>
                  <a:pt x="2621" y="96"/>
                  <a:pt x="2621" y="132"/>
                </a:cubicBezTo>
                <a:lnTo>
                  <a:pt x="2621" y="557"/>
                </a:lnTo>
                <a:cubicBezTo>
                  <a:pt x="2621" y="593"/>
                  <a:pt x="2608" y="624"/>
                  <a:pt x="2582" y="650"/>
                </a:cubicBezTo>
                <a:cubicBezTo>
                  <a:pt x="2556" y="676"/>
                  <a:pt x="2525" y="689"/>
                  <a:pt x="2488" y="689"/>
                </a:cubicBezTo>
                <a:lnTo>
                  <a:pt x="132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moveTo>
                  <a:pt x="27" y="132"/>
                </a:moveTo>
                <a:lnTo>
                  <a:pt x="27" y="557"/>
                </a:lnTo>
                <a:cubicBezTo>
                  <a:pt x="27" y="571"/>
                  <a:pt x="29" y="584"/>
                  <a:pt x="35" y="597"/>
                </a:cubicBezTo>
                <a:cubicBezTo>
                  <a:pt x="40" y="610"/>
                  <a:pt x="48" y="622"/>
                  <a:pt x="58" y="632"/>
                </a:cubicBezTo>
                <a:cubicBezTo>
                  <a:pt x="68" y="642"/>
                  <a:pt x="79" y="649"/>
                  <a:pt x="92" y="655"/>
                </a:cubicBezTo>
                <a:cubicBezTo>
                  <a:pt x="105" y="660"/>
                  <a:pt x="118" y="663"/>
                  <a:pt x="132" y="663"/>
                </a:cubicBezTo>
                <a:lnTo>
                  <a:pt x="2488" y="663"/>
                </a:lnTo>
                <a:cubicBezTo>
                  <a:pt x="2502" y="663"/>
                  <a:pt x="2516" y="660"/>
                  <a:pt x="2529" y="655"/>
                </a:cubicBezTo>
                <a:cubicBezTo>
                  <a:pt x="2542" y="649"/>
                  <a:pt x="2553" y="642"/>
                  <a:pt x="2563" y="632"/>
                </a:cubicBezTo>
                <a:cubicBezTo>
                  <a:pt x="2573" y="622"/>
                  <a:pt x="2581" y="610"/>
                  <a:pt x="2586" y="597"/>
                </a:cubicBezTo>
                <a:cubicBezTo>
                  <a:pt x="2591" y="584"/>
                  <a:pt x="2594" y="571"/>
                  <a:pt x="2594" y="557"/>
                </a:cubicBezTo>
                <a:lnTo>
                  <a:pt x="2594" y="132"/>
                </a:lnTo>
                <a:cubicBezTo>
                  <a:pt x="2594" y="118"/>
                  <a:pt x="2591" y="105"/>
                  <a:pt x="2586" y="92"/>
                </a:cubicBezTo>
                <a:cubicBezTo>
                  <a:pt x="2581" y="79"/>
                  <a:pt x="2573" y="68"/>
                  <a:pt x="2563" y="58"/>
                </a:cubicBezTo>
                <a:cubicBezTo>
                  <a:pt x="2553" y="48"/>
                  <a:pt x="2542" y="40"/>
                  <a:pt x="2529" y="35"/>
                </a:cubicBezTo>
                <a:cubicBezTo>
                  <a:pt x="2516" y="29"/>
                  <a:pt x="2502" y="27"/>
                  <a:pt x="2488" y="27"/>
                </a:cubicBezTo>
                <a:lnTo>
                  <a:pt x="132" y="27"/>
                </a:lnTo>
                <a:cubicBezTo>
                  <a:pt x="118" y="27"/>
                  <a:pt x="105" y="29"/>
                  <a:pt x="92" y="35"/>
                </a:cubicBezTo>
                <a:cubicBezTo>
                  <a:pt x="79" y="40"/>
                  <a:pt x="68" y="48"/>
                  <a:pt x="58" y="58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8"/>
                  <a:pt x="27" y="132"/>
                </a:cubicBezTo>
                <a:close/>
              </a:path>
            </a:pathLst>
          </a:custGeom>
          <a:solidFill>
            <a:srgbClr val="22C55E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85800" y="3394080"/>
            <a:ext cx="14119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KAgent A2A protocol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4424040" y="3460680"/>
            <a:ext cx="8258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22C55E"/>
                </a:solidFill>
                <a:effectLst/>
                <a:uFillTx/>
                <a:latin typeface="Outfit-Thin_"/>
                <a:ea typeface="Outfit-Thin_"/>
              </a:rPr>
              <a:t>PRO D U CT I O N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6467400" y="3400200"/>
            <a:ext cx="1095480" cy="209880"/>
          </a:xfrm>
          <a:custGeom>
            <a:avLst/>
            <a:gdLst/>
            <a:ahLst/>
            <a:rect l="0" t="0" r="r" b="b"/>
            <a:pathLst>
              <a:path w="3043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938" y="0"/>
                </a:lnTo>
                <a:cubicBezTo>
                  <a:pt x="2952" y="0"/>
                  <a:pt x="2965" y="3"/>
                  <a:pt x="2978" y="8"/>
                </a:cubicBezTo>
                <a:cubicBezTo>
                  <a:pt x="2991" y="14"/>
                  <a:pt x="3002" y="21"/>
                  <a:pt x="3012" y="31"/>
                </a:cubicBezTo>
                <a:cubicBezTo>
                  <a:pt x="3022" y="41"/>
                  <a:pt x="3030" y="52"/>
                  <a:pt x="3035" y="65"/>
                </a:cubicBezTo>
                <a:cubicBezTo>
                  <a:pt x="3041" y="78"/>
                  <a:pt x="3043" y="92"/>
                  <a:pt x="3043" y="106"/>
                </a:cubicBezTo>
                <a:lnTo>
                  <a:pt x="3043" y="477"/>
                </a:lnTo>
                <a:cubicBezTo>
                  <a:pt x="3043" y="491"/>
                  <a:pt x="3041" y="505"/>
                  <a:pt x="3035" y="518"/>
                </a:cubicBezTo>
                <a:cubicBezTo>
                  <a:pt x="3030" y="531"/>
                  <a:pt x="3022" y="542"/>
                  <a:pt x="3012" y="552"/>
                </a:cubicBezTo>
                <a:cubicBezTo>
                  <a:pt x="3002" y="562"/>
                  <a:pt x="2991" y="570"/>
                  <a:pt x="2978" y="575"/>
                </a:cubicBezTo>
                <a:cubicBezTo>
                  <a:pt x="2965" y="581"/>
                  <a:pt x="2952" y="583"/>
                  <a:pt x="2938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395320" y="3394080"/>
            <a:ext cx="11127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JSON-RPC 2.0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6546960" y="3431520"/>
            <a:ext cx="9475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message/send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7567560" y="3394080"/>
            <a:ext cx="15112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agent-as-tool proven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4295520" y="3857400"/>
            <a:ext cx="943560" cy="238680"/>
          </a:xfrm>
          <a:custGeom>
            <a:avLst/>
            <a:gdLst/>
            <a:ahLst/>
            <a:rect l="0" t="0" r="r" b="b"/>
            <a:pathLst>
              <a:path w="2621" h="663">
                <a:moveTo>
                  <a:pt x="39" y="39"/>
                </a:moveTo>
                <a:cubicBezTo>
                  <a:pt x="65" y="13"/>
                  <a:pt x="96" y="0"/>
                  <a:pt x="132" y="0"/>
                </a:cubicBezTo>
                <a:lnTo>
                  <a:pt x="2488" y="0"/>
                </a:lnTo>
                <a:cubicBezTo>
                  <a:pt x="2525" y="0"/>
                  <a:pt x="2556" y="13"/>
                  <a:pt x="2582" y="39"/>
                </a:cubicBezTo>
                <a:cubicBezTo>
                  <a:pt x="2608" y="65"/>
                  <a:pt x="2621" y="96"/>
                  <a:pt x="2621" y="132"/>
                </a:cubicBezTo>
                <a:lnTo>
                  <a:pt x="2621" y="530"/>
                </a:lnTo>
                <a:cubicBezTo>
                  <a:pt x="2621" y="567"/>
                  <a:pt x="2608" y="598"/>
                  <a:pt x="2582" y="624"/>
                </a:cubicBezTo>
                <a:cubicBezTo>
                  <a:pt x="2556" y="650"/>
                  <a:pt x="2525" y="663"/>
                  <a:pt x="2488" y="663"/>
                </a:cubicBezTo>
                <a:lnTo>
                  <a:pt x="132" y="663"/>
                </a:lnTo>
                <a:cubicBezTo>
                  <a:pt x="96" y="663"/>
                  <a:pt x="65" y="650"/>
                  <a:pt x="39" y="624"/>
                </a:cubicBezTo>
                <a:cubicBezTo>
                  <a:pt x="13" y="598"/>
                  <a:pt x="0" y="567"/>
                  <a:pt x="0" y="530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22C55E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4295520" y="3857400"/>
            <a:ext cx="943560" cy="238680"/>
          </a:xfrm>
          <a:custGeom>
            <a:avLst/>
            <a:gdLst/>
            <a:ahLst/>
            <a:rect l="0" t="0" r="r" b="b"/>
            <a:pathLst>
              <a:path w="2621" h="663">
                <a:moveTo>
                  <a:pt x="0" y="530"/>
                </a:move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ubicBezTo>
                  <a:pt x="65" y="13"/>
                  <a:pt x="96" y="0"/>
                  <a:pt x="132" y="0"/>
                </a:cubicBezTo>
                <a:lnTo>
                  <a:pt x="2488" y="0"/>
                </a:lnTo>
                <a:cubicBezTo>
                  <a:pt x="2525" y="0"/>
                  <a:pt x="2556" y="13"/>
                  <a:pt x="2582" y="39"/>
                </a:cubicBezTo>
                <a:cubicBezTo>
                  <a:pt x="2608" y="65"/>
                  <a:pt x="2621" y="96"/>
                  <a:pt x="2621" y="132"/>
                </a:cubicBezTo>
                <a:lnTo>
                  <a:pt x="2621" y="530"/>
                </a:lnTo>
                <a:cubicBezTo>
                  <a:pt x="2621" y="567"/>
                  <a:pt x="2608" y="598"/>
                  <a:pt x="2582" y="624"/>
                </a:cubicBezTo>
                <a:cubicBezTo>
                  <a:pt x="2556" y="650"/>
                  <a:pt x="2525" y="663"/>
                  <a:pt x="2488" y="663"/>
                </a:cubicBezTo>
                <a:lnTo>
                  <a:pt x="132" y="663"/>
                </a:lnTo>
                <a:cubicBezTo>
                  <a:pt x="96" y="663"/>
                  <a:pt x="65" y="650"/>
                  <a:pt x="39" y="624"/>
                </a:cubicBezTo>
                <a:cubicBezTo>
                  <a:pt x="13" y="598"/>
                  <a:pt x="0" y="567"/>
                  <a:pt x="0" y="530"/>
                </a:cubicBezTo>
                <a:moveTo>
                  <a:pt x="27" y="132"/>
                </a:moveTo>
                <a:lnTo>
                  <a:pt x="27" y="530"/>
                </a:lnTo>
                <a:cubicBezTo>
                  <a:pt x="27" y="544"/>
                  <a:pt x="29" y="558"/>
                  <a:pt x="35" y="571"/>
                </a:cubicBezTo>
                <a:cubicBezTo>
                  <a:pt x="40" y="584"/>
                  <a:pt x="48" y="595"/>
                  <a:pt x="58" y="605"/>
                </a:cubicBezTo>
                <a:cubicBezTo>
                  <a:pt x="68" y="615"/>
                  <a:pt x="79" y="623"/>
                  <a:pt x="92" y="628"/>
                </a:cubicBezTo>
                <a:cubicBezTo>
                  <a:pt x="105" y="633"/>
                  <a:pt x="118" y="636"/>
                  <a:pt x="132" y="636"/>
                </a:cubicBezTo>
                <a:lnTo>
                  <a:pt x="2488" y="636"/>
                </a:lnTo>
                <a:cubicBezTo>
                  <a:pt x="2502" y="636"/>
                  <a:pt x="2516" y="633"/>
                  <a:pt x="2529" y="628"/>
                </a:cubicBezTo>
                <a:cubicBezTo>
                  <a:pt x="2542" y="623"/>
                  <a:pt x="2553" y="615"/>
                  <a:pt x="2563" y="605"/>
                </a:cubicBezTo>
                <a:cubicBezTo>
                  <a:pt x="2573" y="595"/>
                  <a:pt x="2581" y="584"/>
                  <a:pt x="2586" y="571"/>
                </a:cubicBezTo>
                <a:cubicBezTo>
                  <a:pt x="2591" y="558"/>
                  <a:pt x="2594" y="544"/>
                  <a:pt x="2594" y="530"/>
                </a:cubicBezTo>
                <a:lnTo>
                  <a:pt x="2594" y="132"/>
                </a:lnTo>
                <a:cubicBezTo>
                  <a:pt x="2594" y="118"/>
                  <a:pt x="2591" y="105"/>
                  <a:pt x="2586" y="92"/>
                </a:cubicBezTo>
                <a:cubicBezTo>
                  <a:pt x="2581" y="79"/>
                  <a:pt x="2573" y="68"/>
                  <a:pt x="2563" y="58"/>
                </a:cubicBezTo>
                <a:cubicBezTo>
                  <a:pt x="2553" y="48"/>
                  <a:pt x="2542" y="40"/>
                  <a:pt x="2529" y="35"/>
                </a:cubicBezTo>
                <a:cubicBezTo>
                  <a:pt x="2516" y="29"/>
                  <a:pt x="2502" y="27"/>
                  <a:pt x="2488" y="27"/>
                </a:cubicBezTo>
                <a:lnTo>
                  <a:pt x="132" y="27"/>
                </a:lnTo>
                <a:cubicBezTo>
                  <a:pt x="118" y="27"/>
                  <a:pt x="105" y="29"/>
                  <a:pt x="92" y="35"/>
                </a:cubicBezTo>
                <a:cubicBezTo>
                  <a:pt x="79" y="40"/>
                  <a:pt x="68" y="48"/>
                  <a:pt x="58" y="58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8"/>
                  <a:pt x="27" y="132"/>
                </a:cubicBezTo>
                <a:close/>
              </a:path>
            </a:pathLst>
          </a:custGeom>
          <a:solidFill>
            <a:srgbClr val="22C55E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685800" y="3851280"/>
            <a:ext cx="2242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agentgateway </a:t>
            </a:r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(replaced LiteLLM)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4424040" y="3917880"/>
            <a:ext cx="8258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22C55E"/>
                </a:solidFill>
                <a:effectLst/>
                <a:uFillTx/>
                <a:latin typeface="Outfit-Thin_"/>
                <a:ea typeface="Outfit-Thin_"/>
              </a:rPr>
              <a:t>PRO D U CT I O N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5395320" y="3851280"/>
            <a:ext cx="39268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UAMI to Azure OpenAI · OTel native · MCP &amp; A2A gateway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4295520" y="4305240"/>
            <a:ext cx="800640" cy="248040"/>
          </a:xfrm>
          <a:custGeom>
            <a:avLst/>
            <a:gdLst/>
            <a:ahLst/>
            <a:rect l="0" t="0" r="r" b="b"/>
            <a:pathLst>
              <a:path w="2224" h="689">
                <a:moveTo>
                  <a:pt x="39" y="38"/>
                </a:moveTo>
                <a:cubicBezTo>
                  <a:pt x="65" y="13"/>
                  <a:pt x="96" y="0"/>
                  <a:pt x="132" y="0"/>
                </a:cubicBezTo>
                <a:lnTo>
                  <a:pt x="2091" y="0"/>
                </a:lnTo>
                <a:cubicBezTo>
                  <a:pt x="2128" y="0"/>
                  <a:pt x="2159" y="13"/>
                  <a:pt x="2185" y="38"/>
                </a:cubicBezTo>
                <a:cubicBezTo>
                  <a:pt x="2211" y="65"/>
                  <a:pt x="2224" y="96"/>
                  <a:pt x="2224" y="133"/>
                </a:cubicBezTo>
                <a:lnTo>
                  <a:pt x="2224" y="556"/>
                </a:lnTo>
                <a:cubicBezTo>
                  <a:pt x="2224" y="593"/>
                  <a:pt x="2211" y="624"/>
                  <a:pt x="2185" y="650"/>
                </a:cubicBezTo>
                <a:cubicBezTo>
                  <a:pt x="2159" y="676"/>
                  <a:pt x="2128" y="689"/>
                  <a:pt x="2091" y="689"/>
                </a:cubicBezTo>
                <a:lnTo>
                  <a:pt x="132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4"/>
                  <a:pt x="0" y="593"/>
                  <a:pt x="0" y="556"/>
                </a:cubicBezTo>
                <a:lnTo>
                  <a:pt x="0" y="133"/>
                </a:lnTo>
                <a:cubicBezTo>
                  <a:pt x="0" y="96"/>
                  <a:pt x="13" y="65"/>
                  <a:pt x="39" y="38"/>
                </a:cubicBezTo>
                <a:close/>
              </a:path>
            </a:pathLst>
          </a:custGeom>
          <a:solidFill>
            <a:srgbClr val="22C55E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4295520" y="4305240"/>
            <a:ext cx="800640" cy="248040"/>
          </a:xfrm>
          <a:custGeom>
            <a:avLst/>
            <a:gdLst/>
            <a:ahLst/>
            <a:rect l="0" t="0" r="r" b="b"/>
            <a:pathLst>
              <a:path w="2224" h="689">
                <a:moveTo>
                  <a:pt x="0" y="556"/>
                </a:moveTo>
                <a:lnTo>
                  <a:pt x="0" y="133"/>
                </a:lnTo>
                <a:cubicBezTo>
                  <a:pt x="0" y="96"/>
                  <a:pt x="13" y="65"/>
                  <a:pt x="39" y="38"/>
                </a:cubicBezTo>
                <a:cubicBezTo>
                  <a:pt x="65" y="13"/>
                  <a:pt x="96" y="0"/>
                  <a:pt x="132" y="0"/>
                </a:cubicBezTo>
                <a:lnTo>
                  <a:pt x="2091" y="0"/>
                </a:lnTo>
                <a:cubicBezTo>
                  <a:pt x="2128" y="0"/>
                  <a:pt x="2159" y="13"/>
                  <a:pt x="2185" y="38"/>
                </a:cubicBezTo>
                <a:cubicBezTo>
                  <a:pt x="2211" y="65"/>
                  <a:pt x="2224" y="96"/>
                  <a:pt x="2224" y="133"/>
                </a:cubicBezTo>
                <a:lnTo>
                  <a:pt x="2224" y="556"/>
                </a:lnTo>
                <a:cubicBezTo>
                  <a:pt x="2224" y="593"/>
                  <a:pt x="2211" y="624"/>
                  <a:pt x="2185" y="650"/>
                </a:cubicBezTo>
                <a:cubicBezTo>
                  <a:pt x="2159" y="676"/>
                  <a:pt x="2128" y="689"/>
                  <a:pt x="2091" y="689"/>
                </a:cubicBezTo>
                <a:lnTo>
                  <a:pt x="132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4"/>
                  <a:pt x="0" y="593"/>
                  <a:pt x="0" y="556"/>
                </a:cubicBezTo>
                <a:moveTo>
                  <a:pt x="27" y="133"/>
                </a:moveTo>
                <a:lnTo>
                  <a:pt x="27" y="556"/>
                </a:lnTo>
                <a:cubicBezTo>
                  <a:pt x="27" y="570"/>
                  <a:pt x="29" y="584"/>
                  <a:pt x="35" y="597"/>
                </a:cubicBezTo>
                <a:cubicBezTo>
                  <a:pt x="40" y="610"/>
                  <a:pt x="48" y="621"/>
                  <a:pt x="58" y="631"/>
                </a:cubicBezTo>
                <a:cubicBezTo>
                  <a:pt x="68" y="641"/>
                  <a:pt x="79" y="649"/>
                  <a:pt x="92" y="654"/>
                </a:cubicBezTo>
                <a:cubicBezTo>
                  <a:pt x="105" y="659"/>
                  <a:pt x="118" y="662"/>
                  <a:pt x="132" y="662"/>
                </a:cubicBezTo>
                <a:lnTo>
                  <a:pt x="2091" y="662"/>
                </a:lnTo>
                <a:cubicBezTo>
                  <a:pt x="2105" y="662"/>
                  <a:pt x="2119" y="659"/>
                  <a:pt x="2132" y="654"/>
                </a:cubicBezTo>
                <a:cubicBezTo>
                  <a:pt x="2145" y="649"/>
                  <a:pt x="2156" y="641"/>
                  <a:pt x="2166" y="631"/>
                </a:cubicBezTo>
                <a:cubicBezTo>
                  <a:pt x="2176" y="621"/>
                  <a:pt x="2184" y="610"/>
                  <a:pt x="2189" y="597"/>
                </a:cubicBezTo>
                <a:cubicBezTo>
                  <a:pt x="2195" y="584"/>
                  <a:pt x="2197" y="570"/>
                  <a:pt x="2197" y="556"/>
                </a:cubicBezTo>
                <a:lnTo>
                  <a:pt x="2197" y="133"/>
                </a:lnTo>
                <a:cubicBezTo>
                  <a:pt x="2197" y="119"/>
                  <a:pt x="2195" y="105"/>
                  <a:pt x="2189" y="92"/>
                </a:cubicBezTo>
                <a:cubicBezTo>
                  <a:pt x="2184" y="79"/>
                  <a:pt x="2176" y="68"/>
                  <a:pt x="2166" y="57"/>
                </a:cubicBezTo>
                <a:cubicBezTo>
                  <a:pt x="2156" y="47"/>
                  <a:pt x="2145" y="40"/>
                  <a:pt x="2132" y="34"/>
                </a:cubicBezTo>
                <a:cubicBezTo>
                  <a:pt x="2119" y="29"/>
                  <a:pt x="2105" y="26"/>
                  <a:pt x="2091" y="26"/>
                </a:cubicBezTo>
                <a:lnTo>
                  <a:pt x="132" y="26"/>
                </a:lnTo>
                <a:cubicBezTo>
                  <a:pt x="118" y="26"/>
                  <a:pt x="105" y="29"/>
                  <a:pt x="92" y="34"/>
                </a:cubicBezTo>
                <a:cubicBezTo>
                  <a:pt x="79" y="40"/>
                  <a:pt x="68" y="47"/>
                  <a:pt x="58" y="57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9"/>
                  <a:pt x="27" y="133"/>
                </a:cubicBezTo>
                <a:close/>
              </a:path>
            </a:pathLst>
          </a:custGeom>
          <a:solidFill>
            <a:srgbClr val="22C55E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85800" y="4298760"/>
            <a:ext cx="1386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HITL Teams bot PoC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4424040" y="4365720"/>
            <a:ext cx="710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22C55E"/>
                </a:solidFill>
                <a:effectLst/>
                <a:uFillTx/>
                <a:latin typeface="Outfit-Thin_"/>
                <a:ea typeface="Outfit-Thin_"/>
              </a:rPr>
              <a:t>P O C   D O N 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7867440" y="4305240"/>
            <a:ext cx="1171800" cy="209880"/>
          </a:xfrm>
          <a:custGeom>
            <a:avLst/>
            <a:gdLst/>
            <a:ahLst/>
            <a:rect l="0" t="0" r="r" b="b"/>
            <a:pathLst>
              <a:path w="3255" h="583">
                <a:moveTo>
                  <a:pt x="0" y="47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150" y="0"/>
                </a:lnTo>
                <a:cubicBezTo>
                  <a:pt x="3164" y="0"/>
                  <a:pt x="3177" y="2"/>
                  <a:pt x="3190" y="8"/>
                </a:cubicBezTo>
                <a:cubicBezTo>
                  <a:pt x="3203" y="13"/>
                  <a:pt x="3215" y="21"/>
                  <a:pt x="3224" y="31"/>
                </a:cubicBezTo>
                <a:cubicBezTo>
                  <a:pt x="3234" y="41"/>
                  <a:pt x="3242" y="52"/>
                  <a:pt x="3247" y="65"/>
                </a:cubicBezTo>
                <a:cubicBezTo>
                  <a:pt x="3253" y="78"/>
                  <a:pt x="3255" y="91"/>
                  <a:pt x="3255" y="105"/>
                </a:cubicBezTo>
                <a:lnTo>
                  <a:pt x="3255" y="476"/>
                </a:lnTo>
                <a:cubicBezTo>
                  <a:pt x="3255" y="490"/>
                  <a:pt x="3253" y="503"/>
                  <a:pt x="3247" y="516"/>
                </a:cubicBezTo>
                <a:cubicBezTo>
                  <a:pt x="3242" y="529"/>
                  <a:pt x="3234" y="541"/>
                  <a:pt x="3224" y="551"/>
                </a:cubicBezTo>
                <a:cubicBezTo>
                  <a:pt x="3215" y="562"/>
                  <a:pt x="3203" y="569"/>
                  <a:pt x="3190" y="575"/>
                </a:cubicBezTo>
                <a:cubicBezTo>
                  <a:pt x="3177" y="580"/>
                  <a:pt x="3164" y="583"/>
                  <a:pt x="3150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1"/>
                </a:cubicBezTo>
                <a:cubicBezTo>
                  <a:pt x="21" y="541"/>
                  <a:pt x="14" y="529"/>
                  <a:pt x="8" y="516"/>
                </a:cubicBezTo>
                <a:cubicBezTo>
                  <a:pt x="3" y="503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5395320" y="4298760"/>
            <a:ext cx="24980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End-to-end proven · Istio VS+AuthZ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943040" y="4336560"/>
            <a:ext cx="10263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smoke-test.sh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4295520" y="4762440"/>
            <a:ext cx="943560" cy="238320"/>
          </a:xfrm>
          <a:custGeom>
            <a:avLst/>
            <a:gdLst/>
            <a:ahLst/>
            <a:rect l="0" t="0" r="r" b="b"/>
            <a:pathLst>
              <a:path w="2621" h="662">
                <a:moveTo>
                  <a:pt x="39" y="38"/>
                </a:moveTo>
                <a:cubicBezTo>
                  <a:pt x="65" y="13"/>
                  <a:pt x="96" y="0"/>
                  <a:pt x="132" y="0"/>
                </a:cubicBezTo>
                <a:lnTo>
                  <a:pt x="2488" y="0"/>
                </a:lnTo>
                <a:cubicBezTo>
                  <a:pt x="2525" y="0"/>
                  <a:pt x="2556" y="13"/>
                  <a:pt x="2582" y="38"/>
                </a:cubicBezTo>
                <a:cubicBezTo>
                  <a:pt x="2608" y="64"/>
                  <a:pt x="2621" y="95"/>
                  <a:pt x="2621" y="132"/>
                </a:cubicBezTo>
                <a:lnTo>
                  <a:pt x="2621" y="530"/>
                </a:lnTo>
                <a:cubicBezTo>
                  <a:pt x="2621" y="566"/>
                  <a:pt x="2608" y="598"/>
                  <a:pt x="2582" y="623"/>
                </a:cubicBezTo>
                <a:cubicBezTo>
                  <a:pt x="2556" y="649"/>
                  <a:pt x="2525" y="662"/>
                  <a:pt x="2488" y="662"/>
                </a:cubicBezTo>
                <a:lnTo>
                  <a:pt x="132" y="662"/>
                </a:lnTo>
                <a:cubicBezTo>
                  <a:pt x="96" y="662"/>
                  <a:pt x="65" y="649"/>
                  <a:pt x="39" y="623"/>
                </a:cubicBezTo>
                <a:cubicBezTo>
                  <a:pt x="13" y="598"/>
                  <a:pt x="0" y="566"/>
                  <a:pt x="0" y="530"/>
                </a:cubicBezTo>
                <a:lnTo>
                  <a:pt x="0" y="132"/>
                </a:lnTo>
                <a:cubicBezTo>
                  <a:pt x="0" y="95"/>
                  <a:pt x="13" y="64"/>
                  <a:pt x="39" y="38"/>
                </a:cubicBezTo>
                <a:close/>
              </a:path>
            </a:pathLst>
          </a:custGeom>
          <a:solidFill>
            <a:srgbClr val="22C55E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4295520" y="4762440"/>
            <a:ext cx="943560" cy="238320"/>
          </a:xfrm>
          <a:custGeom>
            <a:avLst/>
            <a:gdLst/>
            <a:ahLst/>
            <a:rect l="0" t="0" r="r" b="b"/>
            <a:pathLst>
              <a:path w="2621" h="662">
                <a:moveTo>
                  <a:pt x="0" y="530"/>
                </a:moveTo>
                <a:lnTo>
                  <a:pt x="0" y="132"/>
                </a:lnTo>
                <a:cubicBezTo>
                  <a:pt x="0" y="95"/>
                  <a:pt x="13" y="64"/>
                  <a:pt x="39" y="38"/>
                </a:cubicBezTo>
                <a:cubicBezTo>
                  <a:pt x="65" y="13"/>
                  <a:pt x="96" y="0"/>
                  <a:pt x="132" y="0"/>
                </a:cubicBezTo>
                <a:lnTo>
                  <a:pt x="2488" y="0"/>
                </a:lnTo>
                <a:cubicBezTo>
                  <a:pt x="2525" y="0"/>
                  <a:pt x="2556" y="13"/>
                  <a:pt x="2582" y="38"/>
                </a:cubicBezTo>
                <a:cubicBezTo>
                  <a:pt x="2608" y="64"/>
                  <a:pt x="2621" y="95"/>
                  <a:pt x="2621" y="132"/>
                </a:cubicBezTo>
                <a:lnTo>
                  <a:pt x="2621" y="530"/>
                </a:lnTo>
                <a:cubicBezTo>
                  <a:pt x="2621" y="566"/>
                  <a:pt x="2608" y="598"/>
                  <a:pt x="2582" y="623"/>
                </a:cubicBezTo>
                <a:cubicBezTo>
                  <a:pt x="2556" y="649"/>
                  <a:pt x="2525" y="662"/>
                  <a:pt x="2488" y="662"/>
                </a:cubicBezTo>
                <a:lnTo>
                  <a:pt x="132" y="662"/>
                </a:lnTo>
                <a:cubicBezTo>
                  <a:pt x="96" y="662"/>
                  <a:pt x="65" y="649"/>
                  <a:pt x="39" y="623"/>
                </a:cubicBezTo>
                <a:cubicBezTo>
                  <a:pt x="13" y="598"/>
                  <a:pt x="0" y="566"/>
                  <a:pt x="0" y="530"/>
                </a:cubicBezTo>
                <a:moveTo>
                  <a:pt x="27" y="132"/>
                </a:moveTo>
                <a:lnTo>
                  <a:pt x="27" y="530"/>
                </a:lnTo>
                <a:cubicBezTo>
                  <a:pt x="27" y="544"/>
                  <a:pt x="29" y="557"/>
                  <a:pt x="35" y="570"/>
                </a:cubicBezTo>
                <a:cubicBezTo>
                  <a:pt x="40" y="583"/>
                  <a:pt x="48" y="595"/>
                  <a:pt x="58" y="605"/>
                </a:cubicBezTo>
                <a:cubicBezTo>
                  <a:pt x="68" y="615"/>
                  <a:pt x="79" y="622"/>
                  <a:pt x="92" y="628"/>
                </a:cubicBezTo>
                <a:cubicBezTo>
                  <a:pt x="105" y="633"/>
                  <a:pt x="118" y="636"/>
                  <a:pt x="132" y="636"/>
                </a:cubicBezTo>
                <a:lnTo>
                  <a:pt x="2488" y="636"/>
                </a:lnTo>
                <a:cubicBezTo>
                  <a:pt x="2502" y="636"/>
                  <a:pt x="2516" y="633"/>
                  <a:pt x="2529" y="628"/>
                </a:cubicBezTo>
                <a:cubicBezTo>
                  <a:pt x="2542" y="622"/>
                  <a:pt x="2553" y="615"/>
                  <a:pt x="2563" y="605"/>
                </a:cubicBezTo>
                <a:cubicBezTo>
                  <a:pt x="2573" y="595"/>
                  <a:pt x="2581" y="583"/>
                  <a:pt x="2586" y="570"/>
                </a:cubicBezTo>
                <a:cubicBezTo>
                  <a:pt x="2591" y="557"/>
                  <a:pt x="2594" y="544"/>
                  <a:pt x="2594" y="530"/>
                </a:cubicBezTo>
                <a:lnTo>
                  <a:pt x="2594" y="132"/>
                </a:lnTo>
                <a:cubicBezTo>
                  <a:pt x="2594" y="118"/>
                  <a:pt x="2591" y="104"/>
                  <a:pt x="2586" y="91"/>
                </a:cubicBezTo>
                <a:cubicBezTo>
                  <a:pt x="2581" y="78"/>
                  <a:pt x="2573" y="67"/>
                  <a:pt x="2563" y="57"/>
                </a:cubicBezTo>
                <a:cubicBezTo>
                  <a:pt x="2553" y="47"/>
                  <a:pt x="2542" y="40"/>
                  <a:pt x="2529" y="34"/>
                </a:cubicBezTo>
                <a:cubicBezTo>
                  <a:pt x="2516" y="29"/>
                  <a:pt x="2502" y="26"/>
                  <a:pt x="2488" y="26"/>
                </a:cubicBezTo>
                <a:lnTo>
                  <a:pt x="132" y="26"/>
                </a:lnTo>
                <a:cubicBezTo>
                  <a:pt x="118" y="26"/>
                  <a:pt x="105" y="29"/>
                  <a:pt x="92" y="34"/>
                </a:cubicBezTo>
                <a:cubicBezTo>
                  <a:pt x="79" y="40"/>
                  <a:pt x="68" y="47"/>
                  <a:pt x="58" y="57"/>
                </a:cubicBezTo>
                <a:cubicBezTo>
                  <a:pt x="48" y="67"/>
                  <a:pt x="40" y="78"/>
                  <a:pt x="35" y="91"/>
                </a:cubicBezTo>
                <a:cubicBezTo>
                  <a:pt x="29" y="104"/>
                  <a:pt x="27" y="118"/>
                  <a:pt x="27" y="132"/>
                </a:cubicBezTo>
                <a:close/>
              </a:path>
            </a:pathLst>
          </a:custGeom>
          <a:solidFill>
            <a:srgbClr val="22C55E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685800" y="4755960"/>
            <a:ext cx="10548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GitLab ticketing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4424040" y="4822920"/>
            <a:ext cx="8258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22C55E"/>
                </a:solidFill>
                <a:effectLst/>
                <a:uFillTx/>
                <a:latin typeface="Outfit-Thin_"/>
                <a:ea typeface="Outfit-Thin_"/>
              </a:rPr>
              <a:t>PRO D U CT I O N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5395320" y="4755960"/>
            <a:ext cx="3187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Direct REST today · MCP migration on roadmap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4295520" y="5209920"/>
            <a:ext cx="686160" cy="248040"/>
          </a:xfrm>
          <a:custGeom>
            <a:avLst/>
            <a:gdLst/>
            <a:ahLst/>
            <a:rect l="0" t="0" r="r" b="b"/>
            <a:pathLst>
              <a:path w="1906" h="689">
                <a:moveTo>
                  <a:pt x="39" y="39"/>
                </a:moveTo>
                <a:cubicBezTo>
                  <a:pt x="65" y="13"/>
                  <a:pt x="96" y="0"/>
                  <a:pt x="132" y="0"/>
                </a:cubicBezTo>
                <a:lnTo>
                  <a:pt x="1774" y="0"/>
                </a:lnTo>
                <a:cubicBezTo>
                  <a:pt x="1810" y="0"/>
                  <a:pt x="1842" y="13"/>
                  <a:pt x="1867" y="39"/>
                </a:cubicBezTo>
                <a:cubicBezTo>
                  <a:pt x="1893" y="65"/>
                  <a:pt x="1906" y="96"/>
                  <a:pt x="1906" y="132"/>
                </a:cubicBezTo>
                <a:lnTo>
                  <a:pt x="1906" y="557"/>
                </a:lnTo>
                <a:cubicBezTo>
                  <a:pt x="1906" y="593"/>
                  <a:pt x="1893" y="625"/>
                  <a:pt x="1867" y="650"/>
                </a:cubicBezTo>
                <a:cubicBezTo>
                  <a:pt x="1842" y="676"/>
                  <a:pt x="1810" y="689"/>
                  <a:pt x="1774" y="689"/>
                </a:cubicBezTo>
                <a:lnTo>
                  <a:pt x="132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5"/>
                  <a:pt x="0" y="593"/>
                  <a:pt x="0" y="557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F5A623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4295520" y="5209920"/>
            <a:ext cx="686160" cy="248040"/>
          </a:xfrm>
          <a:custGeom>
            <a:avLst/>
            <a:gdLst/>
            <a:ahLst/>
            <a:rect l="0" t="0" r="r" b="b"/>
            <a:pathLst>
              <a:path w="1906" h="689">
                <a:moveTo>
                  <a:pt x="0" y="557"/>
                </a:move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ubicBezTo>
                  <a:pt x="65" y="13"/>
                  <a:pt x="96" y="0"/>
                  <a:pt x="132" y="0"/>
                </a:cubicBezTo>
                <a:lnTo>
                  <a:pt x="1774" y="0"/>
                </a:lnTo>
                <a:cubicBezTo>
                  <a:pt x="1810" y="0"/>
                  <a:pt x="1842" y="13"/>
                  <a:pt x="1867" y="39"/>
                </a:cubicBezTo>
                <a:cubicBezTo>
                  <a:pt x="1893" y="65"/>
                  <a:pt x="1906" y="96"/>
                  <a:pt x="1906" y="132"/>
                </a:cubicBezTo>
                <a:lnTo>
                  <a:pt x="1906" y="557"/>
                </a:lnTo>
                <a:cubicBezTo>
                  <a:pt x="1906" y="593"/>
                  <a:pt x="1893" y="625"/>
                  <a:pt x="1867" y="650"/>
                </a:cubicBezTo>
                <a:cubicBezTo>
                  <a:pt x="1842" y="676"/>
                  <a:pt x="1810" y="689"/>
                  <a:pt x="1774" y="689"/>
                </a:cubicBezTo>
                <a:lnTo>
                  <a:pt x="132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5"/>
                  <a:pt x="0" y="593"/>
                  <a:pt x="0" y="557"/>
                </a:cubicBezTo>
                <a:moveTo>
                  <a:pt x="27" y="132"/>
                </a:moveTo>
                <a:lnTo>
                  <a:pt x="27" y="557"/>
                </a:lnTo>
                <a:cubicBezTo>
                  <a:pt x="27" y="571"/>
                  <a:pt x="29" y="584"/>
                  <a:pt x="35" y="597"/>
                </a:cubicBezTo>
                <a:cubicBezTo>
                  <a:pt x="40" y="610"/>
                  <a:pt x="48" y="622"/>
                  <a:pt x="58" y="632"/>
                </a:cubicBezTo>
                <a:cubicBezTo>
                  <a:pt x="68" y="642"/>
                  <a:pt x="79" y="649"/>
                  <a:pt x="92" y="655"/>
                </a:cubicBezTo>
                <a:cubicBezTo>
                  <a:pt x="105" y="660"/>
                  <a:pt x="118" y="663"/>
                  <a:pt x="132" y="663"/>
                </a:cubicBezTo>
                <a:lnTo>
                  <a:pt x="1774" y="663"/>
                </a:lnTo>
                <a:cubicBezTo>
                  <a:pt x="1788" y="663"/>
                  <a:pt x="1801" y="660"/>
                  <a:pt x="1814" y="655"/>
                </a:cubicBezTo>
                <a:cubicBezTo>
                  <a:pt x="1827" y="649"/>
                  <a:pt x="1839" y="642"/>
                  <a:pt x="1849" y="632"/>
                </a:cubicBezTo>
                <a:cubicBezTo>
                  <a:pt x="1859" y="622"/>
                  <a:pt x="1866" y="610"/>
                  <a:pt x="1872" y="597"/>
                </a:cubicBezTo>
                <a:cubicBezTo>
                  <a:pt x="1877" y="584"/>
                  <a:pt x="1880" y="571"/>
                  <a:pt x="1880" y="557"/>
                </a:cubicBezTo>
                <a:lnTo>
                  <a:pt x="1880" y="132"/>
                </a:lnTo>
                <a:cubicBezTo>
                  <a:pt x="1880" y="118"/>
                  <a:pt x="1877" y="105"/>
                  <a:pt x="1872" y="92"/>
                </a:cubicBezTo>
                <a:cubicBezTo>
                  <a:pt x="1866" y="79"/>
                  <a:pt x="1859" y="68"/>
                  <a:pt x="1849" y="58"/>
                </a:cubicBezTo>
                <a:cubicBezTo>
                  <a:pt x="1839" y="48"/>
                  <a:pt x="1827" y="40"/>
                  <a:pt x="1814" y="35"/>
                </a:cubicBezTo>
                <a:cubicBezTo>
                  <a:pt x="1801" y="29"/>
                  <a:pt x="1788" y="27"/>
                  <a:pt x="1774" y="27"/>
                </a:cubicBezTo>
                <a:lnTo>
                  <a:pt x="132" y="27"/>
                </a:lnTo>
                <a:cubicBezTo>
                  <a:pt x="118" y="27"/>
                  <a:pt x="105" y="29"/>
                  <a:pt x="92" y="35"/>
                </a:cubicBezTo>
                <a:cubicBezTo>
                  <a:pt x="79" y="40"/>
                  <a:pt x="68" y="48"/>
                  <a:pt x="58" y="58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8"/>
                  <a:pt x="27" y="132"/>
                </a:cubicBezTo>
                <a:close/>
              </a:path>
            </a:pathLst>
          </a:custGeom>
          <a:solidFill>
            <a:srgbClr val="F5A623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685800" y="5203800"/>
            <a:ext cx="1494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Specialist agent roster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4424040" y="5270400"/>
            <a:ext cx="5896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FBBF24"/>
                </a:solidFill>
                <a:effectLst/>
                <a:uFillTx/>
                <a:latin typeface="Outfit-Thin_"/>
                <a:ea typeface="Outfit-Thin_"/>
              </a:rPr>
              <a:t>P H A S E   2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5395320" y="5203800"/>
            <a:ext cx="3145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11 namespace agents deployed · ~20 planned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4295520" y="5667120"/>
            <a:ext cx="638640" cy="238680"/>
          </a:xfrm>
          <a:custGeom>
            <a:avLst/>
            <a:gdLst/>
            <a:ahLst/>
            <a:rect l="0" t="0" r="r" b="b"/>
            <a:pathLst>
              <a:path w="1774" h="663">
                <a:moveTo>
                  <a:pt x="39" y="39"/>
                </a:moveTo>
                <a:cubicBezTo>
                  <a:pt x="65" y="13"/>
                  <a:pt x="96" y="0"/>
                  <a:pt x="132" y="0"/>
                </a:cubicBezTo>
                <a:lnTo>
                  <a:pt x="1642" y="0"/>
                </a:lnTo>
                <a:cubicBezTo>
                  <a:pt x="1678" y="0"/>
                  <a:pt x="1709" y="13"/>
                  <a:pt x="1735" y="39"/>
                </a:cubicBezTo>
                <a:cubicBezTo>
                  <a:pt x="1761" y="65"/>
                  <a:pt x="1774" y="96"/>
                  <a:pt x="1774" y="132"/>
                </a:cubicBezTo>
                <a:lnTo>
                  <a:pt x="1774" y="530"/>
                </a:lnTo>
                <a:cubicBezTo>
                  <a:pt x="1774" y="567"/>
                  <a:pt x="1761" y="598"/>
                  <a:pt x="1735" y="624"/>
                </a:cubicBezTo>
                <a:cubicBezTo>
                  <a:pt x="1709" y="650"/>
                  <a:pt x="1678" y="663"/>
                  <a:pt x="1642" y="663"/>
                </a:cubicBezTo>
                <a:lnTo>
                  <a:pt x="132" y="663"/>
                </a:lnTo>
                <a:cubicBezTo>
                  <a:pt x="96" y="663"/>
                  <a:pt x="65" y="650"/>
                  <a:pt x="39" y="624"/>
                </a:cubicBezTo>
                <a:cubicBezTo>
                  <a:pt x="13" y="598"/>
                  <a:pt x="0" y="567"/>
                  <a:pt x="0" y="530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F5A623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4295520" y="5667120"/>
            <a:ext cx="638640" cy="238680"/>
          </a:xfrm>
          <a:custGeom>
            <a:avLst/>
            <a:gdLst/>
            <a:ahLst/>
            <a:rect l="0" t="0" r="r" b="b"/>
            <a:pathLst>
              <a:path w="1774" h="663">
                <a:moveTo>
                  <a:pt x="0" y="530"/>
                </a:move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ubicBezTo>
                  <a:pt x="65" y="13"/>
                  <a:pt x="96" y="0"/>
                  <a:pt x="132" y="0"/>
                </a:cubicBezTo>
                <a:lnTo>
                  <a:pt x="1642" y="0"/>
                </a:lnTo>
                <a:cubicBezTo>
                  <a:pt x="1678" y="0"/>
                  <a:pt x="1709" y="13"/>
                  <a:pt x="1735" y="39"/>
                </a:cubicBezTo>
                <a:cubicBezTo>
                  <a:pt x="1761" y="65"/>
                  <a:pt x="1774" y="96"/>
                  <a:pt x="1774" y="132"/>
                </a:cubicBezTo>
                <a:lnTo>
                  <a:pt x="1774" y="530"/>
                </a:lnTo>
                <a:cubicBezTo>
                  <a:pt x="1774" y="567"/>
                  <a:pt x="1761" y="598"/>
                  <a:pt x="1735" y="624"/>
                </a:cubicBezTo>
                <a:cubicBezTo>
                  <a:pt x="1709" y="650"/>
                  <a:pt x="1678" y="663"/>
                  <a:pt x="1642" y="663"/>
                </a:cubicBezTo>
                <a:lnTo>
                  <a:pt x="132" y="663"/>
                </a:lnTo>
                <a:cubicBezTo>
                  <a:pt x="96" y="663"/>
                  <a:pt x="65" y="650"/>
                  <a:pt x="39" y="624"/>
                </a:cubicBezTo>
                <a:cubicBezTo>
                  <a:pt x="13" y="598"/>
                  <a:pt x="0" y="567"/>
                  <a:pt x="0" y="530"/>
                </a:cubicBezTo>
                <a:moveTo>
                  <a:pt x="27" y="132"/>
                </a:moveTo>
                <a:lnTo>
                  <a:pt x="27" y="530"/>
                </a:lnTo>
                <a:cubicBezTo>
                  <a:pt x="27" y="544"/>
                  <a:pt x="29" y="558"/>
                  <a:pt x="35" y="571"/>
                </a:cubicBezTo>
                <a:cubicBezTo>
                  <a:pt x="40" y="584"/>
                  <a:pt x="48" y="595"/>
                  <a:pt x="58" y="605"/>
                </a:cubicBezTo>
                <a:cubicBezTo>
                  <a:pt x="68" y="615"/>
                  <a:pt x="79" y="623"/>
                  <a:pt x="92" y="628"/>
                </a:cubicBezTo>
                <a:cubicBezTo>
                  <a:pt x="105" y="634"/>
                  <a:pt x="118" y="636"/>
                  <a:pt x="132" y="636"/>
                </a:cubicBezTo>
                <a:lnTo>
                  <a:pt x="1642" y="636"/>
                </a:lnTo>
                <a:cubicBezTo>
                  <a:pt x="1656" y="636"/>
                  <a:pt x="1669" y="634"/>
                  <a:pt x="1682" y="628"/>
                </a:cubicBezTo>
                <a:cubicBezTo>
                  <a:pt x="1695" y="623"/>
                  <a:pt x="1707" y="615"/>
                  <a:pt x="1716" y="605"/>
                </a:cubicBezTo>
                <a:cubicBezTo>
                  <a:pt x="1726" y="595"/>
                  <a:pt x="1734" y="584"/>
                  <a:pt x="1739" y="571"/>
                </a:cubicBezTo>
                <a:cubicBezTo>
                  <a:pt x="1745" y="558"/>
                  <a:pt x="1747" y="544"/>
                  <a:pt x="1747" y="530"/>
                </a:cubicBezTo>
                <a:lnTo>
                  <a:pt x="1747" y="132"/>
                </a:lnTo>
                <a:cubicBezTo>
                  <a:pt x="1747" y="118"/>
                  <a:pt x="1745" y="105"/>
                  <a:pt x="1739" y="92"/>
                </a:cubicBezTo>
                <a:cubicBezTo>
                  <a:pt x="1734" y="79"/>
                  <a:pt x="1726" y="68"/>
                  <a:pt x="1716" y="58"/>
                </a:cubicBezTo>
                <a:cubicBezTo>
                  <a:pt x="1707" y="48"/>
                  <a:pt x="1695" y="40"/>
                  <a:pt x="1682" y="35"/>
                </a:cubicBezTo>
                <a:cubicBezTo>
                  <a:pt x="1669" y="29"/>
                  <a:pt x="1656" y="27"/>
                  <a:pt x="1642" y="27"/>
                </a:cubicBezTo>
                <a:lnTo>
                  <a:pt x="132" y="27"/>
                </a:lnTo>
                <a:cubicBezTo>
                  <a:pt x="118" y="27"/>
                  <a:pt x="105" y="29"/>
                  <a:pt x="92" y="35"/>
                </a:cubicBezTo>
                <a:cubicBezTo>
                  <a:pt x="79" y="40"/>
                  <a:pt x="68" y="48"/>
                  <a:pt x="58" y="58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8"/>
                  <a:pt x="27" y="132"/>
                </a:cubicBezTo>
                <a:close/>
              </a:path>
            </a:pathLst>
          </a:custGeom>
          <a:solidFill>
            <a:srgbClr val="F5A623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685800" y="5661000"/>
            <a:ext cx="14104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Skills (kagent 0.8.0+)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4424040" y="5727600"/>
            <a:ext cx="4737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FBBF24"/>
                </a:solidFill>
                <a:effectLst/>
                <a:uFillTx/>
                <a:latin typeface="Outfit-Thin_"/>
                <a:ea typeface="Outfit-Thin_"/>
              </a:rPr>
              <a:t>S PA RS 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5395320" y="5661000"/>
            <a:ext cx="3577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Mechanism deployed · library grows via learning loop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1831040" y="6466320"/>
            <a:ext cx="12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4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685440" y="2371680"/>
            <a:ext cx="2572200" cy="19440"/>
          </a:xfrm>
          <a:custGeom>
            <a:avLst/>
            <a:gdLst/>
            <a:ahLst/>
            <a:rect l="0" t="0" r="r" b="b"/>
            <a:pathLst>
              <a:path w="7145" h="54">
                <a:moveTo>
                  <a:pt x="0" y="0"/>
                </a:moveTo>
                <a:lnTo>
                  <a:pt x="7145" y="0"/>
                </a:lnTo>
                <a:lnTo>
                  <a:pt x="714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3257280" y="2371680"/>
            <a:ext cx="933840" cy="19440"/>
          </a:xfrm>
          <a:custGeom>
            <a:avLst/>
            <a:gdLst/>
            <a:ahLst/>
            <a:rect l="0" t="0" r="r" b="b"/>
            <a:pathLst>
              <a:path w="2594" h="54">
                <a:moveTo>
                  <a:pt x="0" y="0"/>
                </a:moveTo>
                <a:lnTo>
                  <a:pt x="2594" y="0"/>
                </a:lnTo>
                <a:lnTo>
                  <a:pt x="25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4190760" y="2371680"/>
            <a:ext cx="4591440" cy="19440"/>
          </a:xfrm>
          <a:custGeom>
            <a:avLst/>
            <a:gdLst/>
            <a:ahLst/>
            <a:rect l="0" t="0" r="r" b="b"/>
            <a:pathLst>
              <a:path w="12754" h="54">
                <a:moveTo>
                  <a:pt x="0" y="0"/>
                </a:moveTo>
                <a:lnTo>
                  <a:pt x="12754" y="0"/>
                </a:lnTo>
                <a:lnTo>
                  <a:pt x="1275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685440" y="2828880"/>
            <a:ext cx="2572200" cy="9720"/>
          </a:xfrm>
          <a:custGeom>
            <a:avLst/>
            <a:gdLst/>
            <a:ahLst/>
            <a:rect l="0" t="0" r="r" b="b"/>
            <a:pathLst>
              <a:path w="7145" h="27">
                <a:moveTo>
                  <a:pt x="0" y="0"/>
                </a:moveTo>
                <a:lnTo>
                  <a:pt x="7145" y="0"/>
                </a:lnTo>
                <a:lnTo>
                  <a:pt x="71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3257280" y="282888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4190760" y="2828880"/>
            <a:ext cx="4591440" cy="9720"/>
          </a:xfrm>
          <a:custGeom>
            <a:avLst/>
            <a:gdLst/>
            <a:ahLst/>
            <a:rect l="0" t="0" r="r" b="b"/>
            <a:pathLst>
              <a:path w="12754" h="27">
                <a:moveTo>
                  <a:pt x="0" y="0"/>
                </a:moveTo>
                <a:lnTo>
                  <a:pt x="12754" y="0"/>
                </a:lnTo>
                <a:lnTo>
                  <a:pt x="127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685440" y="3286080"/>
            <a:ext cx="2572200" cy="9720"/>
          </a:xfrm>
          <a:custGeom>
            <a:avLst/>
            <a:gdLst/>
            <a:ahLst/>
            <a:rect l="0" t="0" r="r" b="b"/>
            <a:pathLst>
              <a:path w="7145" h="27">
                <a:moveTo>
                  <a:pt x="0" y="0"/>
                </a:moveTo>
                <a:lnTo>
                  <a:pt x="7145" y="0"/>
                </a:lnTo>
                <a:lnTo>
                  <a:pt x="71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3257280" y="328608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4190760" y="3286080"/>
            <a:ext cx="4591440" cy="9720"/>
          </a:xfrm>
          <a:custGeom>
            <a:avLst/>
            <a:gdLst/>
            <a:ahLst/>
            <a:rect l="0" t="0" r="r" b="b"/>
            <a:pathLst>
              <a:path w="12754" h="27">
                <a:moveTo>
                  <a:pt x="0" y="0"/>
                </a:moveTo>
                <a:lnTo>
                  <a:pt x="12754" y="0"/>
                </a:lnTo>
                <a:lnTo>
                  <a:pt x="127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685440" y="3743280"/>
            <a:ext cx="2572200" cy="9720"/>
          </a:xfrm>
          <a:custGeom>
            <a:avLst/>
            <a:gdLst/>
            <a:ahLst/>
            <a:rect l="0" t="0" r="r" b="b"/>
            <a:pathLst>
              <a:path w="7145" h="27">
                <a:moveTo>
                  <a:pt x="0" y="0"/>
                </a:moveTo>
                <a:lnTo>
                  <a:pt x="7145" y="0"/>
                </a:lnTo>
                <a:lnTo>
                  <a:pt x="71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3257280" y="374328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4190760" y="3743280"/>
            <a:ext cx="4591440" cy="9720"/>
          </a:xfrm>
          <a:custGeom>
            <a:avLst/>
            <a:gdLst/>
            <a:ahLst/>
            <a:rect l="0" t="0" r="r" b="b"/>
            <a:pathLst>
              <a:path w="12754" h="27">
                <a:moveTo>
                  <a:pt x="0" y="0"/>
                </a:moveTo>
                <a:lnTo>
                  <a:pt x="12754" y="0"/>
                </a:lnTo>
                <a:lnTo>
                  <a:pt x="127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685440" y="4190760"/>
            <a:ext cx="2572200" cy="10080"/>
          </a:xfrm>
          <a:custGeom>
            <a:avLst/>
            <a:gdLst/>
            <a:ahLst/>
            <a:rect l="0" t="0" r="r" b="b"/>
            <a:pathLst>
              <a:path w="7145" h="28">
                <a:moveTo>
                  <a:pt x="0" y="0"/>
                </a:moveTo>
                <a:lnTo>
                  <a:pt x="7145" y="0"/>
                </a:lnTo>
                <a:lnTo>
                  <a:pt x="71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3257280" y="4190760"/>
            <a:ext cx="933840" cy="10080"/>
          </a:xfrm>
          <a:custGeom>
            <a:avLst/>
            <a:gdLst/>
            <a:ahLst/>
            <a:rect l="0" t="0" r="r" b="b"/>
            <a:pathLst>
              <a:path w="2594" h="28">
                <a:moveTo>
                  <a:pt x="0" y="0"/>
                </a:moveTo>
                <a:lnTo>
                  <a:pt x="2594" y="0"/>
                </a:lnTo>
                <a:lnTo>
                  <a:pt x="2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4190760" y="4190760"/>
            <a:ext cx="4591440" cy="10080"/>
          </a:xfrm>
          <a:custGeom>
            <a:avLst/>
            <a:gdLst/>
            <a:ahLst/>
            <a:rect l="0" t="0" r="r" b="b"/>
            <a:pathLst>
              <a:path w="12754" h="28">
                <a:moveTo>
                  <a:pt x="0" y="0"/>
                </a:moveTo>
                <a:lnTo>
                  <a:pt x="12754" y="0"/>
                </a:lnTo>
                <a:lnTo>
                  <a:pt x="12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685440" y="4647960"/>
            <a:ext cx="2572200" cy="10080"/>
          </a:xfrm>
          <a:custGeom>
            <a:avLst/>
            <a:gdLst/>
            <a:ahLst/>
            <a:rect l="0" t="0" r="r" b="b"/>
            <a:pathLst>
              <a:path w="7145" h="28">
                <a:moveTo>
                  <a:pt x="0" y="0"/>
                </a:moveTo>
                <a:lnTo>
                  <a:pt x="7145" y="0"/>
                </a:lnTo>
                <a:lnTo>
                  <a:pt x="71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3257280" y="4647960"/>
            <a:ext cx="933840" cy="10080"/>
          </a:xfrm>
          <a:custGeom>
            <a:avLst/>
            <a:gdLst/>
            <a:ahLst/>
            <a:rect l="0" t="0" r="r" b="b"/>
            <a:pathLst>
              <a:path w="2594" h="28">
                <a:moveTo>
                  <a:pt x="0" y="0"/>
                </a:moveTo>
                <a:lnTo>
                  <a:pt x="2594" y="0"/>
                </a:lnTo>
                <a:lnTo>
                  <a:pt x="2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4190760" y="4647960"/>
            <a:ext cx="4591440" cy="10080"/>
          </a:xfrm>
          <a:custGeom>
            <a:avLst/>
            <a:gdLst/>
            <a:ahLst/>
            <a:rect l="0" t="0" r="r" b="b"/>
            <a:pathLst>
              <a:path w="12754" h="28">
                <a:moveTo>
                  <a:pt x="0" y="0"/>
                </a:moveTo>
                <a:lnTo>
                  <a:pt x="12754" y="0"/>
                </a:lnTo>
                <a:lnTo>
                  <a:pt x="12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685440" y="5095800"/>
            <a:ext cx="2572200" cy="9720"/>
          </a:xfrm>
          <a:custGeom>
            <a:avLst/>
            <a:gdLst/>
            <a:ahLst/>
            <a:rect l="0" t="0" r="r" b="b"/>
            <a:pathLst>
              <a:path w="7145" h="27">
                <a:moveTo>
                  <a:pt x="0" y="0"/>
                </a:moveTo>
                <a:lnTo>
                  <a:pt x="7145" y="0"/>
                </a:lnTo>
                <a:lnTo>
                  <a:pt x="71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3257280" y="509580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4190760" y="5095800"/>
            <a:ext cx="4591440" cy="9720"/>
          </a:xfrm>
          <a:custGeom>
            <a:avLst/>
            <a:gdLst/>
            <a:ahLst/>
            <a:rect l="0" t="0" r="r" b="b"/>
            <a:pathLst>
              <a:path w="12754" h="27">
                <a:moveTo>
                  <a:pt x="0" y="0"/>
                </a:moveTo>
                <a:lnTo>
                  <a:pt x="12754" y="0"/>
                </a:lnTo>
                <a:lnTo>
                  <a:pt x="127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685440" y="5553000"/>
            <a:ext cx="2572200" cy="9720"/>
          </a:xfrm>
          <a:custGeom>
            <a:avLst/>
            <a:gdLst/>
            <a:ahLst/>
            <a:rect l="0" t="0" r="r" b="b"/>
            <a:pathLst>
              <a:path w="7145" h="27">
                <a:moveTo>
                  <a:pt x="0" y="0"/>
                </a:moveTo>
                <a:lnTo>
                  <a:pt x="7145" y="0"/>
                </a:lnTo>
                <a:lnTo>
                  <a:pt x="71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3257280" y="555300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4190760" y="5553000"/>
            <a:ext cx="4591440" cy="9720"/>
          </a:xfrm>
          <a:custGeom>
            <a:avLst/>
            <a:gdLst/>
            <a:ahLst/>
            <a:rect l="0" t="0" r="r" b="b"/>
            <a:pathLst>
              <a:path w="12754" h="27">
                <a:moveTo>
                  <a:pt x="0" y="0"/>
                </a:moveTo>
                <a:lnTo>
                  <a:pt x="12754" y="0"/>
                </a:lnTo>
                <a:lnTo>
                  <a:pt x="127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685440" y="6000480"/>
            <a:ext cx="2572200" cy="10080"/>
          </a:xfrm>
          <a:custGeom>
            <a:avLst/>
            <a:gdLst/>
            <a:ahLst/>
            <a:rect l="0" t="0" r="r" b="b"/>
            <a:pathLst>
              <a:path w="7145" h="28">
                <a:moveTo>
                  <a:pt x="0" y="0"/>
                </a:moveTo>
                <a:lnTo>
                  <a:pt x="7145" y="0"/>
                </a:lnTo>
                <a:lnTo>
                  <a:pt x="71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3257280" y="6000480"/>
            <a:ext cx="933840" cy="10080"/>
          </a:xfrm>
          <a:custGeom>
            <a:avLst/>
            <a:gdLst/>
            <a:ahLst/>
            <a:rect l="0" t="0" r="r" b="b"/>
            <a:pathLst>
              <a:path w="2594" h="28">
                <a:moveTo>
                  <a:pt x="0" y="0"/>
                </a:moveTo>
                <a:lnTo>
                  <a:pt x="2594" y="0"/>
                </a:lnTo>
                <a:lnTo>
                  <a:pt x="2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4190760" y="6000480"/>
            <a:ext cx="4591440" cy="10080"/>
          </a:xfrm>
          <a:custGeom>
            <a:avLst/>
            <a:gdLst/>
            <a:ahLst/>
            <a:rect l="0" t="0" r="r" b="b"/>
            <a:pathLst>
              <a:path w="12754" h="28">
                <a:moveTo>
                  <a:pt x="0" y="0"/>
                </a:moveTo>
                <a:lnTo>
                  <a:pt x="12754" y="0"/>
                </a:lnTo>
                <a:lnTo>
                  <a:pt x="12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685800" y="834480"/>
            <a:ext cx="4055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S T A T E   O F   E V E R Y   C O M P O N E N T   ( 2 / 2 )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685800" y="1033920"/>
            <a:ext cx="924984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What's designed · in flight · future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685800" y="2085840"/>
            <a:ext cx="6120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T H E M E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3256200" y="2085840"/>
            <a:ext cx="46404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STAT E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4193280" y="2085840"/>
            <a:ext cx="58644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D ETA I L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3257280" y="2495520"/>
            <a:ext cx="771840" cy="238320"/>
          </a:xfrm>
          <a:custGeom>
            <a:avLst/>
            <a:gdLst/>
            <a:ahLst/>
            <a:rect l="0" t="0" r="r" b="b"/>
            <a:pathLst>
              <a:path w="2144" h="662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2012" y="0"/>
                </a:lnTo>
                <a:cubicBezTo>
                  <a:pt x="2049" y="0"/>
                  <a:pt x="2080" y="13"/>
                  <a:pt x="2106" y="39"/>
                </a:cubicBezTo>
                <a:cubicBezTo>
                  <a:pt x="2131" y="65"/>
                  <a:pt x="2144" y="96"/>
                  <a:pt x="2144" y="133"/>
                </a:cubicBezTo>
                <a:lnTo>
                  <a:pt x="2144" y="530"/>
                </a:lnTo>
                <a:cubicBezTo>
                  <a:pt x="2144" y="566"/>
                  <a:pt x="2131" y="597"/>
                  <a:pt x="2106" y="623"/>
                </a:cubicBezTo>
                <a:cubicBezTo>
                  <a:pt x="2080" y="649"/>
                  <a:pt x="2049" y="662"/>
                  <a:pt x="2012" y="662"/>
                </a:cubicBezTo>
                <a:lnTo>
                  <a:pt x="133" y="662"/>
                </a:lnTo>
                <a:cubicBezTo>
                  <a:pt x="96" y="662"/>
                  <a:pt x="65" y="649"/>
                  <a:pt x="39" y="623"/>
                </a:cubicBezTo>
                <a:cubicBezTo>
                  <a:pt x="13" y="597"/>
                  <a:pt x="0" y="566"/>
                  <a:pt x="0" y="530"/>
                </a:cubicBezTo>
                <a:lnTo>
                  <a:pt x="0" y="133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F5A623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3257280" y="2495520"/>
            <a:ext cx="771840" cy="238320"/>
          </a:xfrm>
          <a:custGeom>
            <a:avLst/>
            <a:gdLst/>
            <a:ahLst/>
            <a:rect l="0" t="0" r="r" b="b"/>
            <a:pathLst>
              <a:path w="2144" h="662">
                <a:moveTo>
                  <a:pt x="0" y="530"/>
                </a:moveTo>
                <a:lnTo>
                  <a:pt x="0" y="133"/>
                </a:lnTo>
                <a:cubicBezTo>
                  <a:pt x="0" y="96"/>
                  <a:pt x="13" y="65"/>
                  <a:pt x="39" y="39"/>
                </a:cubicBezTo>
                <a:cubicBezTo>
                  <a:pt x="65" y="13"/>
                  <a:pt x="96" y="0"/>
                  <a:pt x="133" y="0"/>
                </a:cubicBezTo>
                <a:lnTo>
                  <a:pt x="2012" y="0"/>
                </a:lnTo>
                <a:cubicBezTo>
                  <a:pt x="2049" y="0"/>
                  <a:pt x="2080" y="13"/>
                  <a:pt x="2106" y="39"/>
                </a:cubicBezTo>
                <a:cubicBezTo>
                  <a:pt x="2131" y="65"/>
                  <a:pt x="2144" y="96"/>
                  <a:pt x="2144" y="133"/>
                </a:cubicBezTo>
                <a:lnTo>
                  <a:pt x="2144" y="530"/>
                </a:lnTo>
                <a:cubicBezTo>
                  <a:pt x="2144" y="566"/>
                  <a:pt x="2131" y="597"/>
                  <a:pt x="2106" y="623"/>
                </a:cubicBezTo>
                <a:cubicBezTo>
                  <a:pt x="2080" y="649"/>
                  <a:pt x="2049" y="662"/>
                  <a:pt x="2012" y="662"/>
                </a:cubicBezTo>
                <a:lnTo>
                  <a:pt x="133" y="662"/>
                </a:lnTo>
                <a:cubicBezTo>
                  <a:pt x="96" y="662"/>
                  <a:pt x="65" y="649"/>
                  <a:pt x="39" y="623"/>
                </a:cubicBezTo>
                <a:cubicBezTo>
                  <a:pt x="13" y="597"/>
                  <a:pt x="0" y="566"/>
                  <a:pt x="0" y="530"/>
                </a:cubicBezTo>
                <a:moveTo>
                  <a:pt x="27" y="133"/>
                </a:moveTo>
                <a:lnTo>
                  <a:pt x="27" y="530"/>
                </a:lnTo>
                <a:cubicBezTo>
                  <a:pt x="27" y="544"/>
                  <a:pt x="29" y="557"/>
                  <a:pt x="35" y="570"/>
                </a:cubicBezTo>
                <a:cubicBezTo>
                  <a:pt x="40" y="583"/>
                  <a:pt x="48" y="595"/>
                  <a:pt x="58" y="605"/>
                </a:cubicBezTo>
                <a:cubicBezTo>
                  <a:pt x="68" y="615"/>
                  <a:pt x="79" y="622"/>
                  <a:pt x="92" y="628"/>
                </a:cubicBezTo>
                <a:cubicBezTo>
                  <a:pt x="105" y="633"/>
                  <a:pt x="119" y="636"/>
                  <a:pt x="133" y="636"/>
                </a:cubicBezTo>
                <a:lnTo>
                  <a:pt x="2012" y="636"/>
                </a:lnTo>
                <a:cubicBezTo>
                  <a:pt x="2026" y="636"/>
                  <a:pt x="2040" y="633"/>
                  <a:pt x="2053" y="628"/>
                </a:cubicBezTo>
                <a:cubicBezTo>
                  <a:pt x="2066" y="622"/>
                  <a:pt x="2077" y="615"/>
                  <a:pt x="2087" y="605"/>
                </a:cubicBezTo>
                <a:cubicBezTo>
                  <a:pt x="2097" y="595"/>
                  <a:pt x="2104" y="583"/>
                  <a:pt x="2110" y="570"/>
                </a:cubicBezTo>
                <a:cubicBezTo>
                  <a:pt x="2115" y="557"/>
                  <a:pt x="2118" y="544"/>
                  <a:pt x="2118" y="530"/>
                </a:cubicBezTo>
                <a:lnTo>
                  <a:pt x="2118" y="133"/>
                </a:lnTo>
                <a:cubicBezTo>
                  <a:pt x="2118" y="119"/>
                  <a:pt x="2115" y="105"/>
                  <a:pt x="2110" y="92"/>
                </a:cubicBezTo>
                <a:cubicBezTo>
                  <a:pt x="2104" y="79"/>
                  <a:pt x="2097" y="68"/>
                  <a:pt x="2087" y="58"/>
                </a:cubicBezTo>
                <a:cubicBezTo>
                  <a:pt x="2077" y="48"/>
                  <a:pt x="2066" y="40"/>
                  <a:pt x="2053" y="35"/>
                </a:cubicBezTo>
                <a:cubicBezTo>
                  <a:pt x="2040" y="30"/>
                  <a:pt x="2026" y="27"/>
                  <a:pt x="2012" y="27"/>
                </a:cubicBezTo>
                <a:lnTo>
                  <a:pt x="133" y="27"/>
                </a:lnTo>
                <a:cubicBezTo>
                  <a:pt x="119" y="27"/>
                  <a:pt x="105" y="30"/>
                  <a:pt x="92" y="35"/>
                </a:cubicBezTo>
                <a:cubicBezTo>
                  <a:pt x="79" y="40"/>
                  <a:pt x="68" y="48"/>
                  <a:pt x="58" y="58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9"/>
                  <a:pt x="27" y="133"/>
                </a:cubicBezTo>
                <a:close/>
              </a:path>
            </a:pathLst>
          </a:custGeom>
          <a:solidFill>
            <a:srgbClr val="F5A623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685800" y="2489040"/>
            <a:ext cx="1909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Memory (pgvector backend)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3380040" y="2556000"/>
            <a:ext cx="7246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FBBF24"/>
                </a:solidFill>
                <a:effectLst/>
                <a:uFillTx/>
                <a:latin typeface="Outfit-Thin_"/>
                <a:ea typeface="Outfit-Thin_"/>
              </a:rPr>
              <a:t>I N   F L I G H T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5591160" y="2495520"/>
            <a:ext cx="1019520" cy="209880"/>
          </a:xfrm>
          <a:custGeom>
            <a:avLst/>
            <a:gdLst/>
            <a:ahLst/>
            <a:rect l="0" t="0" r="r" b="b"/>
            <a:pathLst>
              <a:path w="2832" h="583">
                <a:moveTo>
                  <a:pt x="0" y="477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726" y="0"/>
                </a:lnTo>
                <a:cubicBezTo>
                  <a:pt x="2740" y="0"/>
                  <a:pt x="2753" y="2"/>
                  <a:pt x="2766" y="8"/>
                </a:cubicBezTo>
                <a:cubicBezTo>
                  <a:pt x="2779" y="13"/>
                  <a:pt x="2791" y="21"/>
                  <a:pt x="2801" y="31"/>
                </a:cubicBezTo>
                <a:cubicBezTo>
                  <a:pt x="2811" y="41"/>
                  <a:pt x="2818" y="52"/>
                  <a:pt x="2824" y="65"/>
                </a:cubicBezTo>
                <a:cubicBezTo>
                  <a:pt x="2829" y="78"/>
                  <a:pt x="2832" y="91"/>
                  <a:pt x="2832" y="105"/>
                </a:cubicBezTo>
                <a:lnTo>
                  <a:pt x="2832" y="477"/>
                </a:lnTo>
                <a:cubicBezTo>
                  <a:pt x="2832" y="491"/>
                  <a:pt x="2829" y="504"/>
                  <a:pt x="2824" y="517"/>
                </a:cubicBezTo>
                <a:cubicBezTo>
                  <a:pt x="2818" y="530"/>
                  <a:pt x="2811" y="542"/>
                  <a:pt x="2801" y="552"/>
                </a:cubicBezTo>
                <a:cubicBezTo>
                  <a:pt x="2791" y="562"/>
                  <a:pt x="2779" y="569"/>
                  <a:pt x="2766" y="575"/>
                </a:cubicBezTo>
                <a:cubicBezTo>
                  <a:pt x="2753" y="580"/>
                  <a:pt x="2740" y="583"/>
                  <a:pt x="2726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1" y="542"/>
                  <a:pt x="13" y="530"/>
                  <a:pt x="8" y="517"/>
                </a:cubicBezTo>
                <a:cubicBezTo>
                  <a:pt x="2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4193280" y="2489040"/>
            <a:ext cx="1395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pgvector deployed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5664960" y="2526840"/>
            <a:ext cx="8686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load_memory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6606720" y="2489040"/>
            <a:ext cx="11376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wiring per-agent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685800" y="2936880"/>
            <a:ext cx="59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Full A2A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272240" y="295200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3257280" y="2943000"/>
            <a:ext cx="771840" cy="248040"/>
          </a:xfrm>
          <a:custGeom>
            <a:avLst/>
            <a:gdLst/>
            <a:ahLst/>
            <a:rect l="0" t="0" r="r" b="b"/>
            <a:pathLst>
              <a:path w="2144" h="689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2012" y="0"/>
                </a:lnTo>
                <a:cubicBezTo>
                  <a:pt x="2049" y="0"/>
                  <a:pt x="2080" y="13"/>
                  <a:pt x="2106" y="39"/>
                </a:cubicBezTo>
                <a:cubicBezTo>
                  <a:pt x="2131" y="65"/>
                  <a:pt x="2144" y="96"/>
                  <a:pt x="2144" y="132"/>
                </a:cubicBezTo>
                <a:lnTo>
                  <a:pt x="2144" y="557"/>
                </a:lnTo>
                <a:cubicBezTo>
                  <a:pt x="2144" y="593"/>
                  <a:pt x="2131" y="624"/>
                  <a:pt x="2106" y="650"/>
                </a:cubicBezTo>
                <a:cubicBezTo>
                  <a:pt x="2080" y="676"/>
                  <a:pt x="2049" y="689"/>
                  <a:pt x="2012" y="689"/>
                </a:cubicBezTo>
                <a:lnTo>
                  <a:pt x="133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F5A623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3257280" y="2943000"/>
            <a:ext cx="771840" cy="248040"/>
          </a:xfrm>
          <a:custGeom>
            <a:avLst/>
            <a:gdLst/>
            <a:ahLst/>
            <a:rect l="0" t="0" r="r" b="b"/>
            <a:pathLst>
              <a:path w="2144" h="689">
                <a:moveTo>
                  <a:pt x="0" y="557"/>
                </a:move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ubicBezTo>
                  <a:pt x="65" y="13"/>
                  <a:pt x="96" y="0"/>
                  <a:pt x="133" y="0"/>
                </a:cubicBezTo>
                <a:lnTo>
                  <a:pt x="2012" y="0"/>
                </a:lnTo>
                <a:cubicBezTo>
                  <a:pt x="2049" y="0"/>
                  <a:pt x="2080" y="13"/>
                  <a:pt x="2106" y="39"/>
                </a:cubicBezTo>
                <a:cubicBezTo>
                  <a:pt x="2131" y="65"/>
                  <a:pt x="2144" y="96"/>
                  <a:pt x="2144" y="132"/>
                </a:cubicBezTo>
                <a:lnTo>
                  <a:pt x="2144" y="557"/>
                </a:lnTo>
                <a:cubicBezTo>
                  <a:pt x="2144" y="593"/>
                  <a:pt x="2131" y="624"/>
                  <a:pt x="2106" y="650"/>
                </a:cubicBezTo>
                <a:cubicBezTo>
                  <a:pt x="2080" y="676"/>
                  <a:pt x="2049" y="689"/>
                  <a:pt x="2012" y="689"/>
                </a:cubicBezTo>
                <a:lnTo>
                  <a:pt x="133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moveTo>
                  <a:pt x="27" y="132"/>
                </a:moveTo>
                <a:lnTo>
                  <a:pt x="27" y="557"/>
                </a:lnTo>
                <a:cubicBezTo>
                  <a:pt x="27" y="571"/>
                  <a:pt x="29" y="584"/>
                  <a:pt x="35" y="597"/>
                </a:cubicBezTo>
                <a:cubicBezTo>
                  <a:pt x="40" y="610"/>
                  <a:pt x="48" y="622"/>
                  <a:pt x="58" y="632"/>
                </a:cubicBezTo>
                <a:cubicBezTo>
                  <a:pt x="68" y="642"/>
                  <a:pt x="79" y="649"/>
                  <a:pt x="92" y="655"/>
                </a:cubicBezTo>
                <a:cubicBezTo>
                  <a:pt x="105" y="660"/>
                  <a:pt x="119" y="663"/>
                  <a:pt x="133" y="663"/>
                </a:cubicBezTo>
                <a:lnTo>
                  <a:pt x="2012" y="663"/>
                </a:lnTo>
                <a:cubicBezTo>
                  <a:pt x="2026" y="663"/>
                  <a:pt x="2040" y="660"/>
                  <a:pt x="2053" y="655"/>
                </a:cubicBezTo>
                <a:cubicBezTo>
                  <a:pt x="2066" y="649"/>
                  <a:pt x="2077" y="642"/>
                  <a:pt x="2087" y="632"/>
                </a:cubicBezTo>
                <a:cubicBezTo>
                  <a:pt x="2097" y="622"/>
                  <a:pt x="2104" y="610"/>
                  <a:pt x="2110" y="597"/>
                </a:cubicBezTo>
                <a:cubicBezTo>
                  <a:pt x="2115" y="584"/>
                  <a:pt x="2118" y="571"/>
                  <a:pt x="2118" y="557"/>
                </a:cubicBezTo>
                <a:lnTo>
                  <a:pt x="2118" y="132"/>
                </a:lnTo>
                <a:cubicBezTo>
                  <a:pt x="2118" y="118"/>
                  <a:pt x="2115" y="105"/>
                  <a:pt x="2110" y="92"/>
                </a:cubicBezTo>
                <a:cubicBezTo>
                  <a:pt x="2104" y="79"/>
                  <a:pt x="2097" y="68"/>
                  <a:pt x="2087" y="58"/>
                </a:cubicBezTo>
                <a:cubicBezTo>
                  <a:pt x="2077" y="48"/>
                  <a:pt x="2066" y="40"/>
                  <a:pt x="2053" y="35"/>
                </a:cubicBezTo>
                <a:cubicBezTo>
                  <a:pt x="2040" y="29"/>
                  <a:pt x="2026" y="27"/>
                  <a:pt x="2012" y="27"/>
                </a:cubicBezTo>
                <a:lnTo>
                  <a:pt x="133" y="27"/>
                </a:lnTo>
                <a:cubicBezTo>
                  <a:pt x="119" y="27"/>
                  <a:pt x="105" y="29"/>
                  <a:pt x="92" y="35"/>
                </a:cubicBezTo>
                <a:cubicBezTo>
                  <a:pt x="79" y="40"/>
                  <a:pt x="68" y="48"/>
                  <a:pt x="58" y="58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8"/>
                  <a:pt x="27" y="132"/>
                </a:cubicBezTo>
                <a:close/>
              </a:path>
            </a:pathLst>
          </a:custGeom>
          <a:solidFill>
            <a:srgbClr val="F5A623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1420920" y="2936880"/>
            <a:ext cx="780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HITL demo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3380040" y="3003480"/>
            <a:ext cx="7246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FBBF24"/>
                </a:solidFill>
                <a:effectLst/>
                <a:uFillTx/>
                <a:latin typeface="Outfit-Thin_"/>
                <a:ea typeface="Outfit-Thin_"/>
              </a:rPr>
              <a:t>I N   F L I G H T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4193280" y="2936880"/>
            <a:ext cx="11628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Joining Suspend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5353560" y="295200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5502240" y="2936880"/>
            <a:ext cx="10548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Adaptive Card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6534000" y="295200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6682680" y="2936880"/>
            <a:ext cx="19429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callback to specialist agents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3257280" y="3400200"/>
            <a:ext cx="781560" cy="248040"/>
          </a:xfrm>
          <a:custGeom>
            <a:avLst/>
            <a:gdLst/>
            <a:ahLst/>
            <a:rect l="0" t="0" r="r" b="b"/>
            <a:pathLst>
              <a:path w="2171" h="689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2039" y="0"/>
                </a:lnTo>
                <a:cubicBezTo>
                  <a:pt x="2075" y="0"/>
                  <a:pt x="2106" y="13"/>
                  <a:pt x="2132" y="39"/>
                </a:cubicBezTo>
                <a:cubicBezTo>
                  <a:pt x="2158" y="65"/>
                  <a:pt x="2171" y="96"/>
                  <a:pt x="2171" y="132"/>
                </a:cubicBezTo>
                <a:lnTo>
                  <a:pt x="2171" y="557"/>
                </a:lnTo>
                <a:cubicBezTo>
                  <a:pt x="2171" y="593"/>
                  <a:pt x="2158" y="624"/>
                  <a:pt x="2132" y="650"/>
                </a:cubicBezTo>
                <a:cubicBezTo>
                  <a:pt x="2106" y="676"/>
                  <a:pt x="2075" y="689"/>
                  <a:pt x="2039" y="689"/>
                </a:cubicBezTo>
                <a:lnTo>
                  <a:pt x="133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3257280" y="3400200"/>
            <a:ext cx="781560" cy="248040"/>
          </a:xfrm>
          <a:custGeom>
            <a:avLst/>
            <a:gdLst/>
            <a:ahLst/>
            <a:rect l="0" t="0" r="r" b="b"/>
            <a:pathLst>
              <a:path w="2171" h="689">
                <a:moveTo>
                  <a:pt x="0" y="557"/>
                </a:move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ubicBezTo>
                  <a:pt x="65" y="13"/>
                  <a:pt x="96" y="0"/>
                  <a:pt x="133" y="0"/>
                </a:cubicBezTo>
                <a:lnTo>
                  <a:pt x="2039" y="0"/>
                </a:lnTo>
                <a:cubicBezTo>
                  <a:pt x="2075" y="0"/>
                  <a:pt x="2106" y="13"/>
                  <a:pt x="2132" y="39"/>
                </a:cubicBezTo>
                <a:cubicBezTo>
                  <a:pt x="2158" y="65"/>
                  <a:pt x="2171" y="96"/>
                  <a:pt x="2171" y="132"/>
                </a:cubicBezTo>
                <a:lnTo>
                  <a:pt x="2171" y="557"/>
                </a:lnTo>
                <a:cubicBezTo>
                  <a:pt x="2171" y="593"/>
                  <a:pt x="2158" y="624"/>
                  <a:pt x="2132" y="650"/>
                </a:cubicBezTo>
                <a:cubicBezTo>
                  <a:pt x="2106" y="676"/>
                  <a:pt x="2075" y="689"/>
                  <a:pt x="2039" y="689"/>
                </a:cubicBezTo>
                <a:lnTo>
                  <a:pt x="133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moveTo>
                  <a:pt x="27" y="132"/>
                </a:moveTo>
                <a:lnTo>
                  <a:pt x="27" y="557"/>
                </a:lnTo>
                <a:cubicBezTo>
                  <a:pt x="27" y="571"/>
                  <a:pt x="29" y="584"/>
                  <a:pt x="35" y="597"/>
                </a:cubicBezTo>
                <a:cubicBezTo>
                  <a:pt x="40" y="610"/>
                  <a:pt x="48" y="622"/>
                  <a:pt x="58" y="632"/>
                </a:cubicBezTo>
                <a:cubicBezTo>
                  <a:pt x="68" y="642"/>
                  <a:pt x="79" y="649"/>
                  <a:pt x="92" y="655"/>
                </a:cubicBezTo>
                <a:cubicBezTo>
                  <a:pt x="105" y="660"/>
                  <a:pt x="119" y="663"/>
                  <a:pt x="133" y="663"/>
                </a:cubicBezTo>
                <a:lnTo>
                  <a:pt x="2039" y="663"/>
                </a:lnTo>
                <a:cubicBezTo>
                  <a:pt x="2053" y="663"/>
                  <a:pt x="2066" y="660"/>
                  <a:pt x="2079" y="655"/>
                </a:cubicBezTo>
                <a:cubicBezTo>
                  <a:pt x="2092" y="649"/>
                  <a:pt x="2103" y="642"/>
                  <a:pt x="2113" y="632"/>
                </a:cubicBezTo>
                <a:cubicBezTo>
                  <a:pt x="2123" y="622"/>
                  <a:pt x="2131" y="610"/>
                  <a:pt x="2136" y="597"/>
                </a:cubicBezTo>
                <a:cubicBezTo>
                  <a:pt x="2142" y="584"/>
                  <a:pt x="2144" y="571"/>
                  <a:pt x="2144" y="557"/>
                </a:cubicBezTo>
                <a:lnTo>
                  <a:pt x="2144" y="132"/>
                </a:lnTo>
                <a:cubicBezTo>
                  <a:pt x="2144" y="118"/>
                  <a:pt x="2142" y="105"/>
                  <a:pt x="2136" y="92"/>
                </a:cubicBezTo>
                <a:cubicBezTo>
                  <a:pt x="2131" y="79"/>
                  <a:pt x="2123" y="68"/>
                  <a:pt x="2113" y="58"/>
                </a:cubicBezTo>
                <a:cubicBezTo>
                  <a:pt x="2103" y="48"/>
                  <a:pt x="2092" y="40"/>
                  <a:pt x="2079" y="35"/>
                </a:cubicBezTo>
                <a:cubicBezTo>
                  <a:pt x="2066" y="29"/>
                  <a:pt x="2053" y="27"/>
                  <a:pt x="2039" y="27"/>
                </a:cubicBezTo>
                <a:lnTo>
                  <a:pt x="133" y="27"/>
                </a:lnTo>
                <a:cubicBezTo>
                  <a:pt x="119" y="27"/>
                  <a:pt x="105" y="29"/>
                  <a:pt x="92" y="35"/>
                </a:cubicBezTo>
                <a:cubicBezTo>
                  <a:pt x="79" y="40"/>
                  <a:pt x="68" y="48"/>
                  <a:pt x="58" y="58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8"/>
                  <a:pt x="27" y="132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685800" y="3394080"/>
            <a:ext cx="2133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Round-robin GitLab assignment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3380040" y="3460680"/>
            <a:ext cx="6764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D ES I G N E D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4193280" y="3394080"/>
            <a:ext cx="35020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Needs dedicated GitLab project + roster ConfigMap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3257280" y="3857400"/>
            <a:ext cx="781560" cy="238680"/>
          </a:xfrm>
          <a:custGeom>
            <a:avLst/>
            <a:gdLst/>
            <a:ahLst/>
            <a:rect l="0" t="0" r="r" b="b"/>
            <a:pathLst>
              <a:path w="2171" h="663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2039" y="0"/>
                </a:lnTo>
                <a:cubicBezTo>
                  <a:pt x="2075" y="0"/>
                  <a:pt x="2106" y="13"/>
                  <a:pt x="2132" y="39"/>
                </a:cubicBezTo>
                <a:cubicBezTo>
                  <a:pt x="2158" y="65"/>
                  <a:pt x="2171" y="96"/>
                  <a:pt x="2171" y="132"/>
                </a:cubicBezTo>
                <a:lnTo>
                  <a:pt x="2171" y="530"/>
                </a:lnTo>
                <a:cubicBezTo>
                  <a:pt x="2171" y="567"/>
                  <a:pt x="2158" y="598"/>
                  <a:pt x="2132" y="624"/>
                </a:cubicBezTo>
                <a:cubicBezTo>
                  <a:pt x="2106" y="650"/>
                  <a:pt x="2075" y="663"/>
                  <a:pt x="2039" y="663"/>
                </a:cubicBezTo>
                <a:lnTo>
                  <a:pt x="133" y="663"/>
                </a:lnTo>
                <a:cubicBezTo>
                  <a:pt x="96" y="663"/>
                  <a:pt x="65" y="650"/>
                  <a:pt x="39" y="624"/>
                </a:cubicBezTo>
                <a:cubicBezTo>
                  <a:pt x="13" y="598"/>
                  <a:pt x="0" y="567"/>
                  <a:pt x="0" y="530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3257280" y="3857400"/>
            <a:ext cx="781560" cy="238680"/>
          </a:xfrm>
          <a:custGeom>
            <a:avLst/>
            <a:gdLst/>
            <a:ahLst/>
            <a:rect l="0" t="0" r="r" b="b"/>
            <a:pathLst>
              <a:path w="2171" h="663">
                <a:moveTo>
                  <a:pt x="0" y="530"/>
                </a:move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ubicBezTo>
                  <a:pt x="65" y="13"/>
                  <a:pt x="96" y="0"/>
                  <a:pt x="133" y="0"/>
                </a:cubicBezTo>
                <a:lnTo>
                  <a:pt x="2039" y="0"/>
                </a:lnTo>
                <a:cubicBezTo>
                  <a:pt x="2075" y="0"/>
                  <a:pt x="2106" y="13"/>
                  <a:pt x="2132" y="39"/>
                </a:cubicBezTo>
                <a:cubicBezTo>
                  <a:pt x="2158" y="65"/>
                  <a:pt x="2171" y="96"/>
                  <a:pt x="2171" y="132"/>
                </a:cubicBezTo>
                <a:lnTo>
                  <a:pt x="2171" y="530"/>
                </a:lnTo>
                <a:cubicBezTo>
                  <a:pt x="2171" y="567"/>
                  <a:pt x="2158" y="598"/>
                  <a:pt x="2132" y="624"/>
                </a:cubicBezTo>
                <a:cubicBezTo>
                  <a:pt x="2106" y="650"/>
                  <a:pt x="2075" y="663"/>
                  <a:pt x="2039" y="663"/>
                </a:cubicBezTo>
                <a:lnTo>
                  <a:pt x="133" y="663"/>
                </a:lnTo>
                <a:cubicBezTo>
                  <a:pt x="96" y="663"/>
                  <a:pt x="65" y="650"/>
                  <a:pt x="39" y="624"/>
                </a:cubicBezTo>
                <a:cubicBezTo>
                  <a:pt x="13" y="598"/>
                  <a:pt x="0" y="567"/>
                  <a:pt x="0" y="530"/>
                </a:cubicBezTo>
                <a:moveTo>
                  <a:pt x="27" y="132"/>
                </a:moveTo>
                <a:lnTo>
                  <a:pt x="27" y="530"/>
                </a:lnTo>
                <a:cubicBezTo>
                  <a:pt x="27" y="544"/>
                  <a:pt x="29" y="558"/>
                  <a:pt x="35" y="571"/>
                </a:cubicBezTo>
                <a:cubicBezTo>
                  <a:pt x="40" y="584"/>
                  <a:pt x="48" y="595"/>
                  <a:pt x="58" y="605"/>
                </a:cubicBezTo>
                <a:cubicBezTo>
                  <a:pt x="68" y="615"/>
                  <a:pt x="79" y="623"/>
                  <a:pt x="92" y="628"/>
                </a:cubicBezTo>
                <a:cubicBezTo>
                  <a:pt x="105" y="633"/>
                  <a:pt x="119" y="636"/>
                  <a:pt x="133" y="636"/>
                </a:cubicBezTo>
                <a:lnTo>
                  <a:pt x="2039" y="636"/>
                </a:lnTo>
                <a:cubicBezTo>
                  <a:pt x="2053" y="636"/>
                  <a:pt x="2066" y="633"/>
                  <a:pt x="2079" y="628"/>
                </a:cubicBezTo>
                <a:cubicBezTo>
                  <a:pt x="2092" y="623"/>
                  <a:pt x="2103" y="615"/>
                  <a:pt x="2113" y="605"/>
                </a:cubicBezTo>
                <a:cubicBezTo>
                  <a:pt x="2123" y="595"/>
                  <a:pt x="2131" y="584"/>
                  <a:pt x="2136" y="571"/>
                </a:cubicBezTo>
                <a:cubicBezTo>
                  <a:pt x="2142" y="558"/>
                  <a:pt x="2144" y="544"/>
                  <a:pt x="2144" y="530"/>
                </a:cubicBezTo>
                <a:lnTo>
                  <a:pt x="2144" y="132"/>
                </a:lnTo>
                <a:cubicBezTo>
                  <a:pt x="2144" y="118"/>
                  <a:pt x="2142" y="105"/>
                  <a:pt x="2136" y="92"/>
                </a:cubicBezTo>
                <a:cubicBezTo>
                  <a:pt x="2131" y="79"/>
                  <a:pt x="2123" y="68"/>
                  <a:pt x="2113" y="58"/>
                </a:cubicBezTo>
                <a:cubicBezTo>
                  <a:pt x="2103" y="48"/>
                  <a:pt x="2092" y="40"/>
                  <a:pt x="2079" y="35"/>
                </a:cubicBezTo>
                <a:cubicBezTo>
                  <a:pt x="2066" y="29"/>
                  <a:pt x="2053" y="27"/>
                  <a:pt x="2039" y="27"/>
                </a:cubicBezTo>
                <a:lnTo>
                  <a:pt x="133" y="27"/>
                </a:lnTo>
                <a:cubicBezTo>
                  <a:pt x="119" y="27"/>
                  <a:pt x="105" y="29"/>
                  <a:pt x="92" y="35"/>
                </a:cubicBezTo>
                <a:cubicBezTo>
                  <a:pt x="79" y="40"/>
                  <a:pt x="68" y="48"/>
                  <a:pt x="58" y="58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8"/>
                  <a:pt x="27" y="132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85800" y="3851280"/>
            <a:ext cx="18349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Managed LGTM integration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4190760" y="3857400"/>
            <a:ext cx="2124360" cy="209880"/>
          </a:xfrm>
          <a:custGeom>
            <a:avLst/>
            <a:gdLst/>
            <a:ahLst/>
            <a:rect l="0" t="0" r="r" b="b"/>
            <a:pathLst>
              <a:path w="5901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796" y="0"/>
                </a:lnTo>
                <a:cubicBezTo>
                  <a:pt x="5810" y="0"/>
                  <a:pt x="5823" y="3"/>
                  <a:pt x="5836" y="8"/>
                </a:cubicBezTo>
                <a:cubicBezTo>
                  <a:pt x="5849" y="14"/>
                  <a:pt x="5860" y="21"/>
                  <a:pt x="5870" y="31"/>
                </a:cubicBezTo>
                <a:cubicBezTo>
                  <a:pt x="5880" y="41"/>
                  <a:pt x="5888" y="53"/>
                  <a:pt x="5893" y="66"/>
                </a:cubicBezTo>
                <a:cubicBezTo>
                  <a:pt x="5899" y="79"/>
                  <a:pt x="5901" y="93"/>
                  <a:pt x="5901" y="107"/>
                </a:cubicBezTo>
                <a:lnTo>
                  <a:pt x="5901" y="477"/>
                </a:lnTo>
                <a:cubicBezTo>
                  <a:pt x="5901" y="491"/>
                  <a:pt x="5899" y="505"/>
                  <a:pt x="5893" y="518"/>
                </a:cubicBezTo>
                <a:cubicBezTo>
                  <a:pt x="5888" y="531"/>
                  <a:pt x="5880" y="542"/>
                  <a:pt x="5870" y="552"/>
                </a:cubicBezTo>
                <a:cubicBezTo>
                  <a:pt x="5860" y="562"/>
                  <a:pt x="5849" y="570"/>
                  <a:pt x="5836" y="575"/>
                </a:cubicBezTo>
                <a:cubicBezTo>
                  <a:pt x="5823" y="581"/>
                  <a:pt x="5810" y="583"/>
                  <a:pt x="5796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3380040" y="3917880"/>
            <a:ext cx="6764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D ES I G N E D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4269600" y="3888720"/>
            <a:ext cx="19735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managed-lgtm-integration/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6312600" y="3851280"/>
            <a:ext cx="20091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pending platform-team Q&amp;A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3257280" y="4305240"/>
            <a:ext cx="648000" cy="248040"/>
          </a:xfrm>
          <a:custGeom>
            <a:avLst/>
            <a:gdLst/>
            <a:ahLst/>
            <a:rect l="0" t="0" r="r" b="b"/>
            <a:pathLst>
              <a:path w="1800" h="689">
                <a:moveTo>
                  <a:pt x="39" y="38"/>
                </a:moveTo>
                <a:cubicBezTo>
                  <a:pt x="65" y="13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3"/>
                  <a:pt x="1762" y="38"/>
                </a:cubicBezTo>
                <a:cubicBezTo>
                  <a:pt x="1787" y="65"/>
                  <a:pt x="1800" y="96"/>
                  <a:pt x="1800" y="133"/>
                </a:cubicBezTo>
                <a:lnTo>
                  <a:pt x="1800" y="556"/>
                </a:lnTo>
                <a:cubicBezTo>
                  <a:pt x="1800" y="593"/>
                  <a:pt x="1787" y="624"/>
                  <a:pt x="1762" y="650"/>
                </a:cubicBezTo>
                <a:cubicBezTo>
                  <a:pt x="1736" y="676"/>
                  <a:pt x="1705" y="689"/>
                  <a:pt x="1668" y="689"/>
                </a:cubicBezTo>
                <a:lnTo>
                  <a:pt x="133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4"/>
                  <a:pt x="0" y="593"/>
                  <a:pt x="0" y="556"/>
                </a:cubicBezTo>
                <a:lnTo>
                  <a:pt x="0" y="133"/>
                </a:lnTo>
                <a:cubicBezTo>
                  <a:pt x="0" y="96"/>
                  <a:pt x="13" y="65"/>
                  <a:pt x="39" y="38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3257280" y="4305240"/>
            <a:ext cx="648000" cy="248040"/>
          </a:xfrm>
          <a:custGeom>
            <a:avLst/>
            <a:gdLst/>
            <a:ahLst/>
            <a:rect l="0" t="0" r="r" b="b"/>
            <a:pathLst>
              <a:path w="1800" h="689">
                <a:moveTo>
                  <a:pt x="0" y="556"/>
                </a:moveTo>
                <a:lnTo>
                  <a:pt x="0" y="133"/>
                </a:lnTo>
                <a:cubicBezTo>
                  <a:pt x="0" y="96"/>
                  <a:pt x="13" y="65"/>
                  <a:pt x="39" y="38"/>
                </a:cubicBezTo>
                <a:cubicBezTo>
                  <a:pt x="65" y="13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3"/>
                  <a:pt x="1762" y="38"/>
                </a:cubicBezTo>
                <a:cubicBezTo>
                  <a:pt x="1787" y="65"/>
                  <a:pt x="1800" y="96"/>
                  <a:pt x="1800" y="133"/>
                </a:cubicBezTo>
                <a:lnTo>
                  <a:pt x="1800" y="556"/>
                </a:lnTo>
                <a:cubicBezTo>
                  <a:pt x="1800" y="593"/>
                  <a:pt x="1787" y="624"/>
                  <a:pt x="1762" y="650"/>
                </a:cubicBezTo>
                <a:cubicBezTo>
                  <a:pt x="1736" y="676"/>
                  <a:pt x="1705" y="689"/>
                  <a:pt x="1668" y="689"/>
                </a:cubicBezTo>
                <a:lnTo>
                  <a:pt x="133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4"/>
                  <a:pt x="0" y="593"/>
                  <a:pt x="0" y="556"/>
                </a:cubicBezTo>
                <a:moveTo>
                  <a:pt x="27" y="133"/>
                </a:moveTo>
                <a:lnTo>
                  <a:pt x="27" y="556"/>
                </a:lnTo>
                <a:cubicBezTo>
                  <a:pt x="27" y="570"/>
                  <a:pt x="29" y="584"/>
                  <a:pt x="35" y="597"/>
                </a:cubicBezTo>
                <a:cubicBezTo>
                  <a:pt x="40" y="610"/>
                  <a:pt x="48" y="621"/>
                  <a:pt x="58" y="631"/>
                </a:cubicBezTo>
                <a:cubicBezTo>
                  <a:pt x="68" y="641"/>
                  <a:pt x="79" y="649"/>
                  <a:pt x="92" y="654"/>
                </a:cubicBezTo>
                <a:cubicBezTo>
                  <a:pt x="105" y="659"/>
                  <a:pt x="119" y="662"/>
                  <a:pt x="133" y="662"/>
                </a:cubicBezTo>
                <a:lnTo>
                  <a:pt x="1668" y="662"/>
                </a:lnTo>
                <a:cubicBezTo>
                  <a:pt x="1682" y="662"/>
                  <a:pt x="1696" y="659"/>
                  <a:pt x="1709" y="654"/>
                </a:cubicBezTo>
                <a:cubicBezTo>
                  <a:pt x="1722" y="649"/>
                  <a:pt x="1733" y="641"/>
                  <a:pt x="1743" y="631"/>
                </a:cubicBezTo>
                <a:cubicBezTo>
                  <a:pt x="1753" y="621"/>
                  <a:pt x="1761" y="610"/>
                  <a:pt x="1766" y="597"/>
                </a:cubicBezTo>
                <a:cubicBezTo>
                  <a:pt x="1771" y="584"/>
                  <a:pt x="1774" y="570"/>
                  <a:pt x="1774" y="556"/>
                </a:cubicBezTo>
                <a:lnTo>
                  <a:pt x="1774" y="133"/>
                </a:lnTo>
                <a:cubicBezTo>
                  <a:pt x="1774" y="119"/>
                  <a:pt x="1771" y="105"/>
                  <a:pt x="1766" y="92"/>
                </a:cubicBezTo>
                <a:cubicBezTo>
                  <a:pt x="1761" y="79"/>
                  <a:pt x="1753" y="68"/>
                  <a:pt x="1743" y="57"/>
                </a:cubicBezTo>
                <a:cubicBezTo>
                  <a:pt x="1733" y="47"/>
                  <a:pt x="1722" y="40"/>
                  <a:pt x="1709" y="34"/>
                </a:cubicBezTo>
                <a:cubicBezTo>
                  <a:pt x="1696" y="29"/>
                  <a:pt x="1682" y="26"/>
                  <a:pt x="1668" y="26"/>
                </a:cubicBezTo>
                <a:lnTo>
                  <a:pt x="133" y="26"/>
                </a:lnTo>
                <a:cubicBezTo>
                  <a:pt x="119" y="26"/>
                  <a:pt x="105" y="29"/>
                  <a:pt x="92" y="34"/>
                </a:cubicBezTo>
                <a:cubicBezTo>
                  <a:pt x="79" y="40"/>
                  <a:pt x="68" y="47"/>
                  <a:pt x="58" y="57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9"/>
                  <a:pt x="27" y="133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685800" y="4298760"/>
            <a:ext cx="1560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GitLab MCP integration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3380040" y="4365720"/>
            <a:ext cx="512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F U T U RE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4193280" y="4298760"/>
            <a:ext cx="1893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Sequenced after HITL demo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3257280" y="4762440"/>
            <a:ext cx="648000" cy="238320"/>
          </a:xfrm>
          <a:custGeom>
            <a:avLst/>
            <a:gdLst/>
            <a:ahLst/>
            <a:rect l="0" t="0" r="r" b="b"/>
            <a:pathLst>
              <a:path w="1800" h="662">
                <a:moveTo>
                  <a:pt x="39" y="38"/>
                </a:moveTo>
                <a:cubicBezTo>
                  <a:pt x="65" y="13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3"/>
                  <a:pt x="1762" y="38"/>
                </a:cubicBezTo>
                <a:cubicBezTo>
                  <a:pt x="1787" y="64"/>
                  <a:pt x="1800" y="95"/>
                  <a:pt x="1800" y="132"/>
                </a:cubicBezTo>
                <a:lnTo>
                  <a:pt x="1800" y="530"/>
                </a:lnTo>
                <a:cubicBezTo>
                  <a:pt x="1800" y="566"/>
                  <a:pt x="1787" y="598"/>
                  <a:pt x="1762" y="623"/>
                </a:cubicBezTo>
                <a:cubicBezTo>
                  <a:pt x="1736" y="649"/>
                  <a:pt x="1705" y="662"/>
                  <a:pt x="1668" y="662"/>
                </a:cubicBezTo>
                <a:lnTo>
                  <a:pt x="133" y="662"/>
                </a:lnTo>
                <a:cubicBezTo>
                  <a:pt x="96" y="662"/>
                  <a:pt x="65" y="649"/>
                  <a:pt x="39" y="623"/>
                </a:cubicBezTo>
                <a:cubicBezTo>
                  <a:pt x="13" y="598"/>
                  <a:pt x="0" y="566"/>
                  <a:pt x="0" y="530"/>
                </a:cubicBezTo>
                <a:lnTo>
                  <a:pt x="0" y="132"/>
                </a:lnTo>
                <a:cubicBezTo>
                  <a:pt x="0" y="95"/>
                  <a:pt x="13" y="64"/>
                  <a:pt x="39" y="38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3257280" y="4762440"/>
            <a:ext cx="648000" cy="238320"/>
          </a:xfrm>
          <a:custGeom>
            <a:avLst/>
            <a:gdLst/>
            <a:ahLst/>
            <a:rect l="0" t="0" r="r" b="b"/>
            <a:pathLst>
              <a:path w="1800" h="662">
                <a:moveTo>
                  <a:pt x="0" y="530"/>
                </a:moveTo>
                <a:lnTo>
                  <a:pt x="0" y="132"/>
                </a:lnTo>
                <a:cubicBezTo>
                  <a:pt x="0" y="95"/>
                  <a:pt x="13" y="64"/>
                  <a:pt x="39" y="38"/>
                </a:cubicBezTo>
                <a:cubicBezTo>
                  <a:pt x="65" y="13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3"/>
                  <a:pt x="1762" y="38"/>
                </a:cubicBezTo>
                <a:cubicBezTo>
                  <a:pt x="1787" y="64"/>
                  <a:pt x="1800" y="95"/>
                  <a:pt x="1800" y="132"/>
                </a:cubicBezTo>
                <a:lnTo>
                  <a:pt x="1800" y="530"/>
                </a:lnTo>
                <a:cubicBezTo>
                  <a:pt x="1800" y="566"/>
                  <a:pt x="1787" y="598"/>
                  <a:pt x="1762" y="623"/>
                </a:cubicBezTo>
                <a:cubicBezTo>
                  <a:pt x="1736" y="649"/>
                  <a:pt x="1705" y="662"/>
                  <a:pt x="1668" y="662"/>
                </a:cubicBezTo>
                <a:lnTo>
                  <a:pt x="133" y="662"/>
                </a:lnTo>
                <a:cubicBezTo>
                  <a:pt x="96" y="662"/>
                  <a:pt x="65" y="649"/>
                  <a:pt x="39" y="623"/>
                </a:cubicBezTo>
                <a:cubicBezTo>
                  <a:pt x="13" y="598"/>
                  <a:pt x="0" y="566"/>
                  <a:pt x="0" y="530"/>
                </a:cubicBezTo>
                <a:moveTo>
                  <a:pt x="27" y="132"/>
                </a:moveTo>
                <a:lnTo>
                  <a:pt x="27" y="530"/>
                </a:lnTo>
                <a:cubicBezTo>
                  <a:pt x="27" y="544"/>
                  <a:pt x="29" y="557"/>
                  <a:pt x="35" y="570"/>
                </a:cubicBezTo>
                <a:cubicBezTo>
                  <a:pt x="40" y="583"/>
                  <a:pt x="48" y="595"/>
                  <a:pt x="58" y="605"/>
                </a:cubicBezTo>
                <a:cubicBezTo>
                  <a:pt x="68" y="615"/>
                  <a:pt x="79" y="622"/>
                  <a:pt x="92" y="628"/>
                </a:cubicBezTo>
                <a:cubicBezTo>
                  <a:pt x="105" y="633"/>
                  <a:pt x="119" y="636"/>
                  <a:pt x="133" y="636"/>
                </a:cubicBezTo>
                <a:lnTo>
                  <a:pt x="1668" y="636"/>
                </a:lnTo>
                <a:cubicBezTo>
                  <a:pt x="1682" y="636"/>
                  <a:pt x="1696" y="633"/>
                  <a:pt x="1709" y="628"/>
                </a:cubicBezTo>
                <a:cubicBezTo>
                  <a:pt x="1722" y="622"/>
                  <a:pt x="1733" y="615"/>
                  <a:pt x="1743" y="605"/>
                </a:cubicBezTo>
                <a:cubicBezTo>
                  <a:pt x="1753" y="595"/>
                  <a:pt x="1761" y="583"/>
                  <a:pt x="1766" y="570"/>
                </a:cubicBezTo>
                <a:cubicBezTo>
                  <a:pt x="1771" y="557"/>
                  <a:pt x="1774" y="544"/>
                  <a:pt x="1774" y="530"/>
                </a:cubicBezTo>
                <a:lnTo>
                  <a:pt x="1774" y="132"/>
                </a:lnTo>
                <a:cubicBezTo>
                  <a:pt x="1774" y="118"/>
                  <a:pt x="1771" y="104"/>
                  <a:pt x="1766" y="91"/>
                </a:cubicBezTo>
                <a:cubicBezTo>
                  <a:pt x="1761" y="78"/>
                  <a:pt x="1753" y="67"/>
                  <a:pt x="1743" y="57"/>
                </a:cubicBezTo>
                <a:cubicBezTo>
                  <a:pt x="1733" y="47"/>
                  <a:pt x="1722" y="40"/>
                  <a:pt x="1709" y="34"/>
                </a:cubicBezTo>
                <a:cubicBezTo>
                  <a:pt x="1696" y="29"/>
                  <a:pt x="1682" y="26"/>
                  <a:pt x="1668" y="26"/>
                </a:cubicBezTo>
                <a:lnTo>
                  <a:pt x="133" y="26"/>
                </a:lnTo>
                <a:cubicBezTo>
                  <a:pt x="119" y="26"/>
                  <a:pt x="105" y="29"/>
                  <a:pt x="92" y="34"/>
                </a:cubicBezTo>
                <a:cubicBezTo>
                  <a:pt x="79" y="40"/>
                  <a:pt x="68" y="47"/>
                  <a:pt x="58" y="57"/>
                </a:cubicBezTo>
                <a:cubicBezTo>
                  <a:pt x="48" y="67"/>
                  <a:pt x="40" y="78"/>
                  <a:pt x="35" y="91"/>
                </a:cubicBezTo>
                <a:cubicBezTo>
                  <a:pt x="29" y="104"/>
                  <a:pt x="27" y="118"/>
                  <a:pt x="27" y="132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685800" y="4755960"/>
            <a:ext cx="22662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ServiceNow / Azure DevOps MCP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3380040" y="4822920"/>
            <a:ext cx="512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F U T U RE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685440" y="5209920"/>
            <a:ext cx="2039040" cy="209880"/>
          </a:xfrm>
          <a:custGeom>
            <a:avLst/>
            <a:gdLst/>
            <a:ahLst/>
            <a:rect l="0" t="0" r="r" b="b"/>
            <a:pathLst>
              <a:path w="5664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558" y="0"/>
                </a:lnTo>
                <a:cubicBezTo>
                  <a:pt x="5572" y="0"/>
                  <a:pt x="5585" y="3"/>
                  <a:pt x="5598" y="8"/>
                </a:cubicBezTo>
                <a:cubicBezTo>
                  <a:pt x="5611" y="14"/>
                  <a:pt x="5623" y="21"/>
                  <a:pt x="5633" y="31"/>
                </a:cubicBezTo>
                <a:cubicBezTo>
                  <a:pt x="5643" y="41"/>
                  <a:pt x="5650" y="53"/>
                  <a:pt x="5656" y="66"/>
                </a:cubicBezTo>
                <a:cubicBezTo>
                  <a:pt x="5661" y="79"/>
                  <a:pt x="5664" y="92"/>
                  <a:pt x="5664" y="106"/>
                </a:cubicBezTo>
                <a:lnTo>
                  <a:pt x="5664" y="477"/>
                </a:lnTo>
                <a:cubicBezTo>
                  <a:pt x="5664" y="491"/>
                  <a:pt x="5661" y="505"/>
                  <a:pt x="5656" y="518"/>
                </a:cubicBezTo>
                <a:cubicBezTo>
                  <a:pt x="5650" y="531"/>
                  <a:pt x="5643" y="542"/>
                  <a:pt x="5633" y="552"/>
                </a:cubicBezTo>
                <a:cubicBezTo>
                  <a:pt x="5623" y="562"/>
                  <a:pt x="5611" y="570"/>
                  <a:pt x="5598" y="575"/>
                </a:cubicBezTo>
                <a:cubicBezTo>
                  <a:pt x="5585" y="581"/>
                  <a:pt x="5572" y="583"/>
                  <a:pt x="5558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2" y="542"/>
                  <a:pt x="14" y="531"/>
                  <a:pt x="9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4193280" y="4755960"/>
            <a:ext cx="1170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After GitLab MCP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762120" y="5241240"/>
            <a:ext cx="18943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gitops-remediation-agent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3257280" y="5209920"/>
            <a:ext cx="648000" cy="248040"/>
          </a:xfrm>
          <a:custGeom>
            <a:avLst/>
            <a:gdLst/>
            <a:ahLst/>
            <a:rect l="0" t="0" r="r" b="b"/>
            <a:pathLst>
              <a:path w="1800" h="689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3"/>
                  <a:pt x="1762" y="39"/>
                </a:cubicBezTo>
                <a:cubicBezTo>
                  <a:pt x="1787" y="65"/>
                  <a:pt x="1800" y="96"/>
                  <a:pt x="1800" y="132"/>
                </a:cubicBezTo>
                <a:lnTo>
                  <a:pt x="1800" y="557"/>
                </a:lnTo>
                <a:cubicBezTo>
                  <a:pt x="1800" y="593"/>
                  <a:pt x="1787" y="625"/>
                  <a:pt x="1762" y="650"/>
                </a:cubicBezTo>
                <a:cubicBezTo>
                  <a:pt x="1736" y="676"/>
                  <a:pt x="1705" y="689"/>
                  <a:pt x="1668" y="689"/>
                </a:cubicBezTo>
                <a:lnTo>
                  <a:pt x="133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5"/>
                  <a:pt x="0" y="593"/>
                  <a:pt x="0" y="557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3257280" y="5209920"/>
            <a:ext cx="648000" cy="248040"/>
          </a:xfrm>
          <a:custGeom>
            <a:avLst/>
            <a:gdLst/>
            <a:ahLst/>
            <a:rect l="0" t="0" r="r" b="b"/>
            <a:pathLst>
              <a:path w="1800" h="689">
                <a:moveTo>
                  <a:pt x="0" y="557"/>
                </a:move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ubicBezTo>
                  <a:pt x="65" y="13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3"/>
                  <a:pt x="1762" y="39"/>
                </a:cubicBezTo>
                <a:cubicBezTo>
                  <a:pt x="1787" y="65"/>
                  <a:pt x="1800" y="96"/>
                  <a:pt x="1800" y="132"/>
                </a:cubicBezTo>
                <a:lnTo>
                  <a:pt x="1800" y="557"/>
                </a:lnTo>
                <a:cubicBezTo>
                  <a:pt x="1800" y="593"/>
                  <a:pt x="1787" y="625"/>
                  <a:pt x="1762" y="650"/>
                </a:cubicBezTo>
                <a:cubicBezTo>
                  <a:pt x="1736" y="676"/>
                  <a:pt x="1705" y="689"/>
                  <a:pt x="1668" y="689"/>
                </a:cubicBezTo>
                <a:lnTo>
                  <a:pt x="133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5"/>
                  <a:pt x="0" y="593"/>
                  <a:pt x="0" y="557"/>
                </a:cubicBezTo>
                <a:moveTo>
                  <a:pt x="27" y="132"/>
                </a:moveTo>
                <a:lnTo>
                  <a:pt x="27" y="557"/>
                </a:lnTo>
                <a:cubicBezTo>
                  <a:pt x="27" y="571"/>
                  <a:pt x="29" y="584"/>
                  <a:pt x="35" y="597"/>
                </a:cubicBezTo>
                <a:cubicBezTo>
                  <a:pt x="40" y="610"/>
                  <a:pt x="48" y="622"/>
                  <a:pt x="58" y="632"/>
                </a:cubicBezTo>
                <a:cubicBezTo>
                  <a:pt x="68" y="642"/>
                  <a:pt x="79" y="649"/>
                  <a:pt x="92" y="655"/>
                </a:cubicBezTo>
                <a:cubicBezTo>
                  <a:pt x="105" y="660"/>
                  <a:pt x="119" y="663"/>
                  <a:pt x="133" y="663"/>
                </a:cubicBezTo>
                <a:lnTo>
                  <a:pt x="1668" y="663"/>
                </a:lnTo>
                <a:cubicBezTo>
                  <a:pt x="1682" y="663"/>
                  <a:pt x="1696" y="660"/>
                  <a:pt x="1709" y="655"/>
                </a:cubicBezTo>
                <a:cubicBezTo>
                  <a:pt x="1722" y="649"/>
                  <a:pt x="1733" y="642"/>
                  <a:pt x="1743" y="632"/>
                </a:cubicBezTo>
                <a:cubicBezTo>
                  <a:pt x="1753" y="622"/>
                  <a:pt x="1761" y="610"/>
                  <a:pt x="1766" y="597"/>
                </a:cubicBezTo>
                <a:cubicBezTo>
                  <a:pt x="1771" y="584"/>
                  <a:pt x="1774" y="571"/>
                  <a:pt x="1774" y="557"/>
                </a:cubicBezTo>
                <a:lnTo>
                  <a:pt x="1774" y="132"/>
                </a:lnTo>
                <a:cubicBezTo>
                  <a:pt x="1774" y="118"/>
                  <a:pt x="1771" y="105"/>
                  <a:pt x="1766" y="92"/>
                </a:cubicBezTo>
                <a:cubicBezTo>
                  <a:pt x="1761" y="79"/>
                  <a:pt x="1753" y="68"/>
                  <a:pt x="1743" y="58"/>
                </a:cubicBezTo>
                <a:cubicBezTo>
                  <a:pt x="1733" y="48"/>
                  <a:pt x="1722" y="40"/>
                  <a:pt x="1709" y="35"/>
                </a:cubicBezTo>
                <a:cubicBezTo>
                  <a:pt x="1696" y="29"/>
                  <a:pt x="1682" y="27"/>
                  <a:pt x="1668" y="27"/>
                </a:cubicBezTo>
                <a:lnTo>
                  <a:pt x="133" y="27"/>
                </a:lnTo>
                <a:cubicBezTo>
                  <a:pt x="119" y="27"/>
                  <a:pt x="105" y="29"/>
                  <a:pt x="92" y="35"/>
                </a:cubicBezTo>
                <a:cubicBezTo>
                  <a:pt x="79" y="40"/>
                  <a:pt x="68" y="48"/>
                  <a:pt x="58" y="58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8"/>
                  <a:pt x="27" y="132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2726640" y="5203800"/>
            <a:ext cx="3740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build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3380040" y="5270400"/>
            <a:ext cx="512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F U T U RE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4193280" y="5203800"/>
            <a:ext cx="1170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After GitLab MCP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3257280" y="5667120"/>
            <a:ext cx="648000" cy="238680"/>
          </a:xfrm>
          <a:custGeom>
            <a:avLst/>
            <a:gdLst/>
            <a:ahLst/>
            <a:rect l="0" t="0" r="r" b="b"/>
            <a:pathLst>
              <a:path w="1800" h="663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3"/>
                  <a:pt x="1762" y="39"/>
                </a:cubicBezTo>
                <a:cubicBezTo>
                  <a:pt x="1787" y="65"/>
                  <a:pt x="1800" y="96"/>
                  <a:pt x="1800" y="132"/>
                </a:cubicBezTo>
                <a:lnTo>
                  <a:pt x="1800" y="530"/>
                </a:lnTo>
                <a:cubicBezTo>
                  <a:pt x="1800" y="567"/>
                  <a:pt x="1787" y="598"/>
                  <a:pt x="1762" y="624"/>
                </a:cubicBezTo>
                <a:cubicBezTo>
                  <a:pt x="1736" y="650"/>
                  <a:pt x="1705" y="663"/>
                  <a:pt x="1668" y="663"/>
                </a:cubicBezTo>
                <a:lnTo>
                  <a:pt x="133" y="663"/>
                </a:lnTo>
                <a:cubicBezTo>
                  <a:pt x="96" y="663"/>
                  <a:pt x="65" y="650"/>
                  <a:pt x="39" y="624"/>
                </a:cubicBezTo>
                <a:cubicBezTo>
                  <a:pt x="13" y="598"/>
                  <a:pt x="0" y="567"/>
                  <a:pt x="0" y="530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3257280" y="5667120"/>
            <a:ext cx="648000" cy="238680"/>
          </a:xfrm>
          <a:custGeom>
            <a:avLst/>
            <a:gdLst/>
            <a:ahLst/>
            <a:rect l="0" t="0" r="r" b="b"/>
            <a:pathLst>
              <a:path w="1800" h="663">
                <a:moveTo>
                  <a:pt x="0" y="530"/>
                </a:move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ubicBezTo>
                  <a:pt x="65" y="13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3"/>
                  <a:pt x="1762" y="39"/>
                </a:cubicBezTo>
                <a:cubicBezTo>
                  <a:pt x="1787" y="65"/>
                  <a:pt x="1800" y="96"/>
                  <a:pt x="1800" y="132"/>
                </a:cubicBezTo>
                <a:lnTo>
                  <a:pt x="1800" y="530"/>
                </a:lnTo>
                <a:cubicBezTo>
                  <a:pt x="1800" y="567"/>
                  <a:pt x="1787" y="598"/>
                  <a:pt x="1762" y="624"/>
                </a:cubicBezTo>
                <a:cubicBezTo>
                  <a:pt x="1736" y="650"/>
                  <a:pt x="1705" y="663"/>
                  <a:pt x="1668" y="663"/>
                </a:cubicBezTo>
                <a:lnTo>
                  <a:pt x="133" y="663"/>
                </a:lnTo>
                <a:cubicBezTo>
                  <a:pt x="96" y="663"/>
                  <a:pt x="65" y="650"/>
                  <a:pt x="39" y="624"/>
                </a:cubicBezTo>
                <a:cubicBezTo>
                  <a:pt x="13" y="598"/>
                  <a:pt x="0" y="567"/>
                  <a:pt x="0" y="530"/>
                </a:cubicBezTo>
                <a:moveTo>
                  <a:pt x="27" y="132"/>
                </a:moveTo>
                <a:lnTo>
                  <a:pt x="27" y="530"/>
                </a:lnTo>
                <a:cubicBezTo>
                  <a:pt x="27" y="544"/>
                  <a:pt x="29" y="558"/>
                  <a:pt x="35" y="571"/>
                </a:cubicBezTo>
                <a:cubicBezTo>
                  <a:pt x="40" y="584"/>
                  <a:pt x="48" y="595"/>
                  <a:pt x="58" y="605"/>
                </a:cubicBezTo>
                <a:cubicBezTo>
                  <a:pt x="68" y="615"/>
                  <a:pt x="79" y="623"/>
                  <a:pt x="92" y="628"/>
                </a:cubicBezTo>
                <a:cubicBezTo>
                  <a:pt x="105" y="634"/>
                  <a:pt x="119" y="636"/>
                  <a:pt x="133" y="636"/>
                </a:cubicBezTo>
                <a:lnTo>
                  <a:pt x="1668" y="636"/>
                </a:lnTo>
                <a:cubicBezTo>
                  <a:pt x="1682" y="636"/>
                  <a:pt x="1696" y="634"/>
                  <a:pt x="1709" y="628"/>
                </a:cubicBezTo>
                <a:cubicBezTo>
                  <a:pt x="1722" y="623"/>
                  <a:pt x="1733" y="615"/>
                  <a:pt x="1743" y="605"/>
                </a:cubicBezTo>
                <a:cubicBezTo>
                  <a:pt x="1753" y="595"/>
                  <a:pt x="1761" y="584"/>
                  <a:pt x="1766" y="571"/>
                </a:cubicBezTo>
                <a:cubicBezTo>
                  <a:pt x="1771" y="558"/>
                  <a:pt x="1774" y="544"/>
                  <a:pt x="1774" y="530"/>
                </a:cubicBezTo>
                <a:lnTo>
                  <a:pt x="1774" y="132"/>
                </a:lnTo>
                <a:cubicBezTo>
                  <a:pt x="1774" y="118"/>
                  <a:pt x="1771" y="105"/>
                  <a:pt x="1766" y="92"/>
                </a:cubicBezTo>
                <a:cubicBezTo>
                  <a:pt x="1761" y="79"/>
                  <a:pt x="1753" y="68"/>
                  <a:pt x="1743" y="58"/>
                </a:cubicBezTo>
                <a:cubicBezTo>
                  <a:pt x="1733" y="48"/>
                  <a:pt x="1722" y="40"/>
                  <a:pt x="1709" y="35"/>
                </a:cubicBezTo>
                <a:cubicBezTo>
                  <a:pt x="1696" y="29"/>
                  <a:pt x="1682" y="27"/>
                  <a:pt x="1668" y="27"/>
                </a:cubicBezTo>
                <a:lnTo>
                  <a:pt x="133" y="27"/>
                </a:lnTo>
                <a:cubicBezTo>
                  <a:pt x="119" y="27"/>
                  <a:pt x="105" y="29"/>
                  <a:pt x="92" y="35"/>
                </a:cubicBezTo>
                <a:cubicBezTo>
                  <a:pt x="79" y="40"/>
                  <a:pt x="68" y="48"/>
                  <a:pt x="58" y="58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8"/>
                  <a:pt x="27" y="132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685800" y="5661000"/>
            <a:ext cx="24411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Real Teams Bot (replace Logic App)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3380040" y="5727600"/>
            <a:ext cx="512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F U T U RE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4193280" y="5661000"/>
            <a:ext cx="22572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App registration + Bot Framework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11838240" y="6466320"/>
            <a:ext cx="12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5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685440" y="2638080"/>
            <a:ext cx="1477080" cy="19440"/>
          </a:xfrm>
          <a:custGeom>
            <a:avLst/>
            <a:gdLst/>
            <a:ahLst/>
            <a:rect l="0" t="0" r="r" b="b"/>
            <a:pathLst>
              <a:path w="4103" h="54">
                <a:moveTo>
                  <a:pt x="0" y="0"/>
                </a:moveTo>
                <a:lnTo>
                  <a:pt x="4103" y="0"/>
                </a:lnTo>
                <a:lnTo>
                  <a:pt x="410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2162160" y="2638080"/>
            <a:ext cx="600120" cy="19440"/>
          </a:xfrm>
          <a:custGeom>
            <a:avLst/>
            <a:gdLst/>
            <a:ahLst/>
            <a:rect l="0" t="0" r="r" b="b"/>
            <a:pathLst>
              <a:path w="1667" h="54">
                <a:moveTo>
                  <a:pt x="0" y="0"/>
                </a:moveTo>
                <a:lnTo>
                  <a:pt x="1667" y="0"/>
                </a:lnTo>
                <a:lnTo>
                  <a:pt x="166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2761920" y="2638080"/>
            <a:ext cx="3191400" cy="19440"/>
          </a:xfrm>
          <a:custGeom>
            <a:avLst/>
            <a:gdLst/>
            <a:ahLst/>
            <a:rect l="0" t="0" r="r" b="b"/>
            <a:pathLst>
              <a:path w="8865" h="54">
                <a:moveTo>
                  <a:pt x="0" y="0"/>
                </a:moveTo>
                <a:lnTo>
                  <a:pt x="8865" y="0"/>
                </a:lnTo>
                <a:lnTo>
                  <a:pt x="886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685440" y="3066840"/>
            <a:ext cx="1477080" cy="10080"/>
          </a:xfrm>
          <a:custGeom>
            <a:avLst/>
            <a:gdLst/>
            <a:ahLst/>
            <a:rect l="0" t="0" r="r" b="b"/>
            <a:pathLst>
              <a:path w="4103" h="28">
                <a:moveTo>
                  <a:pt x="0" y="0"/>
                </a:moveTo>
                <a:lnTo>
                  <a:pt x="4103" y="0"/>
                </a:lnTo>
                <a:lnTo>
                  <a:pt x="41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2162160" y="3066840"/>
            <a:ext cx="600120" cy="10080"/>
          </a:xfrm>
          <a:custGeom>
            <a:avLst/>
            <a:gdLst/>
            <a:ahLst/>
            <a:rect l="0" t="0" r="r" b="b"/>
            <a:pathLst>
              <a:path w="1667" h="28">
                <a:moveTo>
                  <a:pt x="0" y="0"/>
                </a:moveTo>
                <a:lnTo>
                  <a:pt x="1667" y="0"/>
                </a:lnTo>
                <a:lnTo>
                  <a:pt x="16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2761920" y="3066840"/>
            <a:ext cx="3191400" cy="10080"/>
          </a:xfrm>
          <a:custGeom>
            <a:avLst/>
            <a:gdLst/>
            <a:ahLst/>
            <a:rect l="0" t="0" r="r" b="b"/>
            <a:pathLst>
              <a:path w="8865" h="28">
                <a:moveTo>
                  <a:pt x="0" y="0"/>
                </a:moveTo>
                <a:lnTo>
                  <a:pt x="8865" y="0"/>
                </a:lnTo>
                <a:lnTo>
                  <a:pt x="88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685440" y="3485880"/>
            <a:ext cx="1477080" cy="10080"/>
          </a:xfrm>
          <a:custGeom>
            <a:avLst/>
            <a:gdLst/>
            <a:ahLst/>
            <a:rect l="0" t="0" r="r" b="b"/>
            <a:pathLst>
              <a:path w="4103" h="28">
                <a:moveTo>
                  <a:pt x="0" y="0"/>
                </a:moveTo>
                <a:lnTo>
                  <a:pt x="4103" y="0"/>
                </a:lnTo>
                <a:lnTo>
                  <a:pt x="41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2162160" y="3485880"/>
            <a:ext cx="600120" cy="10080"/>
          </a:xfrm>
          <a:custGeom>
            <a:avLst/>
            <a:gdLst/>
            <a:ahLst/>
            <a:rect l="0" t="0" r="r" b="b"/>
            <a:pathLst>
              <a:path w="1667" h="28">
                <a:moveTo>
                  <a:pt x="0" y="0"/>
                </a:moveTo>
                <a:lnTo>
                  <a:pt x="1667" y="0"/>
                </a:lnTo>
                <a:lnTo>
                  <a:pt x="16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2761920" y="3485880"/>
            <a:ext cx="3191400" cy="10080"/>
          </a:xfrm>
          <a:custGeom>
            <a:avLst/>
            <a:gdLst/>
            <a:ahLst/>
            <a:rect l="0" t="0" r="r" b="b"/>
            <a:pathLst>
              <a:path w="8865" h="28">
                <a:moveTo>
                  <a:pt x="0" y="0"/>
                </a:moveTo>
                <a:lnTo>
                  <a:pt x="8865" y="0"/>
                </a:lnTo>
                <a:lnTo>
                  <a:pt x="88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685440" y="3914640"/>
            <a:ext cx="1477080" cy="9720"/>
          </a:xfrm>
          <a:custGeom>
            <a:avLst/>
            <a:gdLst/>
            <a:ahLst/>
            <a:rect l="0" t="0" r="r" b="b"/>
            <a:pathLst>
              <a:path w="4103" h="27">
                <a:moveTo>
                  <a:pt x="0" y="0"/>
                </a:moveTo>
                <a:lnTo>
                  <a:pt x="4103" y="0"/>
                </a:lnTo>
                <a:lnTo>
                  <a:pt x="41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2162160" y="3914640"/>
            <a:ext cx="600120" cy="9720"/>
          </a:xfrm>
          <a:custGeom>
            <a:avLst/>
            <a:gdLst/>
            <a:ahLst/>
            <a:rect l="0" t="0" r="r" b="b"/>
            <a:pathLst>
              <a:path w="1667" h="27">
                <a:moveTo>
                  <a:pt x="0" y="0"/>
                </a:moveTo>
                <a:lnTo>
                  <a:pt x="1667" y="0"/>
                </a:lnTo>
                <a:lnTo>
                  <a:pt x="16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2761920" y="3914640"/>
            <a:ext cx="3191400" cy="9720"/>
          </a:xfrm>
          <a:custGeom>
            <a:avLst/>
            <a:gdLst/>
            <a:ahLst/>
            <a:rect l="0" t="0" r="r" b="b"/>
            <a:pathLst>
              <a:path w="8865" h="27">
                <a:moveTo>
                  <a:pt x="0" y="0"/>
                </a:moveTo>
                <a:lnTo>
                  <a:pt x="8865" y="0"/>
                </a:lnTo>
                <a:lnTo>
                  <a:pt x="88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685440" y="4333680"/>
            <a:ext cx="1477080" cy="9720"/>
          </a:xfrm>
          <a:custGeom>
            <a:avLst/>
            <a:gdLst/>
            <a:ahLst/>
            <a:rect l="0" t="0" r="r" b="b"/>
            <a:pathLst>
              <a:path w="4103" h="27">
                <a:moveTo>
                  <a:pt x="0" y="0"/>
                </a:moveTo>
                <a:lnTo>
                  <a:pt x="4103" y="0"/>
                </a:lnTo>
                <a:lnTo>
                  <a:pt x="41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2162160" y="4333680"/>
            <a:ext cx="600120" cy="9720"/>
          </a:xfrm>
          <a:custGeom>
            <a:avLst/>
            <a:gdLst/>
            <a:ahLst/>
            <a:rect l="0" t="0" r="r" b="b"/>
            <a:pathLst>
              <a:path w="1667" h="27">
                <a:moveTo>
                  <a:pt x="0" y="0"/>
                </a:moveTo>
                <a:lnTo>
                  <a:pt x="1667" y="0"/>
                </a:lnTo>
                <a:lnTo>
                  <a:pt x="16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2761920" y="4333680"/>
            <a:ext cx="3191400" cy="9720"/>
          </a:xfrm>
          <a:custGeom>
            <a:avLst/>
            <a:gdLst/>
            <a:ahLst/>
            <a:rect l="0" t="0" r="r" b="b"/>
            <a:pathLst>
              <a:path w="8865" h="27">
                <a:moveTo>
                  <a:pt x="0" y="0"/>
                </a:moveTo>
                <a:lnTo>
                  <a:pt x="8865" y="0"/>
                </a:lnTo>
                <a:lnTo>
                  <a:pt x="88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685440" y="4762440"/>
            <a:ext cx="1477080" cy="9720"/>
          </a:xfrm>
          <a:custGeom>
            <a:avLst/>
            <a:gdLst/>
            <a:ahLst/>
            <a:rect l="0" t="0" r="r" b="b"/>
            <a:pathLst>
              <a:path w="4103" h="27">
                <a:moveTo>
                  <a:pt x="0" y="0"/>
                </a:moveTo>
                <a:lnTo>
                  <a:pt x="4103" y="0"/>
                </a:lnTo>
                <a:lnTo>
                  <a:pt x="41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2162160" y="4762440"/>
            <a:ext cx="600120" cy="9720"/>
          </a:xfrm>
          <a:custGeom>
            <a:avLst/>
            <a:gdLst/>
            <a:ahLst/>
            <a:rect l="0" t="0" r="r" b="b"/>
            <a:pathLst>
              <a:path w="1667" h="27">
                <a:moveTo>
                  <a:pt x="0" y="0"/>
                </a:moveTo>
                <a:lnTo>
                  <a:pt x="1667" y="0"/>
                </a:lnTo>
                <a:lnTo>
                  <a:pt x="16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2761920" y="4762440"/>
            <a:ext cx="3191400" cy="9720"/>
          </a:xfrm>
          <a:custGeom>
            <a:avLst/>
            <a:gdLst/>
            <a:ahLst/>
            <a:rect l="0" t="0" r="r" b="b"/>
            <a:pathLst>
              <a:path w="8865" h="27">
                <a:moveTo>
                  <a:pt x="0" y="0"/>
                </a:moveTo>
                <a:lnTo>
                  <a:pt x="8865" y="0"/>
                </a:lnTo>
                <a:lnTo>
                  <a:pt x="88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685440" y="5181480"/>
            <a:ext cx="1477080" cy="9720"/>
          </a:xfrm>
          <a:custGeom>
            <a:avLst/>
            <a:gdLst/>
            <a:ahLst/>
            <a:rect l="0" t="0" r="r" b="b"/>
            <a:pathLst>
              <a:path w="4103" h="27">
                <a:moveTo>
                  <a:pt x="0" y="0"/>
                </a:moveTo>
                <a:lnTo>
                  <a:pt x="4103" y="0"/>
                </a:lnTo>
                <a:lnTo>
                  <a:pt x="41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2162160" y="5181480"/>
            <a:ext cx="600120" cy="9720"/>
          </a:xfrm>
          <a:custGeom>
            <a:avLst/>
            <a:gdLst/>
            <a:ahLst/>
            <a:rect l="0" t="0" r="r" b="b"/>
            <a:pathLst>
              <a:path w="1667" h="27">
                <a:moveTo>
                  <a:pt x="0" y="0"/>
                </a:moveTo>
                <a:lnTo>
                  <a:pt x="1667" y="0"/>
                </a:lnTo>
                <a:lnTo>
                  <a:pt x="16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2761920" y="5181480"/>
            <a:ext cx="3191400" cy="9720"/>
          </a:xfrm>
          <a:custGeom>
            <a:avLst/>
            <a:gdLst/>
            <a:ahLst/>
            <a:rect l="0" t="0" r="r" b="b"/>
            <a:pathLst>
              <a:path w="8865" h="27">
                <a:moveTo>
                  <a:pt x="0" y="0"/>
                </a:moveTo>
                <a:lnTo>
                  <a:pt x="8865" y="0"/>
                </a:lnTo>
                <a:lnTo>
                  <a:pt x="88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685440" y="5362560"/>
            <a:ext cx="29160" cy="390600"/>
          </a:xfrm>
          <a:custGeom>
            <a:avLst/>
            <a:gdLst/>
            <a:ahLst/>
            <a:rect l="0" t="0" r="r" b="b"/>
            <a:pathLst>
              <a:path w="81" h="1085">
                <a:moveTo>
                  <a:pt x="0" y="0"/>
                </a:moveTo>
                <a:lnTo>
                  <a:pt x="81" y="0"/>
                </a:lnTo>
                <a:lnTo>
                  <a:pt x="81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F6B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685800" y="1091520"/>
            <a:ext cx="22867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H E A D L I N E   N U M B E R S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685800" y="1291320"/>
            <a:ext cx="617688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The shape of the thing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685800" y="2343240"/>
            <a:ext cx="6570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M ET R I C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2163240" y="2343240"/>
            <a:ext cx="4770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VALU E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2766960" y="2343240"/>
            <a:ext cx="148068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W H AT   I T   M E A N S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685800" y="2755800"/>
            <a:ext cx="465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Agents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2163240" y="2755800"/>
            <a:ext cx="2541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~20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2766960" y="2755800"/>
            <a:ext cx="29059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Specialist agents · 11 deployed · 9 planned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685800" y="3174840"/>
            <a:ext cx="7477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Triage time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2163240" y="3174840"/>
            <a:ext cx="328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~60s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2766960" y="3174840"/>
            <a:ext cx="4158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Event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3187440" y="318996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3335760" y="3174840"/>
            <a:ext cx="22665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diagnosis · vs. 30–60 min manual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685800" y="3593880"/>
            <a:ext cx="3326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Tiers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2163240" y="3593880"/>
            <a:ext cx="14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3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2766960" y="3593880"/>
            <a:ext cx="30798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critical · warnings · infra · per consumer group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685800" y="4022640"/>
            <a:ext cx="880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Dedup layers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163240" y="4022640"/>
            <a:ext cx="14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3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2766960" y="4022640"/>
            <a:ext cx="1719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Alloy · Sensor · Script TTL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685800" y="4441680"/>
            <a:ext cx="1270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Notification surface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2163240" y="4441680"/>
            <a:ext cx="14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2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2766960" y="4441680"/>
            <a:ext cx="25736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GitLab issues · Teams Adaptive Cards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685800" y="4870440"/>
            <a:ext cx="1129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Cluster coverage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2163240" y="4870440"/>
            <a:ext cx="2790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N+1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2766960" y="4870440"/>
            <a:ext cx="2980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One management cluster · N worker clusters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905040" y="5433840"/>
            <a:ext cx="10428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Goal state:</a:t>
            </a:r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zero unresolved events — every K8s warning either auto-resolved by an agent or round-robin assigned to a human within minutes.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11835360" y="6466320"/>
            <a:ext cx="12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6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5595840" y="2541960"/>
            <a:ext cx="1208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S E C T I O N   0 2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3841920" y="2705400"/>
            <a:ext cx="5563080" cy="966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40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System Design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3984480" y="3828240"/>
            <a:ext cx="423612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25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Topology · routing · skills · output</a:t>
            </a:r>
            <a:endParaRPr lang="en-GB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11840040" y="6466320"/>
            <a:ext cx="12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7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685440" y="3114360"/>
            <a:ext cx="1305360" cy="19440"/>
          </a:xfrm>
          <a:custGeom>
            <a:avLst/>
            <a:gdLst/>
            <a:ahLst/>
            <a:rect l="0" t="0" r="r" b="b"/>
            <a:pathLst>
              <a:path w="3626" h="54">
                <a:moveTo>
                  <a:pt x="0" y="0"/>
                </a:moveTo>
                <a:lnTo>
                  <a:pt x="3626" y="0"/>
                </a:lnTo>
                <a:lnTo>
                  <a:pt x="362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990440" y="3114360"/>
            <a:ext cx="5410800" cy="19440"/>
          </a:xfrm>
          <a:custGeom>
            <a:avLst/>
            <a:gdLst/>
            <a:ahLst/>
            <a:rect l="0" t="0" r="r" b="b"/>
            <a:pathLst>
              <a:path w="15030" h="54">
                <a:moveTo>
                  <a:pt x="0" y="0"/>
                </a:moveTo>
                <a:lnTo>
                  <a:pt x="15030" y="0"/>
                </a:lnTo>
                <a:lnTo>
                  <a:pt x="1503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685440" y="3552480"/>
            <a:ext cx="1305360" cy="10080"/>
          </a:xfrm>
          <a:custGeom>
            <a:avLst/>
            <a:gdLst/>
            <a:ahLst/>
            <a:rect l="0" t="0" r="r" b="b"/>
            <a:pathLst>
              <a:path w="3626" h="28">
                <a:moveTo>
                  <a:pt x="0" y="0"/>
                </a:moveTo>
                <a:lnTo>
                  <a:pt x="3626" y="0"/>
                </a:lnTo>
                <a:lnTo>
                  <a:pt x="36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1990440" y="3552480"/>
            <a:ext cx="5410800" cy="10080"/>
          </a:xfrm>
          <a:custGeom>
            <a:avLst/>
            <a:gdLst/>
            <a:ahLst/>
            <a:rect l="0" t="0" r="r" b="b"/>
            <a:pathLst>
              <a:path w="15030" h="28">
                <a:moveTo>
                  <a:pt x="0" y="0"/>
                </a:moveTo>
                <a:lnTo>
                  <a:pt x="15030" y="0"/>
                </a:lnTo>
                <a:lnTo>
                  <a:pt x="150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685440" y="3971880"/>
            <a:ext cx="1305360" cy="9720"/>
          </a:xfrm>
          <a:custGeom>
            <a:avLst/>
            <a:gdLst/>
            <a:ahLst/>
            <a:rect l="0" t="0" r="r" b="b"/>
            <a:pathLst>
              <a:path w="3626" h="27">
                <a:moveTo>
                  <a:pt x="0" y="0"/>
                </a:moveTo>
                <a:lnTo>
                  <a:pt x="3626" y="0"/>
                </a:lnTo>
                <a:lnTo>
                  <a:pt x="3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1990440" y="3971880"/>
            <a:ext cx="5410800" cy="9720"/>
          </a:xfrm>
          <a:custGeom>
            <a:avLst/>
            <a:gdLst/>
            <a:ahLst/>
            <a:rect l="0" t="0" r="r" b="b"/>
            <a:pathLst>
              <a:path w="15030" h="27">
                <a:moveTo>
                  <a:pt x="0" y="0"/>
                </a:moveTo>
                <a:lnTo>
                  <a:pt x="15030" y="0"/>
                </a:lnTo>
                <a:lnTo>
                  <a:pt x="150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685440" y="4390920"/>
            <a:ext cx="1305360" cy="9720"/>
          </a:xfrm>
          <a:custGeom>
            <a:avLst/>
            <a:gdLst/>
            <a:ahLst/>
            <a:rect l="0" t="0" r="r" b="b"/>
            <a:pathLst>
              <a:path w="3626" h="27">
                <a:moveTo>
                  <a:pt x="0" y="0"/>
                </a:moveTo>
                <a:lnTo>
                  <a:pt x="3626" y="0"/>
                </a:lnTo>
                <a:lnTo>
                  <a:pt x="3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1990440" y="4390920"/>
            <a:ext cx="5410800" cy="9720"/>
          </a:xfrm>
          <a:custGeom>
            <a:avLst/>
            <a:gdLst/>
            <a:ahLst/>
            <a:rect l="0" t="0" r="r" b="b"/>
            <a:pathLst>
              <a:path w="15030" h="27">
                <a:moveTo>
                  <a:pt x="0" y="0"/>
                </a:moveTo>
                <a:lnTo>
                  <a:pt x="15030" y="0"/>
                </a:lnTo>
                <a:lnTo>
                  <a:pt x="150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685440" y="4819320"/>
            <a:ext cx="1305360" cy="10080"/>
          </a:xfrm>
          <a:custGeom>
            <a:avLst/>
            <a:gdLst/>
            <a:ahLst/>
            <a:rect l="0" t="0" r="r" b="b"/>
            <a:pathLst>
              <a:path w="3626" h="28">
                <a:moveTo>
                  <a:pt x="0" y="0"/>
                </a:moveTo>
                <a:lnTo>
                  <a:pt x="3626" y="0"/>
                </a:lnTo>
                <a:lnTo>
                  <a:pt x="36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1990440" y="4819320"/>
            <a:ext cx="5410800" cy="10080"/>
          </a:xfrm>
          <a:custGeom>
            <a:avLst/>
            <a:gdLst/>
            <a:ahLst/>
            <a:rect l="0" t="0" r="r" b="b"/>
            <a:pathLst>
              <a:path w="15030" h="28">
                <a:moveTo>
                  <a:pt x="0" y="0"/>
                </a:moveTo>
                <a:lnTo>
                  <a:pt x="15030" y="0"/>
                </a:lnTo>
                <a:lnTo>
                  <a:pt x="150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685440" y="5238720"/>
            <a:ext cx="1305360" cy="9720"/>
          </a:xfrm>
          <a:custGeom>
            <a:avLst/>
            <a:gdLst/>
            <a:ahLst/>
            <a:rect l="0" t="0" r="r" b="b"/>
            <a:pathLst>
              <a:path w="3626" h="27">
                <a:moveTo>
                  <a:pt x="0" y="0"/>
                </a:moveTo>
                <a:lnTo>
                  <a:pt x="3626" y="0"/>
                </a:lnTo>
                <a:lnTo>
                  <a:pt x="3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1990440" y="5238720"/>
            <a:ext cx="5410800" cy="9720"/>
          </a:xfrm>
          <a:custGeom>
            <a:avLst/>
            <a:gdLst/>
            <a:ahLst/>
            <a:rect l="0" t="0" r="r" b="b"/>
            <a:pathLst>
              <a:path w="15030" h="27">
                <a:moveTo>
                  <a:pt x="0" y="0"/>
                </a:moveTo>
                <a:lnTo>
                  <a:pt x="15030" y="0"/>
                </a:lnTo>
                <a:lnTo>
                  <a:pt x="150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685440" y="5657760"/>
            <a:ext cx="1305360" cy="9720"/>
          </a:xfrm>
          <a:custGeom>
            <a:avLst/>
            <a:gdLst/>
            <a:ahLst/>
            <a:rect l="0" t="0" r="r" b="b"/>
            <a:pathLst>
              <a:path w="3626" h="27">
                <a:moveTo>
                  <a:pt x="0" y="0"/>
                </a:moveTo>
                <a:lnTo>
                  <a:pt x="3626" y="0"/>
                </a:lnTo>
                <a:lnTo>
                  <a:pt x="3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1990440" y="5657760"/>
            <a:ext cx="5410800" cy="9720"/>
          </a:xfrm>
          <a:custGeom>
            <a:avLst/>
            <a:gdLst/>
            <a:ahLst/>
            <a:rect l="0" t="0" r="r" b="b"/>
            <a:pathLst>
              <a:path w="15030" h="27">
                <a:moveTo>
                  <a:pt x="0" y="0"/>
                </a:moveTo>
                <a:lnTo>
                  <a:pt x="15030" y="0"/>
                </a:lnTo>
                <a:lnTo>
                  <a:pt x="150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685440" y="6086160"/>
            <a:ext cx="1305360" cy="10080"/>
          </a:xfrm>
          <a:custGeom>
            <a:avLst/>
            <a:gdLst/>
            <a:ahLst/>
            <a:rect l="0" t="0" r="r" b="b"/>
            <a:pathLst>
              <a:path w="3626" h="28">
                <a:moveTo>
                  <a:pt x="0" y="0"/>
                </a:moveTo>
                <a:lnTo>
                  <a:pt x="3626" y="0"/>
                </a:lnTo>
                <a:lnTo>
                  <a:pt x="36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1990440" y="6086160"/>
            <a:ext cx="5410800" cy="10080"/>
          </a:xfrm>
          <a:custGeom>
            <a:avLst/>
            <a:gdLst/>
            <a:ahLst/>
            <a:rect l="0" t="0" r="r" b="b"/>
            <a:pathLst>
              <a:path w="15030" h="28">
                <a:moveTo>
                  <a:pt x="0" y="0"/>
                </a:moveTo>
                <a:lnTo>
                  <a:pt x="15030" y="0"/>
                </a:lnTo>
                <a:lnTo>
                  <a:pt x="150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685440" y="6505560"/>
            <a:ext cx="1305360" cy="9720"/>
          </a:xfrm>
          <a:custGeom>
            <a:avLst/>
            <a:gdLst/>
            <a:ahLst/>
            <a:rect l="0" t="0" r="r" b="b"/>
            <a:pathLst>
              <a:path w="3626" h="27">
                <a:moveTo>
                  <a:pt x="0" y="0"/>
                </a:moveTo>
                <a:lnTo>
                  <a:pt x="3626" y="0"/>
                </a:lnTo>
                <a:lnTo>
                  <a:pt x="3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1990440" y="6505560"/>
            <a:ext cx="5410800" cy="9720"/>
          </a:xfrm>
          <a:custGeom>
            <a:avLst/>
            <a:gdLst/>
            <a:ahLst/>
            <a:rect l="0" t="0" r="r" b="b"/>
            <a:pathLst>
              <a:path w="15030" h="27">
                <a:moveTo>
                  <a:pt x="0" y="0"/>
                </a:moveTo>
                <a:lnTo>
                  <a:pt x="15030" y="0"/>
                </a:lnTo>
                <a:lnTo>
                  <a:pt x="150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685800" y="520200"/>
            <a:ext cx="26071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W H A T   W E ' R E   B U I L D I N G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685800" y="719640"/>
            <a:ext cx="1290888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AI-driven triage for Kubernetes warning events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685800" y="1611720"/>
            <a:ext cx="9779400" cy="26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3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 management cluster watches </a:t>
            </a:r>
            <a:r>
              <a:rPr lang="en-GB" sz="153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N worker clusters</a:t>
            </a:r>
            <a:r>
              <a:rPr lang="en-GB" sz="153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. When a K8s warning event fires, it flows through Argo Events </a:t>
            </a:r>
            <a:endParaRPr lang="en-GB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0598040" y="1631520"/>
            <a:ext cx="1958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3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10792440" y="1611720"/>
            <a:ext cx="4777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3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Argo</a:t>
            </a:r>
            <a:endParaRPr lang="en-GB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685800" y="1935360"/>
            <a:ext cx="10550520" cy="26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3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Workflows, gets dispatched to a </a:t>
            </a:r>
            <a:r>
              <a:rPr lang="en-GB" sz="153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specialist kagent agent</a:t>
            </a:r>
            <a:r>
              <a:rPr lang="en-GB" sz="153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that diagnoses the root cause via LLM, and the result becomes a</a:t>
            </a:r>
            <a:endParaRPr lang="en-GB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685800" y="2249640"/>
            <a:ext cx="10718640" cy="26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3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GitLab issue + Teams Adaptive Card</a:t>
            </a:r>
            <a:r>
              <a:rPr lang="en-GB" sz="153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. Write actions are gated by a </a:t>
            </a:r>
            <a:r>
              <a:rPr lang="en-GB" sz="153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Human-in-the-Loop</a:t>
            </a:r>
            <a:r>
              <a:rPr lang="en-GB" sz="153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approval before any cluster change.</a:t>
            </a:r>
            <a:endParaRPr lang="en-GB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685800" y="2828880"/>
            <a:ext cx="8370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COMPONENT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1989360" y="2828880"/>
            <a:ext cx="4255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RO L E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685800" y="3232080"/>
            <a:ext cx="3243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Alloy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1989360" y="3232080"/>
            <a:ext cx="5113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Per-cluster log/metric/event collector — forwards K8s warnings to Event Hub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685800" y="3660840"/>
            <a:ext cx="1129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Azure Event Hub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1989360" y="3660840"/>
            <a:ext cx="4125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Cross-cluster event bus — Kafka-protocol, SAS-authenticated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685800" y="4079880"/>
            <a:ext cx="814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Argo Events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989360" y="4079880"/>
            <a:ext cx="4540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EventBus (NATS) · EventSource (Kafka consumer) · per-tier Sensors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685800" y="4498920"/>
            <a:ext cx="10465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Argo Workflows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2952720" y="4505040"/>
            <a:ext cx="943200" cy="209880"/>
          </a:xfrm>
          <a:custGeom>
            <a:avLst/>
            <a:gdLst/>
            <a:ahLst/>
            <a:rect l="0" t="0" r="r" b="b"/>
            <a:pathLst>
              <a:path w="2620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514" y="0"/>
                </a:lnTo>
                <a:cubicBezTo>
                  <a:pt x="2528" y="0"/>
                  <a:pt x="2542" y="3"/>
                  <a:pt x="2555" y="8"/>
                </a:cubicBezTo>
                <a:cubicBezTo>
                  <a:pt x="2568" y="14"/>
                  <a:pt x="2579" y="21"/>
                  <a:pt x="2589" y="31"/>
                </a:cubicBezTo>
                <a:cubicBezTo>
                  <a:pt x="2599" y="41"/>
                  <a:pt x="2607" y="53"/>
                  <a:pt x="2612" y="66"/>
                </a:cubicBezTo>
                <a:cubicBezTo>
                  <a:pt x="2617" y="79"/>
                  <a:pt x="2620" y="92"/>
                  <a:pt x="2620" y="106"/>
                </a:cubicBezTo>
                <a:lnTo>
                  <a:pt x="2620" y="477"/>
                </a:lnTo>
                <a:cubicBezTo>
                  <a:pt x="2620" y="491"/>
                  <a:pt x="2617" y="504"/>
                  <a:pt x="2612" y="517"/>
                </a:cubicBezTo>
                <a:cubicBezTo>
                  <a:pt x="2607" y="530"/>
                  <a:pt x="2599" y="541"/>
                  <a:pt x="2589" y="551"/>
                </a:cubicBezTo>
                <a:cubicBezTo>
                  <a:pt x="2579" y="561"/>
                  <a:pt x="2568" y="569"/>
                  <a:pt x="2555" y="574"/>
                </a:cubicBezTo>
                <a:cubicBezTo>
                  <a:pt x="2542" y="580"/>
                  <a:pt x="2528" y="583"/>
                  <a:pt x="2514" y="583"/>
                </a:cubicBezTo>
                <a:lnTo>
                  <a:pt x="105" y="583"/>
                </a:lnTo>
                <a:cubicBezTo>
                  <a:pt x="91" y="583"/>
                  <a:pt x="78" y="580"/>
                  <a:pt x="65" y="574"/>
                </a:cubicBezTo>
                <a:cubicBezTo>
                  <a:pt x="52" y="569"/>
                  <a:pt x="41" y="561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2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1989360" y="4498920"/>
            <a:ext cx="1021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Triage DAG —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3032640" y="4536360"/>
            <a:ext cx="7898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parse-otlp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3895560" y="449892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3933720" y="451404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4082400" y="4498920"/>
            <a:ext cx="5486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fan-out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4656240" y="451404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4804920" y="4498920"/>
            <a:ext cx="3661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A2A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5148360" y="451404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5297040" y="4498920"/>
            <a:ext cx="4654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output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685800" y="4927680"/>
            <a:ext cx="4492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kagent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1989360" y="4927680"/>
            <a:ext cx="45619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Specialist agent runtime — system prompt + skills + memory + tools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685800" y="5346720"/>
            <a:ext cx="930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agentgateway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989360" y="5346720"/>
            <a:ext cx="48139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LLM proxy + MCP &amp; A2A gateway · UAMI to Azure OpenAI · OTel native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685800" y="5765760"/>
            <a:ext cx="6811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AKS-MCP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2923920" y="5771880"/>
            <a:ext cx="705240" cy="209880"/>
          </a:xfrm>
          <a:custGeom>
            <a:avLst/>
            <a:gdLst/>
            <a:ahLst/>
            <a:rect l="0" t="0" r="r" b="b"/>
            <a:pathLst>
              <a:path w="1959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853" y="0"/>
                </a:lnTo>
                <a:cubicBezTo>
                  <a:pt x="1867" y="0"/>
                  <a:pt x="1881" y="3"/>
                  <a:pt x="1894" y="8"/>
                </a:cubicBezTo>
                <a:cubicBezTo>
                  <a:pt x="1907" y="14"/>
                  <a:pt x="1918" y="21"/>
                  <a:pt x="1928" y="31"/>
                </a:cubicBezTo>
                <a:cubicBezTo>
                  <a:pt x="1938" y="41"/>
                  <a:pt x="1946" y="53"/>
                  <a:pt x="1951" y="66"/>
                </a:cubicBezTo>
                <a:cubicBezTo>
                  <a:pt x="1956" y="79"/>
                  <a:pt x="1959" y="92"/>
                  <a:pt x="1959" y="106"/>
                </a:cubicBezTo>
                <a:lnTo>
                  <a:pt x="1959" y="476"/>
                </a:lnTo>
                <a:cubicBezTo>
                  <a:pt x="1959" y="491"/>
                  <a:pt x="1956" y="504"/>
                  <a:pt x="1951" y="517"/>
                </a:cubicBezTo>
                <a:cubicBezTo>
                  <a:pt x="1946" y="530"/>
                  <a:pt x="1938" y="541"/>
                  <a:pt x="1928" y="551"/>
                </a:cubicBezTo>
                <a:cubicBezTo>
                  <a:pt x="1918" y="562"/>
                  <a:pt x="1907" y="570"/>
                  <a:pt x="1894" y="575"/>
                </a:cubicBezTo>
                <a:cubicBezTo>
                  <a:pt x="1881" y="581"/>
                  <a:pt x="1867" y="583"/>
                  <a:pt x="1853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1"/>
                </a:cubicBezTo>
                <a:cubicBezTo>
                  <a:pt x="21" y="541"/>
                  <a:pt x="14" y="530"/>
                  <a:pt x="8" y="517"/>
                </a:cubicBezTo>
                <a:cubicBezTo>
                  <a:pt x="3" y="504"/>
                  <a:pt x="0" y="491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989360" y="5765760"/>
            <a:ext cx="930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Cross-cluster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3004560" y="5803200"/>
            <a:ext cx="5529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kubectl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3631320" y="5765760"/>
            <a:ext cx="27147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for the agents · UAMI / workload identity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685800" y="6194160"/>
            <a:ext cx="6566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HITL gate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1989360" y="6194160"/>
            <a:ext cx="4457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Teams Adaptive Card via Logic App · Istio HMAC-verified callback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685800" y="6613560"/>
            <a:ext cx="10674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GitLab + Teams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1989360" y="6613560"/>
            <a:ext cx="3411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Output surfaces — ticket destination + notifications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1837160" y="6466320"/>
            <a:ext cx="12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685800" y="520200"/>
            <a:ext cx="4946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M G M T   C L U S T E R   O R C H E S T R A T I N G   W O R K E R S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685440" y="2446200"/>
            <a:ext cx="10820880" cy="3451680"/>
          </a:xfrm>
          <a:custGeom>
            <a:avLst/>
            <a:gdLst/>
            <a:ahLst/>
            <a:rect l="0" t="0" r="r" b="b"/>
            <a:pathLst>
              <a:path w="30058" h="9588">
                <a:moveTo>
                  <a:pt x="0" y="0"/>
                </a:moveTo>
                <a:lnTo>
                  <a:pt x="30058" y="0"/>
                </a:lnTo>
                <a:lnTo>
                  <a:pt x="30058" y="9588"/>
                </a:lnTo>
                <a:lnTo>
                  <a:pt x="0" y="95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747720" y="2508120"/>
            <a:ext cx="4167000" cy="3327480"/>
          </a:xfrm>
          <a:custGeom>
            <a:avLst/>
            <a:gdLst/>
            <a:ahLst/>
            <a:rect l="0" t="0" r="r" b="b"/>
            <a:pathLst>
              <a:path w="11575" h="9243">
                <a:moveTo>
                  <a:pt x="0" y="0"/>
                </a:moveTo>
                <a:lnTo>
                  <a:pt x="11575" y="0"/>
                </a:lnTo>
                <a:lnTo>
                  <a:pt x="11575" y="9243"/>
                </a:lnTo>
                <a:lnTo>
                  <a:pt x="0" y="9243"/>
                </a:lnTo>
                <a:lnTo>
                  <a:pt x="0" y="0"/>
                </a:lnTo>
                <a:close/>
              </a:path>
            </a:pathLst>
          </a:custGeom>
          <a:solidFill>
            <a:srgbClr val="F3F0FF">
              <a:alpha val="6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747720" y="2508120"/>
            <a:ext cx="4167000" cy="3327480"/>
          </a:xfrm>
          <a:custGeom>
            <a:avLst/>
            <a:gdLst/>
            <a:ahLst/>
            <a:rect l="0" t="0" r="r" b="b"/>
            <a:pathLst>
              <a:path fill="none" w="11575" h="9243">
                <a:moveTo>
                  <a:pt x="11575" y="0"/>
                </a:moveTo>
                <a:cubicBezTo>
                  <a:pt x="11575" y="2010"/>
                  <a:pt x="11575" y="4021"/>
                  <a:pt x="11575" y="9243"/>
                </a:cubicBezTo>
                <a:moveTo>
                  <a:pt x="11575" y="0"/>
                </a:moveTo>
                <a:cubicBezTo>
                  <a:pt x="11575" y="2481"/>
                  <a:pt x="11575" y="4961"/>
                  <a:pt x="11575" y="9243"/>
                </a:cubicBezTo>
                <a:moveTo>
                  <a:pt x="11575" y="9243"/>
                </a:moveTo>
                <a:cubicBezTo>
                  <a:pt x="9079" y="9243"/>
                  <a:pt x="6583" y="9243"/>
                  <a:pt x="0" y="9243"/>
                </a:cubicBezTo>
                <a:moveTo>
                  <a:pt x="11575" y="9243"/>
                </a:moveTo>
                <a:cubicBezTo>
                  <a:pt x="7224" y="9243"/>
                  <a:pt x="2873" y="9243"/>
                  <a:pt x="0" y="9243"/>
                </a:cubicBezTo>
                <a:moveTo>
                  <a:pt x="0" y="9243"/>
                </a:moveTo>
                <a:cubicBezTo>
                  <a:pt x="0" y="6592"/>
                  <a:pt x="0" y="3941"/>
                  <a:pt x="0" y="0"/>
                </a:cubicBezTo>
                <a:cubicBezTo>
                  <a:pt x="2315" y="0"/>
                  <a:pt x="4631" y="0"/>
                  <a:pt x="11575" y="0"/>
                </a:cubicBezTo>
                <a:moveTo>
                  <a:pt x="0" y="9243"/>
                </a:moveTo>
                <a:cubicBezTo>
                  <a:pt x="0" y="5880"/>
                  <a:pt x="0" y="2518"/>
                  <a:pt x="0" y="0"/>
                </a:cubicBezTo>
                <a:cubicBezTo>
                  <a:pt x="2562" y="0"/>
                  <a:pt x="5125" y="0"/>
                  <a:pt x="11575" y="0"/>
                </a:cubicBezTo>
              </a:path>
            </a:pathLst>
          </a:custGeom>
          <a:ln cap="rnd" w="6120">
            <a:solidFill>
              <a:srgbClr val="000000">
                <a:alpha val="0"/>
              </a:srgbClr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740160" y="2500560"/>
            <a:ext cx="4182120" cy="3342960"/>
          </a:xfrm>
          <a:custGeom>
            <a:avLst/>
            <a:gdLst/>
            <a:ahLst/>
            <a:rect l="0" t="0" r="r" b="b"/>
            <a:pathLst>
              <a:path w="11617" h="9286">
                <a:moveTo>
                  <a:pt x="21" y="0"/>
                </a:moveTo>
                <a:lnTo>
                  <a:pt x="158" y="0"/>
                </a:lnTo>
                <a:cubicBezTo>
                  <a:pt x="164" y="0"/>
                  <a:pt x="169" y="2"/>
                  <a:pt x="173" y="6"/>
                </a:cubicBezTo>
                <a:cubicBezTo>
                  <a:pt x="178" y="10"/>
                  <a:pt x="180" y="16"/>
                  <a:pt x="180" y="21"/>
                </a:cubicBezTo>
                <a:cubicBezTo>
                  <a:pt x="180" y="27"/>
                  <a:pt x="178" y="33"/>
                  <a:pt x="173" y="37"/>
                </a:cubicBezTo>
                <a:cubicBezTo>
                  <a:pt x="169" y="41"/>
                  <a:pt x="164" y="43"/>
                  <a:pt x="158" y="43"/>
                </a:cubicBezTo>
                <a:lnTo>
                  <a:pt x="21" y="43"/>
                </a:lnTo>
                <a:cubicBezTo>
                  <a:pt x="15" y="43"/>
                  <a:pt x="10" y="41"/>
                  <a:pt x="6" y="37"/>
                </a:cubicBezTo>
                <a:cubicBezTo>
                  <a:pt x="2" y="33"/>
                  <a:pt x="0" y="27"/>
                  <a:pt x="0" y="21"/>
                </a:cubicBezTo>
                <a:cubicBezTo>
                  <a:pt x="0" y="16"/>
                  <a:pt x="2" y="10"/>
                  <a:pt x="6" y="6"/>
                </a:cubicBezTo>
                <a:cubicBezTo>
                  <a:pt x="10" y="2"/>
                  <a:pt x="15" y="0"/>
                  <a:pt x="21" y="0"/>
                </a:cubicBezTo>
                <a:moveTo>
                  <a:pt x="329" y="0"/>
                </a:moveTo>
                <a:lnTo>
                  <a:pt x="467" y="0"/>
                </a:lnTo>
                <a:cubicBezTo>
                  <a:pt x="473" y="0"/>
                  <a:pt x="478" y="2"/>
                  <a:pt x="482" y="6"/>
                </a:cubicBezTo>
                <a:cubicBezTo>
                  <a:pt x="486" y="10"/>
                  <a:pt x="489" y="16"/>
                  <a:pt x="489" y="21"/>
                </a:cubicBezTo>
                <a:cubicBezTo>
                  <a:pt x="489" y="27"/>
                  <a:pt x="486" y="33"/>
                  <a:pt x="482" y="37"/>
                </a:cubicBezTo>
                <a:cubicBezTo>
                  <a:pt x="478" y="41"/>
                  <a:pt x="473" y="43"/>
                  <a:pt x="467" y="43"/>
                </a:cubicBezTo>
                <a:lnTo>
                  <a:pt x="329" y="43"/>
                </a:lnTo>
                <a:cubicBezTo>
                  <a:pt x="323" y="43"/>
                  <a:pt x="318" y="41"/>
                  <a:pt x="314" y="37"/>
                </a:cubicBezTo>
                <a:cubicBezTo>
                  <a:pt x="310" y="33"/>
                  <a:pt x="308" y="27"/>
                  <a:pt x="308" y="21"/>
                </a:cubicBezTo>
                <a:cubicBezTo>
                  <a:pt x="308" y="16"/>
                  <a:pt x="310" y="10"/>
                  <a:pt x="314" y="6"/>
                </a:cubicBezTo>
                <a:cubicBezTo>
                  <a:pt x="318" y="2"/>
                  <a:pt x="323" y="0"/>
                  <a:pt x="329" y="0"/>
                </a:cubicBezTo>
                <a:moveTo>
                  <a:pt x="640" y="0"/>
                </a:moveTo>
                <a:lnTo>
                  <a:pt x="779" y="0"/>
                </a:lnTo>
                <a:cubicBezTo>
                  <a:pt x="785" y="0"/>
                  <a:pt x="790" y="2"/>
                  <a:pt x="795" y="6"/>
                </a:cubicBezTo>
                <a:cubicBezTo>
                  <a:pt x="799" y="10"/>
                  <a:pt x="801" y="16"/>
                  <a:pt x="801" y="21"/>
                </a:cubicBezTo>
                <a:cubicBezTo>
                  <a:pt x="801" y="27"/>
                  <a:pt x="799" y="33"/>
                  <a:pt x="795" y="37"/>
                </a:cubicBezTo>
                <a:cubicBezTo>
                  <a:pt x="790" y="41"/>
                  <a:pt x="785" y="43"/>
                  <a:pt x="779" y="43"/>
                </a:cubicBezTo>
                <a:lnTo>
                  <a:pt x="640" y="43"/>
                </a:lnTo>
                <a:cubicBezTo>
                  <a:pt x="634" y="43"/>
                  <a:pt x="629" y="41"/>
                  <a:pt x="625" y="37"/>
                </a:cubicBezTo>
                <a:cubicBezTo>
                  <a:pt x="620" y="33"/>
                  <a:pt x="618" y="27"/>
                  <a:pt x="618" y="21"/>
                </a:cubicBezTo>
                <a:cubicBezTo>
                  <a:pt x="618" y="16"/>
                  <a:pt x="620" y="10"/>
                  <a:pt x="625" y="6"/>
                </a:cubicBezTo>
                <a:cubicBezTo>
                  <a:pt x="629" y="2"/>
                  <a:pt x="634" y="0"/>
                  <a:pt x="640" y="0"/>
                </a:cubicBezTo>
                <a:moveTo>
                  <a:pt x="953" y="0"/>
                </a:moveTo>
                <a:lnTo>
                  <a:pt x="1090" y="0"/>
                </a:lnTo>
                <a:cubicBezTo>
                  <a:pt x="1096" y="0"/>
                  <a:pt x="1101" y="2"/>
                  <a:pt x="1105" y="6"/>
                </a:cubicBezTo>
                <a:cubicBezTo>
                  <a:pt x="1110" y="10"/>
                  <a:pt x="1112" y="16"/>
                  <a:pt x="1112" y="21"/>
                </a:cubicBezTo>
                <a:cubicBezTo>
                  <a:pt x="1112" y="27"/>
                  <a:pt x="1110" y="33"/>
                  <a:pt x="1105" y="37"/>
                </a:cubicBezTo>
                <a:cubicBezTo>
                  <a:pt x="1101" y="41"/>
                  <a:pt x="1096" y="43"/>
                  <a:pt x="1090" y="43"/>
                </a:cubicBezTo>
                <a:lnTo>
                  <a:pt x="953" y="43"/>
                </a:lnTo>
                <a:cubicBezTo>
                  <a:pt x="947" y="43"/>
                  <a:pt x="942" y="41"/>
                  <a:pt x="938" y="37"/>
                </a:cubicBezTo>
                <a:cubicBezTo>
                  <a:pt x="934" y="33"/>
                  <a:pt x="932" y="27"/>
                  <a:pt x="932" y="21"/>
                </a:cubicBezTo>
                <a:cubicBezTo>
                  <a:pt x="932" y="16"/>
                  <a:pt x="934" y="10"/>
                  <a:pt x="938" y="6"/>
                </a:cubicBezTo>
                <a:cubicBezTo>
                  <a:pt x="942" y="2"/>
                  <a:pt x="947" y="0"/>
                  <a:pt x="953" y="0"/>
                </a:cubicBezTo>
                <a:moveTo>
                  <a:pt x="1264" y="0"/>
                </a:moveTo>
                <a:lnTo>
                  <a:pt x="1402" y="0"/>
                </a:lnTo>
                <a:cubicBezTo>
                  <a:pt x="1408" y="0"/>
                  <a:pt x="1413" y="2"/>
                  <a:pt x="1417" y="6"/>
                </a:cubicBezTo>
                <a:cubicBezTo>
                  <a:pt x="1422" y="10"/>
                  <a:pt x="1424" y="16"/>
                  <a:pt x="1424" y="21"/>
                </a:cubicBezTo>
                <a:cubicBezTo>
                  <a:pt x="1424" y="27"/>
                  <a:pt x="1422" y="33"/>
                  <a:pt x="1417" y="37"/>
                </a:cubicBezTo>
                <a:cubicBezTo>
                  <a:pt x="1413" y="41"/>
                  <a:pt x="1408" y="43"/>
                  <a:pt x="1402" y="43"/>
                </a:cubicBezTo>
                <a:lnTo>
                  <a:pt x="1264" y="43"/>
                </a:lnTo>
                <a:cubicBezTo>
                  <a:pt x="1258" y="43"/>
                  <a:pt x="1253" y="41"/>
                  <a:pt x="1248" y="37"/>
                </a:cubicBezTo>
                <a:cubicBezTo>
                  <a:pt x="1244" y="33"/>
                  <a:pt x="1242" y="27"/>
                  <a:pt x="1242" y="21"/>
                </a:cubicBezTo>
                <a:cubicBezTo>
                  <a:pt x="1242" y="16"/>
                  <a:pt x="1244" y="10"/>
                  <a:pt x="1248" y="6"/>
                </a:cubicBezTo>
                <a:cubicBezTo>
                  <a:pt x="1253" y="2"/>
                  <a:pt x="1258" y="0"/>
                  <a:pt x="1264" y="0"/>
                </a:cubicBezTo>
                <a:moveTo>
                  <a:pt x="1573" y="0"/>
                </a:moveTo>
                <a:lnTo>
                  <a:pt x="1712" y="0"/>
                </a:lnTo>
                <a:cubicBezTo>
                  <a:pt x="1718" y="0"/>
                  <a:pt x="1723" y="2"/>
                  <a:pt x="1727" y="6"/>
                </a:cubicBezTo>
                <a:cubicBezTo>
                  <a:pt x="1731" y="10"/>
                  <a:pt x="1733" y="16"/>
                  <a:pt x="1733" y="21"/>
                </a:cubicBezTo>
                <a:cubicBezTo>
                  <a:pt x="1733" y="27"/>
                  <a:pt x="1731" y="33"/>
                  <a:pt x="1727" y="37"/>
                </a:cubicBezTo>
                <a:cubicBezTo>
                  <a:pt x="1723" y="41"/>
                  <a:pt x="1718" y="43"/>
                  <a:pt x="1712" y="43"/>
                </a:cubicBezTo>
                <a:lnTo>
                  <a:pt x="1573" y="43"/>
                </a:lnTo>
                <a:cubicBezTo>
                  <a:pt x="1567" y="43"/>
                  <a:pt x="1562" y="41"/>
                  <a:pt x="1558" y="37"/>
                </a:cubicBezTo>
                <a:cubicBezTo>
                  <a:pt x="1553" y="33"/>
                  <a:pt x="1551" y="27"/>
                  <a:pt x="1551" y="21"/>
                </a:cubicBezTo>
                <a:cubicBezTo>
                  <a:pt x="1551" y="16"/>
                  <a:pt x="1553" y="10"/>
                  <a:pt x="1558" y="6"/>
                </a:cubicBezTo>
                <a:cubicBezTo>
                  <a:pt x="1562" y="2"/>
                  <a:pt x="1567" y="0"/>
                  <a:pt x="1573" y="0"/>
                </a:cubicBezTo>
                <a:moveTo>
                  <a:pt x="1885" y="0"/>
                </a:moveTo>
                <a:lnTo>
                  <a:pt x="2021" y="0"/>
                </a:lnTo>
                <a:cubicBezTo>
                  <a:pt x="2027" y="0"/>
                  <a:pt x="2032" y="2"/>
                  <a:pt x="2037" y="6"/>
                </a:cubicBezTo>
                <a:cubicBezTo>
                  <a:pt x="2041" y="10"/>
                  <a:pt x="2043" y="16"/>
                  <a:pt x="2043" y="21"/>
                </a:cubicBezTo>
                <a:cubicBezTo>
                  <a:pt x="2043" y="27"/>
                  <a:pt x="2041" y="33"/>
                  <a:pt x="2037" y="37"/>
                </a:cubicBezTo>
                <a:cubicBezTo>
                  <a:pt x="2032" y="41"/>
                  <a:pt x="2027" y="43"/>
                  <a:pt x="2021" y="43"/>
                </a:cubicBezTo>
                <a:lnTo>
                  <a:pt x="1885" y="43"/>
                </a:lnTo>
                <a:cubicBezTo>
                  <a:pt x="1879" y="43"/>
                  <a:pt x="1874" y="41"/>
                  <a:pt x="1870" y="37"/>
                </a:cubicBezTo>
                <a:cubicBezTo>
                  <a:pt x="1866" y="33"/>
                  <a:pt x="1864" y="27"/>
                  <a:pt x="1864" y="21"/>
                </a:cubicBezTo>
                <a:cubicBezTo>
                  <a:pt x="1864" y="16"/>
                  <a:pt x="1866" y="10"/>
                  <a:pt x="1870" y="6"/>
                </a:cubicBezTo>
                <a:cubicBezTo>
                  <a:pt x="1874" y="2"/>
                  <a:pt x="1879" y="0"/>
                  <a:pt x="1885" y="0"/>
                </a:cubicBezTo>
                <a:moveTo>
                  <a:pt x="2195" y="0"/>
                </a:moveTo>
                <a:lnTo>
                  <a:pt x="2336" y="0"/>
                </a:lnTo>
                <a:cubicBezTo>
                  <a:pt x="2342" y="0"/>
                  <a:pt x="2347" y="2"/>
                  <a:pt x="2351" y="6"/>
                </a:cubicBezTo>
                <a:cubicBezTo>
                  <a:pt x="2355" y="10"/>
                  <a:pt x="2357" y="16"/>
                  <a:pt x="2357" y="21"/>
                </a:cubicBezTo>
                <a:cubicBezTo>
                  <a:pt x="2357" y="27"/>
                  <a:pt x="2355" y="33"/>
                  <a:pt x="2351" y="37"/>
                </a:cubicBezTo>
                <a:cubicBezTo>
                  <a:pt x="2347" y="41"/>
                  <a:pt x="2342" y="43"/>
                  <a:pt x="2336" y="43"/>
                </a:cubicBezTo>
                <a:lnTo>
                  <a:pt x="2195" y="43"/>
                </a:lnTo>
                <a:cubicBezTo>
                  <a:pt x="2189" y="43"/>
                  <a:pt x="2184" y="41"/>
                  <a:pt x="2179" y="37"/>
                </a:cubicBezTo>
                <a:cubicBezTo>
                  <a:pt x="2175" y="33"/>
                  <a:pt x="2173" y="27"/>
                  <a:pt x="2173" y="21"/>
                </a:cubicBezTo>
                <a:cubicBezTo>
                  <a:pt x="2173" y="16"/>
                  <a:pt x="2175" y="10"/>
                  <a:pt x="2179" y="6"/>
                </a:cubicBezTo>
                <a:cubicBezTo>
                  <a:pt x="2184" y="2"/>
                  <a:pt x="2189" y="0"/>
                  <a:pt x="2195" y="0"/>
                </a:cubicBezTo>
                <a:moveTo>
                  <a:pt x="2505" y="0"/>
                </a:moveTo>
                <a:lnTo>
                  <a:pt x="2642" y="0"/>
                </a:lnTo>
                <a:cubicBezTo>
                  <a:pt x="2648" y="0"/>
                  <a:pt x="2653" y="2"/>
                  <a:pt x="2658" y="6"/>
                </a:cubicBezTo>
                <a:cubicBezTo>
                  <a:pt x="2662" y="10"/>
                  <a:pt x="2664" y="16"/>
                  <a:pt x="2664" y="21"/>
                </a:cubicBezTo>
                <a:cubicBezTo>
                  <a:pt x="2664" y="27"/>
                  <a:pt x="2662" y="33"/>
                  <a:pt x="2658" y="37"/>
                </a:cubicBezTo>
                <a:cubicBezTo>
                  <a:pt x="2653" y="41"/>
                  <a:pt x="2648" y="43"/>
                  <a:pt x="2642" y="43"/>
                </a:cubicBezTo>
                <a:lnTo>
                  <a:pt x="2505" y="43"/>
                </a:lnTo>
                <a:cubicBezTo>
                  <a:pt x="2499" y="43"/>
                  <a:pt x="2494" y="41"/>
                  <a:pt x="2489" y="37"/>
                </a:cubicBezTo>
                <a:cubicBezTo>
                  <a:pt x="2485" y="33"/>
                  <a:pt x="2483" y="27"/>
                  <a:pt x="2483" y="21"/>
                </a:cubicBezTo>
                <a:cubicBezTo>
                  <a:pt x="2483" y="16"/>
                  <a:pt x="2485" y="10"/>
                  <a:pt x="2489" y="6"/>
                </a:cubicBezTo>
                <a:cubicBezTo>
                  <a:pt x="2494" y="2"/>
                  <a:pt x="2499" y="0"/>
                  <a:pt x="2505" y="0"/>
                </a:cubicBezTo>
                <a:moveTo>
                  <a:pt x="2818" y="0"/>
                </a:moveTo>
                <a:lnTo>
                  <a:pt x="2955" y="0"/>
                </a:lnTo>
                <a:cubicBezTo>
                  <a:pt x="2961" y="0"/>
                  <a:pt x="2966" y="2"/>
                  <a:pt x="2970" y="6"/>
                </a:cubicBezTo>
                <a:cubicBezTo>
                  <a:pt x="2974" y="10"/>
                  <a:pt x="2977" y="16"/>
                  <a:pt x="2977" y="21"/>
                </a:cubicBezTo>
                <a:cubicBezTo>
                  <a:pt x="2977" y="27"/>
                  <a:pt x="2974" y="33"/>
                  <a:pt x="2970" y="37"/>
                </a:cubicBezTo>
                <a:cubicBezTo>
                  <a:pt x="2966" y="41"/>
                  <a:pt x="2961" y="43"/>
                  <a:pt x="2955" y="43"/>
                </a:cubicBezTo>
                <a:lnTo>
                  <a:pt x="2818" y="43"/>
                </a:lnTo>
                <a:cubicBezTo>
                  <a:pt x="2812" y="43"/>
                  <a:pt x="2807" y="41"/>
                  <a:pt x="2803" y="37"/>
                </a:cubicBezTo>
                <a:cubicBezTo>
                  <a:pt x="2799" y="33"/>
                  <a:pt x="2796" y="27"/>
                  <a:pt x="2796" y="21"/>
                </a:cubicBezTo>
                <a:cubicBezTo>
                  <a:pt x="2796" y="16"/>
                  <a:pt x="2799" y="10"/>
                  <a:pt x="2803" y="6"/>
                </a:cubicBezTo>
                <a:cubicBezTo>
                  <a:pt x="2807" y="2"/>
                  <a:pt x="2812" y="0"/>
                  <a:pt x="2818" y="0"/>
                </a:cubicBezTo>
                <a:moveTo>
                  <a:pt x="3125" y="0"/>
                </a:moveTo>
                <a:lnTo>
                  <a:pt x="3264" y="0"/>
                </a:lnTo>
                <a:cubicBezTo>
                  <a:pt x="3270" y="0"/>
                  <a:pt x="3275" y="2"/>
                  <a:pt x="3279" y="6"/>
                </a:cubicBezTo>
                <a:cubicBezTo>
                  <a:pt x="3283" y="10"/>
                  <a:pt x="3286" y="16"/>
                  <a:pt x="3286" y="21"/>
                </a:cubicBezTo>
                <a:cubicBezTo>
                  <a:pt x="3286" y="27"/>
                  <a:pt x="3283" y="33"/>
                  <a:pt x="3279" y="37"/>
                </a:cubicBezTo>
                <a:cubicBezTo>
                  <a:pt x="3275" y="41"/>
                  <a:pt x="3270" y="43"/>
                  <a:pt x="3264" y="43"/>
                </a:cubicBezTo>
                <a:lnTo>
                  <a:pt x="3125" y="43"/>
                </a:lnTo>
                <a:cubicBezTo>
                  <a:pt x="3119" y="43"/>
                  <a:pt x="3114" y="41"/>
                  <a:pt x="3110" y="37"/>
                </a:cubicBezTo>
                <a:cubicBezTo>
                  <a:pt x="3106" y="33"/>
                  <a:pt x="3104" y="27"/>
                  <a:pt x="3104" y="21"/>
                </a:cubicBezTo>
                <a:cubicBezTo>
                  <a:pt x="3104" y="16"/>
                  <a:pt x="3106" y="10"/>
                  <a:pt x="3110" y="6"/>
                </a:cubicBezTo>
                <a:cubicBezTo>
                  <a:pt x="3114" y="2"/>
                  <a:pt x="3119" y="0"/>
                  <a:pt x="3125" y="0"/>
                </a:cubicBezTo>
                <a:moveTo>
                  <a:pt x="3441" y="0"/>
                </a:moveTo>
                <a:lnTo>
                  <a:pt x="3578" y="0"/>
                </a:lnTo>
                <a:cubicBezTo>
                  <a:pt x="3584" y="0"/>
                  <a:pt x="3589" y="2"/>
                  <a:pt x="3593" y="6"/>
                </a:cubicBezTo>
                <a:cubicBezTo>
                  <a:pt x="3598" y="10"/>
                  <a:pt x="3600" y="16"/>
                  <a:pt x="3600" y="21"/>
                </a:cubicBezTo>
                <a:cubicBezTo>
                  <a:pt x="3600" y="27"/>
                  <a:pt x="3598" y="33"/>
                  <a:pt x="3593" y="37"/>
                </a:cubicBezTo>
                <a:cubicBezTo>
                  <a:pt x="3589" y="41"/>
                  <a:pt x="3584" y="43"/>
                  <a:pt x="3578" y="43"/>
                </a:cubicBezTo>
                <a:lnTo>
                  <a:pt x="3441" y="43"/>
                </a:lnTo>
                <a:cubicBezTo>
                  <a:pt x="3435" y="43"/>
                  <a:pt x="3430" y="41"/>
                  <a:pt x="3426" y="37"/>
                </a:cubicBezTo>
                <a:cubicBezTo>
                  <a:pt x="3422" y="33"/>
                  <a:pt x="3420" y="27"/>
                  <a:pt x="3420" y="21"/>
                </a:cubicBezTo>
                <a:cubicBezTo>
                  <a:pt x="3420" y="16"/>
                  <a:pt x="3422" y="10"/>
                  <a:pt x="3426" y="6"/>
                </a:cubicBezTo>
                <a:cubicBezTo>
                  <a:pt x="3430" y="2"/>
                  <a:pt x="3435" y="0"/>
                  <a:pt x="3441" y="0"/>
                </a:cubicBezTo>
                <a:moveTo>
                  <a:pt x="3753" y="0"/>
                </a:moveTo>
                <a:lnTo>
                  <a:pt x="3890" y="0"/>
                </a:lnTo>
                <a:cubicBezTo>
                  <a:pt x="3896" y="0"/>
                  <a:pt x="3901" y="2"/>
                  <a:pt x="3905" y="6"/>
                </a:cubicBezTo>
                <a:cubicBezTo>
                  <a:pt x="3909" y="10"/>
                  <a:pt x="3912" y="16"/>
                  <a:pt x="3912" y="21"/>
                </a:cubicBezTo>
                <a:cubicBezTo>
                  <a:pt x="3912" y="27"/>
                  <a:pt x="3909" y="33"/>
                  <a:pt x="3905" y="37"/>
                </a:cubicBezTo>
                <a:cubicBezTo>
                  <a:pt x="3901" y="41"/>
                  <a:pt x="3896" y="43"/>
                  <a:pt x="3890" y="43"/>
                </a:cubicBezTo>
                <a:lnTo>
                  <a:pt x="3753" y="43"/>
                </a:lnTo>
                <a:cubicBezTo>
                  <a:pt x="3746" y="43"/>
                  <a:pt x="3741" y="41"/>
                  <a:pt x="3737" y="37"/>
                </a:cubicBezTo>
                <a:cubicBezTo>
                  <a:pt x="3733" y="33"/>
                  <a:pt x="3731" y="27"/>
                  <a:pt x="3731" y="21"/>
                </a:cubicBezTo>
                <a:cubicBezTo>
                  <a:pt x="3731" y="16"/>
                  <a:pt x="3733" y="10"/>
                  <a:pt x="3737" y="6"/>
                </a:cubicBezTo>
                <a:cubicBezTo>
                  <a:pt x="3741" y="2"/>
                  <a:pt x="3746" y="0"/>
                  <a:pt x="3753" y="0"/>
                </a:cubicBezTo>
                <a:moveTo>
                  <a:pt x="4064" y="0"/>
                </a:moveTo>
                <a:lnTo>
                  <a:pt x="4201" y="0"/>
                </a:lnTo>
                <a:cubicBezTo>
                  <a:pt x="4207" y="0"/>
                  <a:pt x="4212" y="2"/>
                  <a:pt x="4216" y="6"/>
                </a:cubicBezTo>
                <a:cubicBezTo>
                  <a:pt x="4220" y="10"/>
                  <a:pt x="4222" y="16"/>
                  <a:pt x="4222" y="21"/>
                </a:cubicBezTo>
                <a:cubicBezTo>
                  <a:pt x="4222" y="27"/>
                  <a:pt x="4220" y="33"/>
                  <a:pt x="4216" y="37"/>
                </a:cubicBezTo>
                <a:cubicBezTo>
                  <a:pt x="4212" y="41"/>
                  <a:pt x="4207" y="43"/>
                  <a:pt x="4201" y="43"/>
                </a:cubicBezTo>
                <a:lnTo>
                  <a:pt x="4064" y="43"/>
                </a:lnTo>
                <a:cubicBezTo>
                  <a:pt x="4058" y="43"/>
                  <a:pt x="4053" y="41"/>
                  <a:pt x="4049" y="37"/>
                </a:cubicBezTo>
                <a:cubicBezTo>
                  <a:pt x="4045" y="33"/>
                  <a:pt x="4043" y="27"/>
                  <a:pt x="4043" y="21"/>
                </a:cubicBezTo>
                <a:cubicBezTo>
                  <a:pt x="4043" y="16"/>
                  <a:pt x="4045" y="10"/>
                  <a:pt x="4049" y="6"/>
                </a:cubicBezTo>
                <a:cubicBezTo>
                  <a:pt x="4053" y="2"/>
                  <a:pt x="4058" y="0"/>
                  <a:pt x="4064" y="0"/>
                </a:cubicBezTo>
                <a:moveTo>
                  <a:pt x="4375" y="0"/>
                </a:moveTo>
                <a:lnTo>
                  <a:pt x="4512" y="0"/>
                </a:lnTo>
                <a:cubicBezTo>
                  <a:pt x="4518" y="0"/>
                  <a:pt x="4523" y="2"/>
                  <a:pt x="4527" y="6"/>
                </a:cubicBezTo>
                <a:cubicBezTo>
                  <a:pt x="4531" y="10"/>
                  <a:pt x="4533" y="16"/>
                  <a:pt x="4533" y="21"/>
                </a:cubicBezTo>
                <a:cubicBezTo>
                  <a:pt x="4533" y="27"/>
                  <a:pt x="4531" y="33"/>
                  <a:pt x="4527" y="37"/>
                </a:cubicBezTo>
                <a:cubicBezTo>
                  <a:pt x="4523" y="41"/>
                  <a:pt x="4518" y="43"/>
                  <a:pt x="4512" y="43"/>
                </a:cubicBezTo>
                <a:lnTo>
                  <a:pt x="4375" y="43"/>
                </a:lnTo>
                <a:cubicBezTo>
                  <a:pt x="4369" y="43"/>
                  <a:pt x="4364" y="41"/>
                  <a:pt x="4359" y="37"/>
                </a:cubicBezTo>
                <a:cubicBezTo>
                  <a:pt x="4355" y="33"/>
                  <a:pt x="4353" y="27"/>
                  <a:pt x="4353" y="21"/>
                </a:cubicBezTo>
                <a:cubicBezTo>
                  <a:pt x="4353" y="16"/>
                  <a:pt x="4355" y="10"/>
                  <a:pt x="4359" y="6"/>
                </a:cubicBezTo>
                <a:cubicBezTo>
                  <a:pt x="4364" y="2"/>
                  <a:pt x="4369" y="0"/>
                  <a:pt x="4375" y="0"/>
                </a:cubicBezTo>
                <a:moveTo>
                  <a:pt x="4685" y="0"/>
                </a:moveTo>
                <a:lnTo>
                  <a:pt x="4823" y="0"/>
                </a:lnTo>
                <a:cubicBezTo>
                  <a:pt x="4829" y="0"/>
                  <a:pt x="4834" y="2"/>
                  <a:pt x="4838" y="6"/>
                </a:cubicBezTo>
                <a:cubicBezTo>
                  <a:pt x="4843" y="10"/>
                  <a:pt x="4845" y="16"/>
                  <a:pt x="4845" y="21"/>
                </a:cubicBezTo>
                <a:cubicBezTo>
                  <a:pt x="4845" y="27"/>
                  <a:pt x="4843" y="33"/>
                  <a:pt x="4838" y="37"/>
                </a:cubicBezTo>
                <a:cubicBezTo>
                  <a:pt x="4834" y="41"/>
                  <a:pt x="4829" y="43"/>
                  <a:pt x="4823" y="43"/>
                </a:cubicBezTo>
                <a:lnTo>
                  <a:pt x="4685" y="43"/>
                </a:lnTo>
                <a:cubicBezTo>
                  <a:pt x="4679" y="43"/>
                  <a:pt x="4674" y="41"/>
                  <a:pt x="4670" y="37"/>
                </a:cubicBezTo>
                <a:cubicBezTo>
                  <a:pt x="4666" y="33"/>
                  <a:pt x="4663" y="27"/>
                  <a:pt x="4663" y="21"/>
                </a:cubicBezTo>
                <a:cubicBezTo>
                  <a:pt x="4663" y="16"/>
                  <a:pt x="4666" y="10"/>
                  <a:pt x="4670" y="6"/>
                </a:cubicBezTo>
                <a:cubicBezTo>
                  <a:pt x="4674" y="2"/>
                  <a:pt x="4679" y="0"/>
                  <a:pt x="4685" y="0"/>
                </a:cubicBezTo>
                <a:moveTo>
                  <a:pt x="4995" y="0"/>
                </a:moveTo>
                <a:lnTo>
                  <a:pt x="5135" y="0"/>
                </a:lnTo>
                <a:cubicBezTo>
                  <a:pt x="5141" y="0"/>
                  <a:pt x="5146" y="2"/>
                  <a:pt x="5150" y="6"/>
                </a:cubicBezTo>
                <a:cubicBezTo>
                  <a:pt x="5154" y="10"/>
                  <a:pt x="5156" y="16"/>
                  <a:pt x="5156" y="21"/>
                </a:cubicBezTo>
                <a:cubicBezTo>
                  <a:pt x="5156" y="27"/>
                  <a:pt x="5154" y="33"/>
                  <a:pt x="5150" y="37"/>
                </a:cubicBezTo>
                <a:cubicBezTo>
                  <a:pt x="5146" y="41"/>
                  <a:pt x="5141" y="43"/>
                  <a:pt x="5135" y="43"/>
                </a:cubicBezTo>
                <a:lnTo>
                  <a:pt x="4995" y="43"/>
                </a:lnTo>
                <a:cubicBezTo>
                  <a:pt x="4989" y="43"/>
                  <a:pt x="4984" y="41"/>
                  <a:pt x="4980" y="37"/>
                </a:cubicBezTo>
                <a:cubicBezTo>
                  <a:pt x="4976" y="33"/>
                  <a:pt x="4974" y="27"/>
                  <a:pt x="4974" y="21"/>
                </a:cubicBezTo>
                <a:cubicBezTo>
                  <a:pt x="4974" y="16"/>
                  <a:pt x="4976" y="10"/>
                  <a:pt x="4980" y="6"/>
                </a:cubicBezTo>
                <a:cubicBezTo>
                  <a:pt x="4984" y="2"/>
                  <a:pt x="4989" y="0"/>
                  <a:pt x="4995" y="0"/>
                </a:cubicBezTo>
                <a:moveTo>
                  <a:pt x="5306" y="0"/>
                </a:moveTo>
                <a:lnTo>
                  <a:pt x="5445" y="0"/>
                </a:lnTo>
                <a:cubicBezTo>
                  <a:pt x="5451" y="0"/>
                  <a:pt x="5456" y="2"/>
                  <a:pt x="5461" y="6"/>
                </a:cubicBezTo>
                <a:cubicBezTo>
                  <a:pt x="5465" y="10"/>
                  <a:pt x="5467" y="16"/>
                  <a:pt x="5467" y="21"/>
                </a:cubicBezTo>
                <a:cubicBezTo>
                  <a:pt x="5467" y="27"/>
                  <a:pt x="5465" y="33"/>
                  <a:pt x="5461" y="37"/>
                </a:cubicBezTo>
                <a:cubicBezTo>
                  <a:pt x="5456" y="41"/>
                  <a:pt x="5451" y="43"/>
                  <a:pt x="5445" y="43"/>
                </a:cubicBezTo>
                <a:lnTo>
                  <a:pt x="5306" y="43"/>
                </a:lnTo>
                <a:cubicBezTo>
                  <a:pt x="5300" y="43"/>
                  <a:pt x="5295" y="41"/>
                  <a:pt x="5291" y="37"/>
                </a:cubicBezTo>
                <a:cubicBezTo>
                  <a:pt x="5287" y="33"/>
                  <a:pt x="5284" y="27"/>
                  <a:pt x="5284" y="21"/>
                </a:cubicBezTo>
                <a:cubicBezTo>
                  <a:pt x="5284" y="16"/>
                  <a:pt x="5287" y="10"/>
                  <a:pt x="5291" y="6"/>
                </a:cubicBezTo>
                <a:cubicBezTo>
                  <a:pt x="5295" y="2"/>
                  <a:pt x="5300" y="0"/>
                  <a:pt x="5306" y="0"/>
                </a:cubicBezTo>
                <a:moveTo>
                  <a:pt x="5617" y="0"/>
                </a:moveTo>
                <a:lnTo>
                  <a:pt x="5755" y="0"/>
                </a:lnTo>
                <a:cubicBezTo>
                  <a:pt x="5761" y="0"/>
                  <a:pt x="5766" y="2"/>
                  <a:pt x="5771" y="6"/>
                </a:cubicBezTo>
                <a:cubicBezTo>
                  <a:pt x="5775" y="10"/>
                  <a:pt x="5777" y="16"/>
                  <a:pt x="5777" y="21"/>
                </a:cubicBezTo>
                <a:cubicBezTo>
                  <a:pt x="5777" y="27"/>
                  <a:pt x="5775" y="33"/>
                  <a:pt x="5771" y="37"/>
                </a:cubicBezTo>
                <a:cubicBezTo>
                  <a:pt x="5766" y="41"/>
                  <a:pt x="5761" y="43"/>
                  <a:pt x="5755" y="43"/>
                </a:cubicBezTo>
                <a:lnTo>
                  <a:pt x="5617" y="43"/>
                </a:lnTo>
                <a:cubicBezTo>
                  <a:pt x="5611" y="43"/>
                  <a:pt x="5606" y="41"/>
                  <a:pt x="5602" y="37"/>
                </a:cubicBezTo>
                <a:cubicBezTo>
                  <a:pt x="5598" y="33"/>
                  <a:pt x="5596" y="27"/>
                  <a:pt x="5596" y="21"/>
                </a:cubicBezTo>
                <a:cubicBezTo>
                  <a:pt x="5596" y="16"/>
                  <a:pt x="5598" y="10"/>
                  <a:pt x="5602" y="6"/>
                </a:cubicBezTo>
                <a:cubicBezTo>
                  <a:pt x="5606" y="2"/>
                  <a:pt x="5611" y="0"/>
                  <a:pt x="5617" y="0"/>
                </a:cubicBezTo>
                <a:moveTo>
                  <a:pt x="5929" y="0"/>
                </a:moveTo>
                <a:lnTo>
                  <a:pt x="6066" y="0"/>
                </a:lnTo>
                <a:cubicBezTo>
                  <a:pt x="6072" y="0"/>
                  <a:pt x="6077" y="2"/>
                  <a:pt x="6081" y="6"/>
                </a:cubicBezTo>
                <a:cubicBezTo>
                  <a:pt x="6085" y="10"/>
                  <a:pt x="6087" y="16"/>
                  <a:pt x="6087" y="21"/>
                </a:cubicBezTo>
                <a:cubicBezTo>
                  <a:pt x="6087" y="27"/>
                  <a:pt x="6085" y="33"/>
                  <a:pt x="6081" y="37"/>
                </a:cubicBezTo>
                <a:cubicBezTo>
                  <a:pt x="6077" y="41"/>
                  <a:pt x="6072" y="43"/>
                  <a:pt x="6066" y="43"/>
                </a:cubicBezTo>
                <a:lnTo>
                  <a:pt x="5929" y="43"/>
                </a:lnTo>
                <a:cubicBezTo>
                  <a:pt x="5923" y="43"/>
                  <a:pt x="5918" y="41"/>
                  <a:pt x="5914" y="37"/>
                </a:cubicBezTo>
                <a:cubicBezTo>
                  <a:pt x="5910" y="33"/>
                  <a:pt x="5908" y="27"/>
                  <a:pt x="5908" y="21"/>
                </a:cubicBezTo>
                <a:cubicBezTo>
                  <a:pt x="5908" y="16"/>
                  <a:pt x="5910" y="10"/>
                  <a:pt x="5914" y="6"/>
                </a:cubicBezTo>
                <a:cubicBezTo>
                  <a:pt x="5918" y="2"/>
                  <a:pt x="5923" y="0"/>
                  <a:pt x="5929" y="0"/>
                </a:cubicBezTo>
                <a:moveTo>
                  <a:pt x="6240" y="0"/>
                </a:moveTo>
                <a:lnTo>
                  <a:pt x="6378" y="0"/>
                </a:lnTo>
                <a:cubicBezTo>
                  <a:pt x="6384" y="0"/>
                  <a:pt x="6389" y="2"/>
                  <a:pt x="6393" y="6"/>
                </a:cubicBezTo>
                <a:cubicBezTo>
                  <a:pt x="6397" y="10"/>
                  <a:pt x="6399" y="16"/>
                  <a:pt x="6399" y="21"/>
                </a:cubicBezTo>
                <a:cubicBezTo>
                  <a:pt x="6399" y="27"/>
                  <a:pt x="6397" y="33"/>
                  <a:pt x="6393" y="37"/>
                </a:cubicBezTo>
                <a:cubicBezTo>
                  <a:pt x="6389" y="41"/>
                  <a:pt x="6384" y="43"/>
                  <a:pt x="6378" y="43"/>
                </a:cubicBezTo>
                <a:lnTo>
                  <a:pt x="6240" y="43"/>
                </a:lnTo>
                <a:cubicBezTo>
                  <a:pt x="6234" y="43"/>
                  <a:pt x="6229" y="41"/>
                  <a:pt x="6224" y="37"/>
                </a:cubicBezTo>
                <a:cubicBezTo>
                  <a:pt x="6220" y="33"/>
                  <a:pt x="6218" y="27"/>
                  <a:pt x="6218" y="21"/>
                </a:cubicBezTo>
                <a:cubicBezTo>
                  <a:pt x="6218" y="16"/>
                  <a:pt x="6220" y="10"/>
                  <a:pt x="6224" y="6"/>
                </a:cubicBezTo>
                <a:cubicBezTo>
                  <a:pt x="6229" y="2"/>
                  <a:pt x="6234" y="0"/>
                  <a:pt x="6240" y="0"/>
                </a:cubicBezTo>
                <a:moveTo>
                  <a:pt x="6549" y="0"/>
                </a:moveTo>
                <a:lnTo>
                  <a:pt x="6689" y="0"/>
                </a:lnTo>
                <a:cubicBezTo>
                  <a:pt x="6695" y="0"/>
                  <a:pt x="6700" y="2"/>
                  <a:pt x="6704" y="6"/>
                </a:cubicBezTo>
                <a:cubicBezTo>
                  <a:pt x="6709" y="10"/>
                  <a:pt x="6711" y="16"/>
                  <a:pt x="6711" y="21"/>
                </a:cubicBezTo>
                <a:cubicBezTo>
                  <a:pt x="6711" y="27"/>
                  <a:pt x="6709" y="33"/>
                  <a:pt x="6704" y="37"/>
                </a:cubicBezTo>
                <a:cubicBezTo>
                  <a:pt x="6700" y="41"/>
                  <a:pt x="6695" y="43"/>
                  <a:pt x="6689" y="43"/>
                </a:cubicBezTo>
                <a:lnTo>
                  <a:pt x="6549" y="43"/>
                </a:lnTo>
                <a:cubicBezTo>
                  <a:pt x="6544" y="43"/>
                  <a:pt x="6538" y="41"/>
                  <a:pt x="6534" y="37"/>
                </a:cubicBezTo>
                <a:cubicBezTo>
                  <a:pt x="6530" y="33"/>
                  <a:pt x="6528" y="27"/>
                  <a:pt x="6528" y="21"/>
                </a:cubicBezTo>
                <a:cubicBezTo>
                  <a:pt x="6528" y="16"/>
                  <a:pt x="6530" y="10"/>
                  <a:pt x="6534" y="6"/>
                </a:cubicBezTo>
                <a:cubicBezTo>
                  <a:pt x="6538" y="2"/>
                  <a:pt x="6544" y="0"/>
                  <a:pt x="6549" y="0"/>
                </a:cubicBezTo>
                <a:moveTo>
                  <a:pt x="6861" y="0"/>
                </a:moveTo>
                <a:lnTo>
                  <a:pt x="6999" y="0"/>
                </a:lnTo>
                <a:cubicBezTo>
                  <a:pt x="7004" y="0"/>
                  <a:pt x="7010" y="2"/>
                  <a:pt x="7014" y="6"/>
                </a:cubicBezTo>
                <a:cubicBezTo>
                  <a:pt x="7018" y="10"/>
                  <a:pt x="7020" y="16"/>
                  <a:pt x="7020" y="21"/>
                </a:cubicBezTo>
                <a:cubicBezTo>
                  <a:pt x="7020" y="27"/>
                  <a:pt x="7018" y="33"/>
                  <a:pt x="7014" y="37"/>
                </a:cubicBezTo>
                <a:cubicBezTo>
                  <a:pt x="7010" y="41"/>
                  <a:pt x="7004" y="43"/>
                  <a:pt x="6999" y="43"/>
                </a:cubicBezTo>
                <a:lnTo>
                  <a:pt x="6861" y="43"/>
                </a:lnTo>
                <a:cubicBezTo>
                  <a:pt x="6855" y="43"/>
                  <a:pt x="6850" y="41"/>
                  <a:pt x="6845" y="37"/>
                </a:cubicBezTo>
                <a:cubicBezTo>
                  <a:pt x="6841" y="33"/>
                  <a:pt x="6839" y="27"/>
                  <a:pt x="6839" y="21"/>
                </a:cubicBezTo>
                <a:cubicBezTo>
                  <a:pt x="6839" y="16"/>
                  <a:pt x="6841" y="10"/>
                  <a:pt x="6845" y="6"/>
                </a:cubicBezTo>
                <a:cubicBezTo>
                  <a:pt x="6850" y="2"/>
                  <a:pt x="6855" y="0"/>
                  <a:pt x="6861" y="0"/>
                </a:cubicBezTo>
                <a:moveTo>
                  <a:pt x="7173" y="0"/>
                </a:moveTo>
                <a:lnTo>
                  <a:pt x="7310" y="0"/>
                </a:lnTo>
                <a:cubicBezTo>
                  <a:pt x="7316" y="0"/>
                  <a:pt x="7321" y="2"/>
                  <a:pt x="7325" y="6"/>
                </a:cubicBezTo>
                <a:cubicBezTo>
                  <a:pt x="7329" y="10"/>
                  <a:pt x="7331" y="16"/>
                  <a:pt x="7331" y="21"/>
                </a:cubicBezTo>
                <a:cubicBezTo>
                  <a:pt x="7331" y="27"/>
                  <a:pt x="7329" y="33"/>
                  <a:pt x="7325" y="37"/>
                </a:cubicBezTo>
                <a:cubicBezTo>
                  <a:pt x="7321" y="41"/>
                  <a:pt x="7316" y="43"/>
                  <a:pt x="7310" y="43"/>
                </a:cubicBezTo>
                <a:lnTo>
                  <a:pt x="7173" y="43"/>
                </a:lnTo>
                <a:cubicBezTo>
                  <a:pt x="7167" y="43"/>
                  <a:pt x="7162" y="41"/>
                  <a:pt x="7158" y="37"/>
                </a:cubicBezTo>
                <a:cubicBezTo>
                  <a:pt x="7154" y="33"/>
                  <a:pt x="7152" y="27"/>
                  <a:pt x="7152" y="21"/>
                </a:cubicBezTo>
                <a:cubicBezTo>
                  <a:pt x="7152" y="16"/>
                  <a:pt x="7154" y="10"/>
                  <a:pt x="7158" y="6"/>
                </a:cubicBezTo>
                <a:cubicBezTo>
                  <a:pt x="7162" y="2"/>
                  <a:pt x="7167" y="0"/>
                  <a:pt x="7173" y="0"/>
                </a:cubicBezTo>
                <a:moveTo>
                  <a:pt x="7482" y="0"/>
                </a:moveTo>
                <a:lnTo>
                  <a:pt x="7622" y="0"/>
                </a:lnTo>
                <a:cubicBezTo>
                  <a:pt x="7628" y="0"/>
                  <a:pt x="7633" y="2"/>
                  <a:pt x="7637" y="6"/>
                </a:cubicBezTo>
                <a:cubicBezTo>
                  <a:pt x="7642" y="10"/>
                  <a:pt x="7644" y="16"/>
                  <a:pt x="7644" y="21"/>
                </a:cubicBezTo>
                <a:cubicBezTo>
                  <a:pt x="7644" y="27"/>
                  <a:pt x="7642" y="33"/>
                  <a:pt x="7637" y="37"/>
                </a:cubicBezTo>
                <a:cubicBezTo>
                  <a:pt x="7633" y="41"/>
                  <a:pt x="7628" y="43"/>
                  <a:pt x="7622" y="43"/>
                </a:cubicBezTo>
                <a:lnTo>
                  <a:pt x="7482" y="43"/>
                </a:lnTo>
                <a:cubicBezTo>
                  <a:pt x="7476" y="43"/>
                  <a:pt x="7471" y="41"/>
                  <a:pt x="7467" y="37"/>
                </a:cubicBezTo>
                <a:cubicBezTo>
                  <a:pt x="7463" y="33"/>
                  <a:pt x="7461" y="27"/>
                  <a:pt x="7461" y="21"/>
                </a:cubicBezTo>
                <a:cubicBezTo>
                  <a:pt x="7461" y="16"/>
                  <a:pt x="7463" y="10"/>
                  <a:pt x="7467" y="6"/>
                </a:cubicBezTo>
                <a:cubicBezTo>
                  <a:pt x="7471" y="2"/>
                  <a:pt x="7476" y="0"/>
                  <a:pt x="7482" y="0"/>
                </a:cubicBezTo>
                <a:moveTo>
                  <a:pt x="7793" y="0"/>
                </a:moveTo>
                <a:lnTo>
                  <a:pt x="7931" y="0"/>
                </a:lnTo>
                <a:cubicBezTo>
                  <a:pt x="7937" y="0"/>
                  <a:pt x="7942" y="2"/>
                  <a:pt x="7946" y="6"/>
                </a:cubicBezTo>
                <a:cubicBezTo>
                  <a:pt x="7951" y="10"/>
                  <a:pt x="7953" y="16"/>
                  <a:pt x="7953" y="21"/>
                </a:cubicBezTo>
                <a:cubicBezTo>
                  <a:pt x="7953" y="27"/>
                  <a:pt x="7951" y="33"/>
                  <a:pt x="7946" y="37"/>
                </a:cubicBezTo>
                <a:cubicBezTo>
                  <a:pt x="7942" y="41"/>
                  <a:pt x="7937" y="43"/>
                  <a:pt x="7931" y="43"/>
                </a:cubicBezTo>
                <a:lnTo>
                  <a:pt x="7793" y="43"/>
                </a:lnTo>
                <a:cubicBezTo>
                  <a:pt x="7787" y="43"/>
                  <a:pt x="7782" y="41"/>
                  <a:pt x="7778" y="37"/>
                </a:cubicBezTo>
                <a:cubicBezTo>
                  <a:pt x="7774" y="33"/>
                  <a:pt x="7772" y="27"/>
                  <a:pt x="7772" y="21"/>
                </a:cubicBezTo>
                <a:cubicBezTo>
                  <a:pt x="7772" y="16"/>
                  <a:pt x="7774" y="10"/>
                  <a:pt x="7778" y="6"/>
                </a:cubicBezTo>
                <a:cubicBezTo>
                  <a:pt x="7782" y="2"/>
                  <a:pt x="7787" y="0"/>
                  <a:pt x="7793" y="0"/>
                </a:cubicBezTo>
                <a:moveTo>
                  <a:pt x="8106" y="0"/>
                </a:moveTo>
                <a:lnTo>
                  <a:pt x="8243" y="0"/>
                </a:lnTo>
                <a:cubicBezTo>
                  <a:pt x="8249" y="0"/>
                  <a:pt x="8254" y="2"/>
                  <a:pt x="8258" y="6"/>
                </a:cubicBezTo>
                <a:cubicBezTo>
                  <a:pt x="8262" y="10"/>
                  <a:pt x="8265" y="16"/>
                  <a:pt x="8265" y="21"/>
                </a:cubicBezTo>
                <a:cubicBezTo>
                  <a:pt x="8265" y="27"/>
                  <a:pt x="8262" y="33"/>
                  <a:pt x="8258" y="37"/>
                </a:cubicBezTo>
                <a:cubicBezTo>
                  <a:pt x="8254" y="41"/>
                  <a:pt x="8249" y="43"/>
                  <a:pt x="8243" y="43"/>
                </a:cubicBezTo>
                <a:lnTo>
                  <a:pt x="8106" y="43"/>
                </a:lnTo>
                <a:cubicBezTo>
                  <a:pt x="8100" y="43"/>
                  <a:pt x="8095" y="41"/>
                  <a:pt x="8090" y="37"/>
                </a:cubicBezTo>
                <a:cubicBezTo>
                  <a:pt x="8086" y="33"/>
                  <a:pt x="8084" y="27"/>
                  <a:pt x="8084" y="21"/>
                </a:cubicBezTo>
                <a:cubicBezTo>
                  <a:pt x="8084" y="16"/>
                  <a:pt x="8086" y="10"/>
                  <a:pt x="8090" y="6"/>
                </a:cubicBezTo>
                <a:cubicBezTo>
                  <a:pt x="8095" y="2"/>
                  <a:pt x="8100" y="0"/>
                  <a:pt x="8106" y="0"/>
                </a:cubicBezTo>
                <a:moveTo>
                  <a:pt x="8415" y="0"/>
                </a:moveTo>
                <a:lnTo>
                  <a:pt x="8554" y="0"/>
                </a:lnTo>
                <a:cubicBezTo>
                  <a:pt x="8560" y="0"/>
                  <a:pt x="8565" y="2"/>
                  <a:pt x="8569" y="6"/>
                </a:cubicBezTo>
                <a:cubicBezTo>
                  <a:pt x="8573" y="10"/>
                  <a:pt x="8575" y="16"/>
                  <a:pt x="8575" y="21"/>
                </a:cubicBezTo>
                <a:cubicBezTo>
                  <a:pt x="8575" y="27"/>
                  <a:pt x="8573" y="33"/>
                  <a:pt x="8569" y="37"/>
                </a:cubicBezTo>
                <a:cubicBezTo>
                  <a:pt x="8565" y="41"/>
                  <a:pt x="8560" y="43"/>
                  <a:pt x="8554" y="43"/>
                </a:cubicBezTo>
                <a:lnTo>
                  <a:pt x="8415" y="43"/>
                </a:lnTo>
                <a:cubicBezTo>
                  <a:pt x="8409" y="43"/>
                  <a:pt x="8404" y="41"/>
                  <a:pt x="8399" y="37"/>
                </a:cubicBezTo>
                <a:cubicBezTo>
                  <a:pt x="8395" y="33"/>
                  <a:pt x="8393" y="27"/>
                  <a:pt x="8393" y="21"/>
                </a:cubicBezTo>
                <a:cubicBezTo>
                  <a:pt x="8393" y="16"/>
                  <a:pt x="8395" y="10"/>
                  <a:pt x="8399" y="6"/>
                </a:cubicBezTo>
                <a:cubicBezTo>
                  <a:pt x="8404" y="2"/>
                  <a:pt x="8409" y="0"/>
                  <a:pt x="8415" y="0"/>
                </a:cubicBezTo>
                <a:moveTo>
                  <a:pt x="8727" y="0"/>
                </a:moveTo>
                <a:lnTo>
                  <a:pt x="8864" y="0"/>
                </a:lnTo>
                <a:cubicBezTo>
                  <a:pt x="8870" y="0"/>
                  <a:pt x="8875" y="2"/>
                  <a:pt x="8879" y="6"/>
                </a:cubicBezTo>
                <a:cubicBezTo>
                  <a:pt x="8883" y="10"/>
                  <a:pt x="8885" y="16"/>
                  <a:pt x="8885" y="21"/>
                </a:cubicBezTo>
                <a:cubicBezTo>
                  <a:pt x="8885" y="27"/>
                  <a:pt x="8883" y="33"/>
                  <a:pt x="8879" y="37"/>
                </a:cubicBezTo>
                <a:cubicBezTo>
                  <a:pt x="8875" y="41"/>
                  <a:pt x="8870" y="43"/>
                  <a:pt x="8864" y="43"/>
                </a:cubicBezTo>
                <a:lnTo>
                  <a:pt x="8727" y="43"/>
                </a:lnTo>
                <a:cubicBezTo>
                  <a:pt x="8721" y="43"/>
                  <a:pt x="8716" y="41"/>
                  <a:pt x="8712" y="37"/>
                </a:cubicBezTo>
                <a:cubicBezTo>
                  <a:pt x="8708" y="33"/>
                  <a:pt x="8705" y="27"/>
                  <a:pt x="8705" y="21"/>
                </a:cubicBezTo>
                <a:cubicBezTo>
                  <a:pt x="8705" y="16"/>
                  <a:pt x="8708" y="10"/>
                  <a:pt x="8712" y="6"/>
                </a:cubicBezTo>
                <a:cubicBezTo>
                  <a:pt x="8716" y="2"/>
                  <a:pt x="8721" y="0"/>
                  <a:pt x="8727" y="0"/>
                </a:cubicBezTo>
                <a:moveTo>
                  <a:pt x="9037" y="0"/>
                </a:moveTo>
                <a:lnTo>
                  <a:pt x="9177" y="0"/>
                </a:lnTo>
                <a:cubicBezTo>
                  <a:pt x="9183" y="0"/>
                  <a:pt x="9188" y="2"/>
                  <a:pt x="9192" y="6"/>
                </a:cubicBezTo>
                <a:cubicBezTo>
                  <a:pt x="9196" y="10"/>
                  <a:pt x="9199" y="16"/>
                  <a:pt x="9199" y="21"/>
                </a:cubicBezTo>
                <a:cubicBezTo>
                  <a:pt x="9199" y="27"/>
                  <a:pt x="9196" y="33"/>
                  <a:pt x="9192" y="37"/>
                </a:cubicBezTo>
                <a:cubicBezTo>
                  <a:pt x="9188" y="41"/>
                  <a:pt x="9183" y="43"/>
                  <a:pt x="9177" y="43"/>
                </a:cubicBezTo>
                <a:lnTo>
                  <a:pt x="9037" y="43"/>
                </a:lnTo>
                <a:cubicBezTo>
                  <a:pt x="9031" y="43"/>
                  <a:pt x="9026" y="41"/>
                  <a:pt x="9022" y="37"/>
                </a:cubicBezTo>
                <a:cubicBezTo>
                  <a:pt x="9017" y="33"/>
                  <a:pt x="9015" y="27"/>
                  <a:pt x="9015" y="21"/>
                </a:cubicBezTo>
                <a:cubicBezTo>
                  <a:pt x="9015" y="16"/>
                  <a:pt x="9017" y="10"/>
                  <a:pt x="9022" y="6"/>
                </a:cubicBezTo>
                <a:cubicBezTo>
                  <a:pt x="9026" y="2"/>
                  <a:pt x="9031" y="0"/>
                  <a:pt x="9037" y="0"/>
                </a:cubicBezTo>
                <a:moveTo>
                  <a:pt x="9348" y="0"/>
                </a:moveTo>
                <a:lnTo>
                  <a:pt x="9485" y="0"/>
                </a:lnTo>
                <a:cubicBezTo>
                  <a:pt x="9491" y="0"/>
                  <a:pt x="9496" y="2"/>
                  <a:pt x="9501" y="6"/>
                </a:cubicBezTo>
                <a:cubicBezTo>
                  <a:pt x="9505" y="10"/>
                  <a:pt x="9507" y="16"/>
                  <a:pt x="9507" y="21"/>
                </a:cubicBezTo>
                <a:cubicBezTo>
                  <a:pt x="9507" y="27"/>
                  <a:pt x="9505" y="33"/>
                  <a:pt x="9501" y="37"/>
                </a:cubicBezTo>
                <a:cubicBezTo>
                  <a:pt x="9496" y="41"/>
                  <a:pt x="9491" y="43"/>
                  <a:pt x="9485" y="43"/>
                </a:cubicBezTo>
                <a:lnTo>
                  <a:pt x="9348" y="43"/>
                </a:lnTo>
                <a:cubicBezTo>
                  <a:pt x="9342" y="43"/>
                  <a:pt x="9337" y="41"/>
                  <a:pt x="9333" y="37"/>
                </a:cubicBezTo>
                <a:cubicBezTo>
                  <a:pt x="9328" y="33"/>
                  <a:pt x="9326" y="27"/>
                  <a:pt x="9326" y="21"/>
                </a:cubicBezTo>
                <a:cubicBezTo>
                  <a:pt x="9326" y="16"/>
                  <a:pt x="9328" y="10"/>
                  <a:pt x="9333" y="6"/>
                </a:cubicBezTo>
                <a:cubicBezTo>
                  <a:pt x="9337" y="2"/>
                  <a:pt x="9342" y="0"/>
                  <a:pt x="9348" y="0"/>
                </a:cubicBezTo>
                <a:moveTo>
                  <a:pt x="9659" y="0"/>
                </a:moveTo>
                <a:lnTo>
                  <a:pt x="9799" y="0"/>
                </a:lnTo>
                <a:cubicBezTo>
                  <a:pt x="9804" y="0"/>
                  <a:pt x="9810" y="2"/>
                  <a:pt x="9814" y="6"/>
                </a:cubicBezTo>
                <a:cubicBezTo>
                  <a:pt x="9818" y="10"/>
                  <a:pt x="9820" y="16"/>
                  <a:pt x="9820" y="21"/>
                </a:cubicBezTo>
                <a:cubicBezTo>
                  <a:pt x="9820" y="27"/>
                  <a:pt x="9818" y="33"/>
                  <a:pt x="9814" y="37"/>
                </a:cubicBezTo>
                <a:cubicBezTo>
                  <a:pt x="9810" y="41"/>
                  <a:pt x="9804" y="43"/>
                  <a:pt x="9799" y="43"/>
                </a:cubicBezTo>
                <a:lnTo>
                  <a:pt x="9659" y="43"/>
                </a:lnTo>
                <a:cubicBezTo>
                  <a:pt x="9653" y="43"/>
                  <a:pt x="9648" y="41"/>
                  <a:pt x="9644" y="37"/>
                </a:cubicBezTo>
                <a:cubicBezTo>
                  <a:pt x="9640" y="33"/>
                  <a:pt x="9638" y="27"/>
                  <a:pt x="9638" y="21"/>
                </a:cubicBezTo>
                <a:cubicBezTo>
                  <a:pt x="9638" y="16"/>
                  <a:pt x="9640" y="10"/>
                  <a:pt x="9644" y="6"/>
                </a:cubicBezTo>
                <a:cubicBezTo>
                  <a:pt x="9648" y="2"/>
                  <a:pt x="9653" y="0"/>
                  <a:pt x="9659" y="0"/>
                </a:cubicBezTo>
                <a:moveTo>
                  <a:pt x="9969" y="0"/>
                </a:moveTo>
                <a:lnTo>
                  <a:pt x="10107" y="0"/>
                </a:lnTo>
                <a:cubicBezTo>
                  <a:pt x="10113" y="0"/>
                  <a:pt x="10118" y="2"/>
                  <a:pt x="10122" y="6"/>
                </a:cubicBezTo>
                <a:cubicBezTo>
                  <a:pt x="10127" y="10"/>
                  <a:pt x="10129" y="16"/>
                  <a:pt x="10129" y="21"/>
                </a:cubicBezTo>
                <a:cubicBezTo>
                  <a:pt x="10129" y="27"/>
                  <a:pt x="10127" y="33"/>
                  <a:pt x="10122" y="37"/>
                </a:cubicBezTo>
                <a:cubicBezTo>
                  <a:pt x="10118" y="41"/>
                  <a:pt x="10113" y="43"/>
                  <a:pt x="10107" y="43"/>
                </a:cubicBezTo>
                <a:lnTo>
                  <a:pt x="9969" y="43"/>
                </a:lnTo>
                <a:cubicBezTo>
                  <a:pt x="9963" y="43"/>
                  <a:pt x="9958" y="41"/>
                  <a:pt x="9954" y="37"/>
                </a:cubicBezTo>
                <a:cubicBezTo>
                  <a:pt x="9950" y="33"/>
                  <a:pt x="9948" y="27"/>
                  <a:pt x="9948" y="21"/>
                </a:cubicBezTo>
                <a:cubicBezTo>
                  <a:pt x="9948" y="16"/>
                  <a:pt x="9950" y="10"/>
                  <a:pt x="9954" y="6"/>
                </a:cubicBezTo>
                <a:cubicBezTo>
                  <a:pt x="9958" y="2"/>
                  <a:pt x="9963" y="0"/>
                  <a:pt x="9969" y="0"/>
                </a:cubicBezTo>
                <a:moveTo>
                  <a:pt x="10282" y="0"/>
                </a:moveTo>
                <a:lnTo>
                  <a:pt x="10420" y="0"/>
                </a:lnTo>
                <a:cubicBezTo>
                  <a:pt x="10426" y="0"/>
                  <a:pt x="10431" y="2"/>
                  <a:pt x="10435" y="6"/>
                </a:cubicBezTo>
                <a:cubicBezTo>
                  <a:pt x="10439" y="10"/>
                  <a:pt x="10441" y="16"/>
                  <a:pt x="10441" y="21"/>
                </a:cubicBezTo>
                <a:cubicBezTo>
                  <a:pt x="10441" y="27"/>
                  <a:pt x="10439" y="33"/>
                  <a:pt x="10435" y="37"/>
                </a:cubicBezTo>
                <a:cubicBezTo>
                  <a:pt x="10431" y="41"/>
                  <a:pt x="10426" y="43"/>
                  <a:pt x="10420" y="43"/>
                </a:cubicBezTo>
                <a:lnTo>
                  <a:pt x="10282" y="43"/>
                </a:lnTo>
                <a:cubicBezTo>
                  <a:pt x="10276" y="43"/>
                  <a:pt x="10271" y="41"/>
                  <a:pt x="10266" y="37"/>
                </a:cubicBezTo>
                <a:cubicBezTo>
                  <a:pt x="10262" y="33"/>
                  <a:pt x="10260" y="27"/>
                  <a:pt x="10260" y="21"/>
                </a:cubicBezTo>
                <a:cubicBezTo>
                  <a:pt x="10260" y="16"/>
                  <a:pt x="10262" y="10"/>
                  <a:pt x="10266" y="6"/>
                </a:cubicBezTo>
                <a:cubicBezTo>
                  <a:pt x="10271" y="2"/>
                  <a:pt x="10276" y="0"/>
                  <a:pt x="10282" y="0"/>
                </a:cubicBezTo>
                <a:moveTo>
                  <a:pt x="10591" y="0"/>
                </a:moveTo>
                <a:lnTo>
                  <a:pt x="10729" y="0"/>
                </a:lnTo>
                <a:cubicBezTo>
                  <a:pt x="10735" y="0"/>
                  <a:pt x="10740" y="2"/>
                  <a:pt x="10744" y="6"/>
                </a:cubicBezTo>
                <a:cubicBezTo>
                  <a:pt x="10749" y="10"/>
                  <a:pt x="10751" y="16"/>
                  <a:pt x="10751" y="21"/>
                </a:cubicBezTo>
                <a:cubicBezTo>
                  <a:pt x="10751" y="27"/>
                  <a:pt x="10749" y="33"/>
                  <a:pt x="10744" y="37"/>
                </a:cubicBezTo>
                <a:cubicBezTo>
                  <a:pt x="10740" y="41"/>
                  <a:pt x="10735" y="43"/>
                  <a:pt x="10729" y="43"/>
                </a:cubicBezTo>
                <a:lnTo>
                  <a:pt x="10591" y="43"/>
                </a:lnTo>
                <a:cubicBezTo>
                  <a:pt x="10585" y="43"/>
                  <a:pt x="10580" y="41"/>
                  <a:pt x="10576" y="37"/>
                </a:cubicBezTo>
                <a:cubicBezTo>
                  <a:pt x="10571" y="33"/>
                  <a:pt x="10569" y="27"/>
                  <a:pt x="10569" y="21"/>
                </a:cubicBezTo>
                <a:cubicBezTo>
                  <a:pt x="10569" y="16"/>
                  <a:pt x="10571" y="10"/>
                  <a:pt x="10576" y="6"/>
                </a:cubicBezTo>
                <a:cubicBezTo>
                  <a:pt x="10580" y="2"/>
                  <a:pt x="10585" y="0"/>
                  <a:pt x="10591" y="0"/>
                </a:cubicBezTo>
                <a:moveTo>
                  <a:pt x="10904" y="0"/>
                </a:moveTo>
                <a:lnTo>
                  <a:pt x="11041" y="0"/>
                </a:lnTo>
                <a:cubicBezTo>
                  <a:pt x="11047" y="0"/>
                  <a:pt x="11053" y="2"/>
                  <a:pt x="11057" y="6"/>
                </a:cubicBezTo>
                <a:cubicBezTo>
                  <a:pt x="11061" y="10"/>
                  <a:pt x="11063" y="16"/>
                  <a:pt x="11063" y="21"/>
                </a:cubicBezTo>
                <a:cubicBezTo>
                  <a:pt x="11063" y="27"/>
                  <a:pt x="11061" y="33"/>
                  <a:pt x="11057" y="37"/>
                </a:cubicBezTo>
                <a:cubicBezTo>
                  <a:pt x="11053" y="41"/>
                  <a:pt x="11047" y="43"/>
                  <a:pt x="11041" y="43"/>
                </a:cubicBezTo>
                <a:lnTo>
                  <a:pt x="10904" y="43"/>
                </a:lnTo>
                <a:cubicBezTo>
                  <a:pt x="10898" y="43"/>
                  <a:pt x="10893" y="41"/>
                  <a:pt x="10889" y="37"/>
                </a:cubicBezTo>
                <a:cubicBezTo>
                  <a:pt x="10884" y="33"/>
                  <a:pt x="10882" y="27"/>
                  <a:pt x="10882" y="21"/>
                </a:cubicBezTo>
                <a:cubicBezTo>
                  <a:pt x="10882" y="16"/>
                  <a:pt x="10884" y="10"/>
                  <a:pt x="10889" y="6"/>
                </a:cubicBezTo>
                <a:cubicBezTo>
                  <a:pt x="10893" y="2"/>
                  <a:pt x="10898" y="0"/>
                  <a:pt x="10904" y="0"/>
                </a:cubicBezTo>
                <a:moveTo>
                  <a:pt x="11213" y="0"/>
                </a:moveTo>
                <a:lnTo>
                  <a:pt x="11351" y="0"/>
                </a:lnTo>
                <a:cubicBezTo>
                  <a:pt x="11357" y="0"/>
                  <a:pt x="11362" y="2"/>
                  <a:pt x="11366" y="6"/>
                </a:cubicBezTo>
                <a:cubicBezTo>
                  <a:pt x="11370" y="10"/>
                  <a:pt x="11372" y="16"/>
                  <a:pt x="11372" y="21"/>
                </a:cubicBezTo>
                <a:cubicBezTo>
                  <a:pt x="11372" y="27"/>
                  <a:pt x="11370" y="33"/>
                  <a:pt x="11366" y="37"/>
                </a:cubicBezTo>
                <a:cubicBezTo>
                  <a:pt x="11362" y="41"/>
                  <a:pt x="11357" y="43"/>
                  <a:pt x="11351" y="43"/>
                </a:cubicBezTo>
                <a:lnTo>
                  <a:pt x="11213" y="43"/>
                </a:lnTo>
                <a:cubicBezTo>
                  <a:pt x="11207" y="43"/>
                  <a:pt x="11201" y="41"/>
                  <a:pt x="11197" y="37"/>
                </a:cubicBezTo>
                <a:cubicBezTo>
                  <a:pt x="11193" y="33"/>
                  <a:pt x="11191" y="27"/>
                  <a:pt x="11191" y="21"/>
                </a:cubicBezTo>
                <a:cubicBezTo>
                  <a:pt x="11191" y="16"/>
                  <a:pt x="11193" y="10"/>
                  <a:pt x="11197" y="6"/>
                </a:cubicBezTo>
                <a:cubicBezTo>
                  <a:pt x="11201" y="2"/>
                  <a:pt x="11207" y="0"/>
                  <a:pt x="11213" y="0"/>
                </a:cubicBezTo>
                <a:moveTo>
                  <a:pt x="11525" y="0"/>
                </a:moveTo>
                <a:lnTo>
                  <a:pt x="11596" y="0"/>
                </a:lnTo>
                <a:cubicBezTo>
                  <a:pt x="11602" y="0"/>
                  <a:pt x="11607" y="2"/>
                  <a:pt x="11611" y="6"/>
                </a:cubicBezTo>
                <a:cubicBezTo>
                  <a:pt x="11615" y="10"/>
                  <a:pt x="11617" y="16"/>
                  <a:pt x="11617" y="21"/>
                </a:cubicBezTo>
                <a:lnTo>
                  <a:pt x="11617" y="22"/>
                </a:lnTo>
                <a:lnTo>
                  <a:pt x="11617" y="159"/>
                </a:lnTo>
                <a:cubicBezTo>
                  <a:pt x="11617" y="165"/>
                  <a:pt x="11615" y="170"/>
                  <a:pt x="11611" y="174"/>
                </a:cubicBezTo>
                <a:cubicBezTo>
                  <a:pt x="11607" y="178"/>
                  <a:pt x="11602" y="180"/>
                  <a:pt x="11596" y="180"/>
                </a:cubicBezTo>
                <a:cubicBezTo>
                  <a:pt x="11590" y="180"/>
                  <a:pt x="11585" y="178"/>
                  <a:pt x="11581" y="174"/>
                </a:cubicBezTo>
                <a:cubicBezTo>
                  <a:pt x="11576" y="170"/>
                  <a:pt x="11574" y="165"/>
                  <a:pt x="11574" y="159"/>
                </a:cubicBezTo>
                <a:lnTo>
                  <a:pt x="11574" y="43"/>
                </a:lnTo>
                <a:lnTo>
                  <a:pt x="11525" y="43"/>
                </a:lnTo>
                <a:cubicBezTo>
                  <a:pt x="11519" y="43"/>
                  <a:pt x="11514" y="41"/>
                  <a:pt x="11510" y="37"/>
                </a:cubicBezTo>
                <a:cubicBezTo>
                  <a:pt x="11506" y="33"/>
                  <a:pt x="11504" y="27"/>
                  <a:pt x="11504" y="21"/>
                </a:cubicBezTo>
                <a:cubicBezTo>
                  <a:pt x="11504" y="16"/>
                  <a:pt x="11506" y="10"/>
                  <a:pt x="11510" y="6"/>
                </a:cubicBezTo>
                <a:cubicBezTo>
                  <a:pt x="11514" y="2"/>
                  <a:pt x="11519" y="0"/>
                  <a:pt x="11525" y="0"/>
                </a:cubicBezTo>
                <a:moveTo>
                  <a:pt x="11617" y="331"/>
                </a:moveTo>
                <a:lnTo>
                  <a:pt x="11617" y="469"/>
                </a:lnTo>
                <a:cubicBezTo>
                  <a:pt x="11617" y="475"/>
                  <a:pt x="11615" y="480"/>
                  <a:pt x="11611" y="484"/>
                </a:cubicBezTo>
                <a:cubicBezTo>
                  <a:pt x="11607" y="488"/>
                  <a:pt x="11602" y="490"/>
                  <a:pt x="11596" y="490"/>
                </a:cubicBezTo>
                <a:cubicBezTo>
                  <a:pt x="11590" y="490"/>
                  <a:pt x="11585" y="488"/>
                  <a:pt x="11581" y="484"/>
                </a:cubicBezTo>
                <a:cubicBezTo>
                  <a:pt x="11576" y="480"/>
                  <a:pt x="11574" y="475"/>
                  <a:pt x="11574" y="469"/>
                </a:cubicBezTo>
                <a:lnTo>
                  <a:pt x="11574" y="331"/>
                </a:lnTo>
                <a:cubicBezTo>
                  <a:pt x="11574" y="325"/>
                  <a:pt x="11576" y="320"/>
                  <a:pt x="11581" y="316"/>
                </a:cubicBezTo>
                <a:cubicBezTo>
                  <a:pt x="11585" y="311"/>
                  <a:pt x="11590" y="309"/>
                  <a:pt x="11596" y="309"/>
                </a:cubicBezTo>
                <a:cubicBezTo>
                  <a:pt x="11602" y="309"/>
                  <a:pt x="11607" y="311"/>
                  <a:pt x="11611" y="316"/>
                </a:cubicBezTo>
                <a:cubicBezTo>
                  <a:pt x="11615" y="320"/>
                  <a:pt x="11617" y="325"/>
                  <a:pt x="11617" y="331"/>
                </a:cubicBezTo>
                <a:moveTo>
                  <a:pt x="11617" y="642"/>
                </a:moveTo>
                <a:lnTo>
                  <a:pt x="11617" y="781"/>
                </a:lnTo>
                <a:cubicBezTo>
                  <a:pt x="11617" y="787"/>
                  <a:pt x="11615" y="792"/>
                  <a:pt x="11611" y="796"/>
                </a:cubicBezTo>
                <a:cubicBezTo>
                  <a:pt x="11607" y="800"/>
                  <a:pt x="11602" y="802"/>
                  <a:pt x="11596" y="802"/>
                </a:cubicBezTo>
                <a:cubicBezTo>
                  <a:pt x="11590" y="802"/>
                  <a:pt x="11585" y="800"/>
                  <a:pt x="11581" y="796"/>
                </a:cubicBezTo>
                <a:cubicBezTo>
                  <a:pt x="11576" y="792"/>
                  <a:pt x="11574" y="787"/>
                  <a:pt x="11574" y="781"/>
                </a:cubicBezTo>
                <a:lnTo>
                  <a:pt x="11574" y="642"/>
                </a:lnTo>
                <a:cubicBezTo>
                  <a:pt x="11574" y="636"/>
                  <a:pt x="11576" y="631"/>
                  <a:pt x="11581" y="626"/>
                </a:cubicBezTo>
                <a:cubicBezTo>
                  <a:pt x="11585" y="622"/>
                  <a:pt x="11590" y="620"/>
                  <a:pt x="11596" y="620"/>
                </a:cubicBezTo>
                <a:cubicBezTo>
                  <a:pt x="11602" y="620"/>
                  <a:pt x="11607" y="622"/>
                  <a:pt x="11611" y="626"/>
                </a:cubicBezTo>
                <a:cubicBezTo>
                  <a:pt x="11615" y="631"/>
                  <a:pt x="11617" y="636"/>
                  <a:pt x="11617" y="642"/>
                </a:cubicBezTo>
                <a:moveTo>
                  <a:pt x="11617" y="952"/>
                </a:moveTo>
                <a:lnTo>
                  <a:pt x="11617" y="1088"/>
                </a:lnTo>
                <a:cubicBezTo>
                  <a:pt x="11617" y="1094"/>
                  <a:pt x="11615" y="1100"/>
                  <a:pt x="11611" y="1104"/>
                </a:cubicBezTo>
                <a:cubicBezTo>
                  <a:pt x="11607" y="1108"/>
                  <a:pt x="11602" y="1110"/>
                  <a:pt x="11596" y="1110"/>
                </a:cubicBezTo>
                <a:cubicBezTo>
                  <a:pt x="11590" y="1110"/>
                  <a:pt x="11585" y="1108"/>
                  <a:pt x="11581" y="1104"/>
                </a:cubicBezTo>
                <a:cubicBezTo>
                  <a:pt x="11576" y="1100"/>
                  <a:pt x="11574" y="1094"/>
                  <a:pt x="11574" y="1088"/>
                </a:cubicBezTo>
                <a:lnTo>
                  <a:pt x="11574" y="952"/>
                </a:lnTo>
                <a:cubicBezTo>
                  <a:pt x="11574" y="947"/>
                  <a:pt x="11576" y="941"/>
                  <a:pt x="11581" y="937"/>
                </a:cubicBezTo>
                <a:cubicBezTo>
                  <a:pt x="11585" y="933"/>
                  <a:pt x="11590" y="931"/>
                  <a:pt x="11596" y="931"/>
                </a:cubicBezTo>
                <a:cubicBezTo>
                  <a:pt x="11602" y="931"/>
                  <a:pt x="11607" y="933"/>
                  <a:pt x="11611" y="937"/>
                </a:cubicBezTo>
                <a:cubicBezTo>
                  <a:pt x="11615" y="941"/>
                  <a:pt x="11617" y="947"/>
                  <a:pt x="11617" y="952"/>
                </a:cubicBezTo>
                <a:moveTo>
                  <a:pt x="11617" y="1260"/>
                </a:moveTo>
                <a:lnTo>
                  <a:pt x="11617" y="1398"/>
                </a:lnTo>
                <a:cubicBezTo>
                  <a:pt x="11617" y="1404"/>
                  <a:pt x="11615" y="1409"/>
                  <a:pt x="11611" y="1413"/>
                </a:cubicBezTo>
                <a:cubicBezTo>
                  <a:pt x="11607" y="1417"/>
                  <a:pt x="11602" y="1420"/>
                  <a:pt x="11596" y="1420"/>
                </a:cubicBezTo>
                <a:cubicBezTo>
                  <a:pt x="11590" y="1420"/>
                  <a:pt x="11585" y="1417"/>
                  <a:pt x="11581" y="1413"/>
                </a:cubicBezTo>
                <a:cubicBezTo>
                  <a:pt x="11576" y="1409"/>
                  <a:pt x="11574" y="1404"/>
                  <a:pt x="11574" y="1398"/>
                </a:cubicBezTo>
                <a:lnTo>
                  <a:pt x="11574" y="1260"/>
                </a:lnTo>
                <a:cubicBezTo>
                  <a:pt x="11574" y="1254"/>
                  <a:pt x="11576" y="1249"/>
                  <a:pt x="11581" y="1245"/>
                </a:cubicBezTo>
                <a:cubicBezTo>
                  <a:pt x="11585" y="1240"/>
                  <a:pt x="11590" y="1238"/>
                  <a:pt x="11596" y="1238"/>
                </a:cubicBezTo>
                <a:cubicBezTo>
                  <a:pt x="11602" y="1238"/>
                  <a:pt x="11607" y="1240"/>
                  <a:pt x="11611" y="1245"/>
                </a:cubicBezTo>
                <a:cubicBezTo>
                  <a:pt x="11615" y="1249"/>
                  <a:pt x="11617" y="1254"/>
                  <a:pt x="11617" y="1260"/>
                </a:cubicBezTo>
                <a:moveTo>
                  <a:pt x="11617" y="1572"/>
                </a:moveTo>
                <a:lnTo>
                  <a:pt x="11617" y="1714"/>
                </a:lnTo>
                <a:cubicBezTo>
                  <a:pt x="11617" y="1720"/>
                  <a:pt x="11615" y="1725"/>
                  <a:pt x="11611" y="1729"/>
                </a:cubicBezTo>
                <a:cubicBezTo>
                  <a:pt x="11607" y="1733"/>
                  <a:pt x="11602" y="1735"/>
                  <a:pt x="11596" y="1735"/>
                </a:cubicBezTo>
                <a:cubicBezTo>
                  <a:pt x="11590" y="1735"/>
                  <a:pt x="11585" y="1733"/>
                  <a:pt x="11581" y="1729"/>
                </a:cubicBezTo>
                <a:cubicBezTo>
                  <a:pt x="11576" y="1725"/>
                  <a:pt x="11574" y="1720"/>
                  <a:pt x="11574" y="1714"/>
                </a:cubicBezTo>
                <a:lnTo>
                  <a:pt x="11574" y="1572"/>
                </a:lnTo>
                <a:cubicBezTo>
                  <a:pt x="11574" y="1567"/>
                  <a:pt x="11576" y="1561"/>
                  <a:pt x="11581" y="1557"/>
                </a:cubicBezTo>
                <a:cubicBezTo>
                  <a:pt x="11585" y="1553"/>
                  <a:pt x="11590" y="1551"/>
                  <a:pt x="11596" y="1551"/>
                </a:cubicBezTo>
                <a:cubicBezTo>
                  <a:pt x="11602" y="1551"/>
                  <a:pt x="11607" y="1553"/>
                  <a:pt x="11611" y="1557"/>
                </a:cubicBezTo>
                <a:cubicBezTo>
                  <a:pt x="11615" y="1561"/>
                  <a:pt x="11617" y="1567"/>
                  <a:pt x="11617" y="1572"/>
                </a:cubicBezTo>
                <a:moveTo>
                  <a:pt x="11617" y="1885"/>
                </a:moveTo>
                <a:lnTo>
                  <a:pt x="11617" y="2023"/>
                </a:lnTo>
                <a:cubicBezTo>
                  <a:pt x="11617" y="2029"/>
                  <a:pt x="11615" y="2034"/>
                  <a:pt x="11611" y="2039"/>
                </a:cubicBezTo>
                <a:cubicBezTo>
                  <a:pt x="11607" y="2043"/>
                  <a:pt x="11602" y="2045"/>
                  <a:pt x="11596" y="2045"/>
                </a:cubicBezTo>
                <a:cubicBezTo>
                  <a:pt x="11590" y="2045"/>
                  <a:pt x="11585" y="2043"/>
                  <a:pt x="11581" y="2039"/>
                </a:cubicBezTo>
                <a:cubicBezTo>
                  <a:pt x="11576" y="2034"/>
                  <a:pt x="11574" y="2029"/>
                  <a:pt x="11574" y="2023"/>
                </a:cubicBezTo>
                <a:lnTo>
                  <a:pt x="11574" y="1885"/>
                </a:lnTo>
                <a:cubicBezTo>
                  <a:pt x="11574" y="1879"/>
                  <a:pt x="11576" y="1874"/>
                  <a:pt x="11581" y="1870"/>
                </a:cubicBezTo>
                <a:cubicBezTo>
                  <a:pt x="11585" y="1866"/>
                  <a:pt x="11590" y="1864"/>
                  <a:pt x="11596" y="1864"/>
                </a:cubicBezTo>
                <a:cubicBezTo>
                  <a:pt x="11602" y="1864"/>
                  <a:pt x="11607" y="1866"/>
                  <a:pt x="11611" y="1870"/>
                </a:cubicBezTo>
                <a:cubicBezTo>
                  <a:pt x="11615" y="1874"/>
                  <a:pt x="11617" y="1879"/>
                  <a:pt x="11617" y="1885"/>
                </a:cubicBezTo>
                <a:moveTo>
                  <a:pt x="11617" y="2198"/>
                </a:moveTo>
                <a:lnTo>
                  <a:pt x="11617" y="2334"/>
                </a:lnTo>
                <a:cubicBezTo>
                  <a:pt x="11617" y="2340"/>
                  <a:pt x="11615" y="2345"/>
                  <a:pt x="11611" y="2349"/>
                </a:cubicBezTo>
                <a:cubicBezTo>
                  <a:pt x="11607" y="2354"/>
                  <a:pt x="11602" y="2356"/>
                  <a:pt x="11596" y="2356"/>
                </a:cubicBezTo>
                <a:cubicBezTo>
                  <a:pt x="11590" y="2356"/>
                  <a:pt x="11585" y="2354"/>
                  <a:pt x="11581" y="2349"/>
                </a:cubicBezTo>
                <a:cubicBezTo>
                  <a:pt x="11576" y="2345"/>
                  <a:pt x="11574" y="2340"/>
                  <a:pt x="11574" y="2334"/>
                </a:cubicBezTo>
                <a:lnTo>
                  <a:pt x="11574" y="2198"/>
                </a:lnTo>
                <a:cubicBezTo>
                  <a:pt x="11574" y="2192"/>
                  <a:pt x="11576" y="2187"/>
                  <a:pt x="11581" y="2183"/>
                </a:cubicBezTo>
                <a:cubicBezTo>
                  <a:pt x="11585" y="2178"/>
                  <a:pt x="11590" y="2176"/>
                  <a:pt x="11596" y="2176"/>
                </a:cubicBezTo>
                <a:cubicBezTo>
                  <a:pt x="11602" y="2176"/>
                  <a:pt x="11607" y="2178"/>
                  <a:pt x="11611" y="2183"/>
                </a:cubicBezTo>
                <a:cubicBezTo>
                  <a:pt x="11615" y="2187"/>
                  <a:pt x="11617" y="2192"/>
                  <a:pt x="11617" y="2198"/>
                </a:cubicBezTo>
                <a:moveTo>
                  <a:pt x="11617" y="2507"/>
                </a:moveTo>
                <a:lnTo>
                  <a:pt x="11617" y="2646"/>
                </a:lnTo>
                <a:cubicBezTo>
                  <a:pt x="11617" y="2652"/>
                  <a:pt x="11615" y="2658"/>
                  <a:pt x="11611" y="2662"/>
                </a:cubicBezTo>
                <a:cubicBezTo>
                  <a:pt x="11607" y="2666"/>
                  <a:pt x="11602" y="2668"/>
                  <a:pt x="11596" y="2668"/>
                </a:cubicBezTo>
                <a:cubicBezTo>
                  <a:pt x="11590" y="2668"/>
                  <a:pt x="11585" y="2666"/>
                  <a:pt x="11581" y="2662"/>
                </a:cubicBezTo>
                <a:cubicBezTo>
                  <a:pt x="11576" y="2658"/>
                  <a:pt x="11574" y="2652"/>
                  <a:pt x="11574" y="2646"/>
                </a:cubicBezTo>
                <a:lnTo>
                  <a:pt x="11574" y="2507"/>
                </a:lnTo>
                <a:cubicBezTo>
                  <a:pt x="11574" y="2501"/>
                  <a:pt x="11576" y="2496"/>
                  <a:pt x="11581" y="2491"/>
                </a:cubicBezTo>
                <a:cubicBezTo>
                  <a:pt x="11585" y="2487"/>
                  <a:pt x="11590" y="2485"/>
                  <a:pt x="11596" y="2485"/>
                </a:cubicBezTo>
                <a:cubicBezTo>
                  <a:pt x="11602" y="2485"/>
                  <a:pt x="11607" y="2487"/>
                  <a:pt x="11611" y="2491"/>
                </a:cubicBezTo>
                <a:cubicBezTo>
                  <a:pt x="11615" y="2496"/>
                  <a:pt x="11617" y="2501"/>
                  <a:pt x="11617" y="2507"/>
                </a:cubicBezTo>
                <a:moveTo>
                  <a:pt x="11617" y="2817"/>
                </a:moveTo>
                <a:lnTo>
                  <a:pt x="11617" y="2955"/>
                </a:lnTo>
                <a:cubicBezTo>
                  <a:pt x="11617" y="2961"/>
                  <a:pt x="11615" y="2966"/>
                  <a:pt x="11611" y="2970"/>
                </a:cubicBezTo>
                <a:cubicBezTo>
                  <a:pt x="11607" y="2975"/>
                  <a:pt x="11602" y="2977"/>
                  <a:pt x="11596" y="2977"/>
                </a:cubicBezTo>
                <a:cubicBezTo>
                  <a:pt x="11590" y="2977"/>
                  <a:pt x="11585" y="2975"/>
                  <a:pt x="11581" y="2970"/>
                </a:cubicBezTo>
                <a:cubicBezTo>
                  <a:pt x="11576" y="2966"/>
                  <a:pt x="11574" y="2961"/>
                  <a:pt x="11574" y="2955"/>
                </a:cubicBezTo>
                <a:lnTo>
                  <a:pt x="11574" y="2817"/>
                </a:lnTo>
                <a:cubicBezTo>
                  <a:pt x="11574" y="2811"/>
                  <a:pt x="11576" y="2806"/>
                  <a:pt x="11581" y="2802"/>
                </a:cubicBezTo>
                <a:cubicBezTo>
                  <a:pt x="11585" y="2798"/>
                  <a:pt x="11590" y="2796"/>
                  <a:pt x="11596" y="2796"/>
                </a:cubicBezTo>
                <a:cubicBezTo>
                  <a:pt x="11602" y="2796"/>
                  <a:pt x="11607" y="2798"/>
                  <a:pt x="11611" y="2802"/>
                </a:cubicBezTo>
                <a:cubicBezTo>
                  <a:pt x="11615" y="2806"/>
                  <a:pt x="11617" y="2811"/>
                  <a:pt x="11617" y="2817"/>
                </a:cubicBezTo>
                <a:moveTo>
                  <a:pt x="11617" y="3130"/>
                </a:moveTo>
                <a:lnTo>
                  <a:pt x="11617" y="3267"/>
                </a:lnTo>
                <a:cubicBezTo>
                  <a:pt x="11617" y="3273"/>
                  <a:pt x="11615" y="3278"/>
                  <a:pt x="11611" y="3282"/>
                </a:cubicBezTo>
                <a:cubicBezTo>
                  <a:pt x="11607" y="3286"/>
                  <a:pt x="11602" y="3289"/>
                  <a:pt x="11596" y="3289"/>
                </a:cubicBezTo>
                <a:cubicBezTo>
                  <a:pt x="11590" y="3289"/>
                  <a:pt x="11585" y="3286"/>
                  <a:pt x="11581" y="3282"/>
                </a:cubicBezTo>
                <a:cubicBezTo>
                  <a:pt x="11576" y="3278"/>
                  <a:pt x="11574" y="3273"/>
                  <a:pt x="11574" y="3267"/>
                </a:cubicBezTo>
                <a:lnTo>
                  <a:pt x="11574" y="3130"/>
                </a:lnTo>
                <a:cubicBezTo>
                  <a:pt x="11574" y="3124"/>
                  <a:pt x="11576" y="3119"/>
                  <a:pt x="11581" y="3115"/>
                </a:cubicBezTo>
                <a:cubicBezTo>
                  <a:pt x="11585" y="3110"/>
                  <a:pt x="11590" y="3108"/>
                  <a:pt x="11596" y="3108"/>
                </a:cubicBezTo>
                <a:cubicBezTo>
                  <a:pt x="11602" y="3108"/>
                  <a:pt x="11607" y="3110"/>
                  <a:pt x="11611" y="3115"/>
                </a:cubicBezTo>
                <a:cubicBezTo>
                  <a:pt x="11615" y="3119"/>
                  <a:pt x="11617" y="3124"/>
                  <a:pt x="11617" y="3130"/>
                </a:cubicBezTo>
                <a:moveTo>
                  <a:pt x="11617" y="3438"/>
                </a:moveTo>
                <a:lnTo>
                  <a:pt x="11617" y="3577"/>
                </a:lnTo>
                <a:cubicBezTo>
                  <a:pt x="11617" y="3583"/>
                  <a:pt x="11615" y="3588"/>
                  <a:pt x="11611" y="3593"/>
                </a:cubicBezTo>
                <a:cubicBezTo>
                  <a:pt x="11607" y="3597"/>
                  <a:pt x="11602" y="3599"/>
                  <a:pt x="11596" y="3599"/>
                </a:cubicBezTo>
                <a:cubicBezTo>
                  <a:pt x="11590" y="3599"/>
                  <a:pt x="11585" y="3597"/>
                  <a:pt x="11581" y="3593"/>
                </a:cubicBezTo>
                <a:cubicBezTo>
                  <a:pt x="11576" y="3588"/>
                  <a:pt x="11574" y="3583"/>
                  <a:pt x="11574" y="3577"/>
                </a:cubicBezTo>
                <a:lnTo>
                  <a:pt x="11574" y="3438"/>
                </a:lnTo>
                <a:cubicBezTo>
                  <a:pt x="11574" y="3432"/>
                  <a:pt x="11576" y="3427"/>
                  <a:pt x="11581" y="3423"/>
                </a:cubicBezTo>
                <a:cubicBezTo>
                  <a:pt x="11585" y="3419"/>
                  <a:pt x="11590" y="3417"/>
                  <a:pt x="11596" y="3417"/>
                </a:cubicBezTo>
                <a:cubicBezTo>
                  <a:pt x="11602" y="3417"/>
                  <a:pt x="11607" y="3419"/>
                  <a:pt x="11611" y="3423"/>
                </a:cubicBezTo>
                <a:cubicBezTo>
                  <a:pt x="11615" y="3427"/>
                  <a:pt x="11617" y="3432"/>
                  <a:pt x="11617" y="3438"/>
                </a:cubicBezTo>
                <a:moveTo>
                  <a:pt x="11617" y="3751"/>
                </a:moveTo>
                <a:lnTo>
                  <a:pt x="11617" y="3887"/>
                </a:lnTo>
                <a:cubicBezTo>
                  <a:pt x="11617" y="3893"/>
                  <a:pt x="11615" y="3898"/>
                  <a:pt x="11611" y="3903"/>
                </a:cubicBezTo>
                <a:cubicBezTo>
                  <a:pt x="11607" y="3907"/>
                  <a:pt x="11602" y="3909"/>
                  <a:pt x="11596" y="3909"/>
                </a:cubicBezTo>
                <a:cubicBezTo>
                  <a:pt x="11590" y="3909"/>
                  <a:pt x="11585" y="3907"/>
                  <a:pt x="11581" y="3903"/>
                </a:cubicBezTo>
                <a:cubicBezTo>
                  <a:pt x="11576" y="3898"/>
                  <a:pt x="11574" y="3893"/>
                  <a:pt x="11574" y="3887"/>
                </a:cubicBezTo>
                <a:lnTo>
                  <a:pt x="11574" y="3751"/>
                </a:lnTo>
                <a:cubicBezTo>
                  <a:pt x="11574" y="3745"/>
                  <a:pt x="11576" y="3740"/>
                  <a:pt x="11581" y="3736"/>
                </a:cubicBezTo>
                <a:cubicBezTo>
                  <a:pt x="11585" y="3732"/>
                  <a:pt x="11590" y="3730"/>
                  <a:pt x="11596" y="3730"/>
                </a:cubicBezTo>
                <a:cubicBezTo>
                  <a:pt x="11602" y="3730"/>
                  <a:pt x="11607" y="3732"/>
                  <a:pt x="11611" y="3736"/>
                </a:cubicBezTo>
                <a:cubicBezTo>
                  <a:pt x="11615" y="3740"/>
                  <a:pt x="11617" y="3745"/>
                  <a:pt x="11617" y="3751"/>
                </a:cubicBezTo>
                <a:moveTo>
                  <a:pt x="11617" y="4060"/>
                </a:moveTo>
                <a:lnTo>
                  <a:pt x="11617" y="4200"/>
                </a:lnTo>
                <a:cubicBezTo>
                  <a:pt x="11617" y="4206"/>
                  <a:pt x="11615" y="4211"/>
                  <a:pt x="11611" y="4216"/>
                </a:cubicBezTo>
                <a:cubicBezTo>
                  <a:pt x="11607" y="4220"/>
                  <a:pt x="11602" y="4222"/>
                  <a:pt x="11596" y="4222"/>
                </a:cubicBezTo>
                <a:cubicBezTo>
                  <a:pt x="11590" y="4222"/>
                  <a:pt x="11585" y="4220"/>
                  <a:pt x="11581" y="4216"/>
                </a:cubicBezTo>
                <a:cubicBezTo>
                  <a:pt x="11576" y="4211"/>
                  <a:pt x="11574" y="4206"/>
                  <a:pt x="11574" y="4200"/>
                </a:cubicBezTo>
                <a:lnTo>
                  <a:pt x="11574" y="4060"/>
                </a:lnTo>
                <a:cubicBezTo>
                  <a:pt x="11574" y="4054"/>
                  <a:pt x="11576" y="4049"/>
                  <a:pt x="11581" y="4045"/>
                </a:cubicBezTo>
                <a:cubicBezTo>
                  <a:pt x="11585" y="4041"/>
                  <a:pt x="11590" y="4038"/>
                  <a:pt x="11596" y="4038"/>
                </a:cubicBezTo>
                <a:cubicBezTo>
                  <a:pt x="11602" y="4038"/>
                  <a:pt x="11607" y="4041"/>
                  <a:pt x="11611" y="4045"/>
                </a:cubicBezTo>
                <a:cubicBezTo>
                  <a:pt x="11615" y="4049"/>
                  <a:pt x="11617" y="4054"/>
                  <a:pt x="11617" y="4060"/>
                </a:cubicBezTo>
                <a:moveTo>
                  <a:pt x="11617" y="4372"/>
                </a:moveTo>
                <a:lnTo>
                  <a:pt x="11617" y="4508"/>
                </a:lnTo>
                <a:cubicBezTo>
                  <a:pt x="11617" y="4514"/>
                  <a:pt x="11615" y="4519"/>
                  <a:pt x="11611" y="4524"/>
                </a:cubicBezTo>
                <a:cubicBezTo>
                  <a:pt x="11607" y="4528"/>
                  <a:pt x="11602" y="4530"/>
                  <a:pt x="11596" y="4530"/>
                </a:cubicBezTo>
                <a:cubicBezTo>
                  <a:pt x="11590" y="4530"/>
                  <a:pt x="11585" y="4528"/>
                  <a:pt x="11581" y="4524"/>
                </a:cubicBezTo>
                <a:cubicBezTo>
                  <a:pt x="11576" y="4519"/>
                  <a:pt x="11574" y="4514"/>
                  <a:pt x="11574" y="4508"/>
                </a:cubicBezTo>
                <a:lnTo>
                  <a:pt x="11574" y="4372"/>
                </a:lnTo>
                <a:cubicBezTo>
                  <a:pt x="11574" y="4366"/>
                  <a:pt x="11576" y="4361"/>
                  <a:pt x="11581" y="4356"/>
                </a:cubicBezTo>
                <a:cubicBezTo>
                  <a:pt x="11585" y="4352"/>
                  <a:pt x="11590" y="4350"/>
                  <a:pt x="11596" y="4350"/>
                </a:cubicBezTo>
                <a:cubicBezTo>
                  <a:pt x="11602" y="4350"/>
                  <a:pt x="11607" y="4352"/>
                  <a:pt x="11611" y="4356"/>
                </a:cubicBezTo>
                <a:cubicBezTo>
                  <a:pt x="11615" y="4361"/>
                  <a:pt x="11617" y="4366"/>
                  <a:pt x="11617" y="4372"/>
                </a:cubicBezTo>
                <a:moveTo>
                  <a:pt x="11617" y="4682"/>
                </a:moveTo>
                <a:lnTo>
                  <a:pt x="11617" y="4823"/>
                </a:lnTo>
                <a:cubicBezTo>
                  <a:pt x="11617" y="4829"/>
                  <a:pt x="11615" y="4834"/>
                  <a:pt x="11611" y="4838"/>
                </a:cubicBezTo>
                <a:cubicBezTo>
                  <a:pt x="11607" y="4843"/>
                  <a:pt x="11602" y="4845"/>
                  <a:pt x="11596" y="4845"/>
                </a:cubicBezTo>
                <a:cubicBezTo>
                  <a:pt x="11590" y="4845"/>
                  <a:pt x="11585" y="4843"/>
                  <a:pt x="11581" y="4838"/>
                </a:cubicBezTo>
                <a:cubicBezTo>
                  <a:pt x="11576" y="4834"/>
                  <a:pt x="11574" y="4829"/>
                  <a:pt x="11574" y="4823"/>
                </a:cubicBezTo>
                <a:lnTo>
                  <a:pt x="11574" y="4682"/>
                </a:lnTo>
                <a:cubicBezTo>
                  <a:pt x="11574" y="4676"/>
                  <a:pt x="11576" y="4671"/>
                  <a:pt x="11581" y="4667"/>
                </a:cubicBezTo>
                <a:cubicBezTo>
                  <a:pt x="11585" y="4663"/>
                  <a:pt x="11590" y="4660"/>
                  <a:pt x="11596" y="4660"/>
                </a:cubicBezTo>
                <a:cubicBezTo>
                  <a:pt x="11602" y="4660"/>
                  <a:pt x="11607" y="4663"/>
                  <a:pt x="11611" y="4667"/>
                </a:cubicBezTo>
                <a:cubicBezTo>
                  <a:pt x="11615" y="4671"/>
                  <a:pt x="11617" y="4676"/>
                  <a:pt x="11617" y="4682"/>
                </a:cubicBezTo>
                <a:moveTo>
                  <a:pt x="11617" y="4993"/>
                </a:moveTo>
                <a:lnTo>
                  <a:pt x="11617" y="5130"/>
                </a:lnTo>
                <a:cubicBezTo>
                  <a:pt x="11617" y="5136"/>
                  <a:pt x="11615" y="5141"/>
                  <a:pt x="11611" y="5145"/>
                </a:cubicBezTo>
                <a:cubicBezTo>
                  <a:pt x="11607" y="5149"/>
                  <a:pt x="11602" y="5151"/>
                  <a:pt x="11596" y="5151"/>
                </a:cubicBezTo>
                <a:cubicBezTo>
                  <a:pt x="11590" y="5151"/>
                  <a:pt x="11585" y="5149"/>
                  <a:pt x="11581" y="5145"/>
                </a:cubicBezTo>
                <a:cubicBezTo>
                  <a:pt x="11576" y="5141"/>
                  <a:pt x="11574" y="5136"/>
                  <a:pt x="11574" y="5130"/>
                </a:cubicBezTo>
                <a:lnTo>
                  <a:pt x="11574" y="4993"/>
                </a:lnTo>
                <a:cubicBezTo>
                  <a:pt x="11574" y="4987"/>
                  <a:pt x="11576" y="4982"/>
                  <a:pt x="11581" y="4978"/>
                </a:cubicBezTo>
                <a:cubicBezTo>
                  <a:pt x="11585" y="4973"/>
                  <a:pt x="11590" y="4971"/>
                  <a:pt x="11596" y="4971"/>
                </a:cubicBezTo>
                <a:cubicBezTo>
                  <a:pt x="11602" y="4971"/>
                  <a:pt x="11607" y="4973"/>
                  <a:pt x="11611" y="4978"/>
                </a:cubicBezTo>
                <a:cubicBezTo>
                  <a:pt x="11615" y="4982"/>
                  <a:pt x="11617" y="4987"/>
                  <a:pt x="11617" y="4993"/>
                </a:cubicBezTo>
                <a:moveTo>
                  <a:pt x="11617" y="5304"/>
                </a:moveTo>
                <a:lnTo>
                  <a:pt x="11617" y="5445"/>
                </a:lnTo>
                <a:cubicBezTo>
                  <a:pt x="11617" y="5451"/>
                  <a:pt x="11615" y="5456"/>
                  <a:pt x="11611" y="5460"/>
                </a:cubicBezTo>
                <a:cubicBezTo>
                  <a:pt x="11607" y="5464"/>
                  <a:pt x="11602" y="5467"/>
                  <a:pt x="11596" y="5467"/>
                </a:cubicBezTo>
                <a:cubicBezTo>
                  <a:pt x="11590" y="5467"/>
                  <a:pt x="11585" y="5464"/>
                  <a:pt x="11581" y="5460"/>
                </a:cubicBezTo>
                <a:cubicBezTo>
                  <a:pt x="11576" y="5456"/>
                  <a:pt x="11574" y="5451"/>
                  <a:pt x="11574" y="5445"/>
                </a:cubicBezTo>
                <a:lnTo>
                  <a:pt x="11574" y="5304"/>
                </a:lnTo>
                <a:cubicBezTo>
                  <a:pt x="11574" y="5298"/>
                  <a:pt x="11576" y="5293"/>
                  <a:pt x="11581" y="5288"/>
                </a:cubicBezTo>
                <a:cubicBezTo>
                  <a:pt x="11585" y="5284"/>
                  <a:pt x="11590" y="5282"/>
                  <a:pt x="11596" y="5282"/>
                </a:cubicBezTo>
                <a:cubicBezTo>
                  <a:pt x="11602" y="5282"/>
                  <a:pt x="11607" y="5284"/>
                  <a:pt x="11611" y="5288"/>
                </a:cubicBezTo>
                <a:cubicBezTo>
                  <a:pt x="11615" y="5293"/>
                  <a:pt x="11617" y="5298"/>
                  <a:pt x="11617" y="5304"/>
                </a:cubicBezTo>
                <a:moveTo>
                  <a:pt x="11617" y="5614"/>
                </a:moveTo>
                <a:lnTo>
                  <a:pt x="11617" y="5751"/>
                </a:lnTo>
                <a:cubicBezTo>
                  <a:pt x="11617" y="5757"/>
                  <a:pt x="11615" y="5762"/>
                  <a:pt x="11611" y="5766"/>
                </a:cubicBezTo>
                <a:cubicBezTo>
                  <a:pt x="11607" y="5771"/>
                  <a:pt x="11602" y="5773"/>
                  <a:pt x="11596" y="5773"/>
                </a:cubicBezTo>
                <a:cubicBezTo>
                  <a:pt x="11590" y="5773"/>
                  <a:pt x="11585" y="5771"/>
                  <a:pt x="11581" y="5766"/>
                </a:cubicBezTo>
                <a:cubicBezTo>
                  <a:pt x="11576" y="5762"/>
                  <a:pt x="11574" y="5757"/>
                  <a:pt x="11574" y="5751"/>
                </a:cubicBezTo>
                <a:lnTo>
                  <a:pt x="11574" y="5614"/>
                </a:lnTo>
                <a:cubicBezTo>
                  <a:pt x="11574" y="5609"/>
                  <a:pt x="11576" y="5603"/>
                  <a:pt x="11581" y="5599"/>
                </a:cubicBezTo>
                <a:cubicBezTo>
                  <a:pt x="11585" y="5595"/>
                  <a:pt x="11590" y="5593"/>
                  <a:pt x="11596" y="5593"/>
                </a:cubicBezTo>
                <a:cubicBezTo>
                  <a:pt x="11602" y="5593"/>
                  <a:pt x="11607" y="5595"/>
                  <a:pt x="11611" y="5599"/>
                </a:cubicBezTo>
                <a:cubicBezTo>
                  <a:pt x="11615" y="5603"/>
                  <a:pt x="11617" y="5609"/>
                  <a:pt x="11617" y="5614"/>
                </a:cubicBezTo>
                <a:moveTo>
                  <a:pt x="11617" y="5925"/>
                </a:moveTo>
                <a:lnTo>
                  <a:pt x="11617" y="6066"/>
                </a:lnTo>
                <a:cubicBezTo>
                  <a:pt x="11617" y="6072"/>
                  <a:pt x="11615" y="6077"/>
                  <a:pt x="11611" y="6081"/>
                </a:cubicBezTo>
                <a:cubicBezTo>
                  <a:pt x="11607" y="6085"/>
                  <a:pt x="11602" y="6087"/>
                  <a:pt x="11596" y="6087"/>
                </a:cubicBezTo>
                <a:cubicBezTo>
                  <a:pt x="11590" y="6087"/>
                  <a:pt x="11585" y="6085"/>
                  <a:pt x="11581" y="6081"/>
                </a:cubicBezTo>
                <a:cubicBezTo>
                  <a:pt x="11576" y="6077"/>
                  <a:pt x="11574" y="6072"/>
                  <a:pt x="11574" y="6066"/>
                </a:cubicBezTo>
                <a:lnTo>
                  <a:pt x="11574" y="5925"/>
                </a:lnTo>
                <a:cubicBezTo>
                  <a:pt x="11574" y="5919"/>
                  <a:pt x="11576" y="5914"/>
                  <a:pt x="11581" y="5909"/>
                </a:cubicBezTo>
                <a:cubicBezTo>
                  <a:pt x="11585" y="5905"/>
                  <a:pt x="11590" y="5903"/>
                  <a:pt x="11596" y="5903"/>
                </a:cubicBezTo>
                <a:cubicBezTo>
                  <a:pt x="11602" y="5903"/>
                  <a:pt x="11607" y="5905"/>
                  <a:pt x="11611" y="5909"/>
                </a:cubicBezTo>
                <a:cubicBezTo>
                  <a:pt x="11615" y="5914"/>
                  <a:pt x="11617" y="5919"/>
                  <a:pt x="11617" y="5925"/>
                </a:cubicBezTo>
                <a:moveTo>
                  <a:pt x="11617" y="6237"/>
                </a:moveTo>
                <a:lnTo>
                  <a:pt x="11617" y="6373"/>
                </a:lnTo>
                <a:cubicBezTo>
                  <a:pt x="11617" y="6379"/>
                  <a:pt x="11615" y="6384"/>
                  <a:pt x="11611" y="6388"/>
                </a:cubicBezTo>
                <a:cubicBezTo>
                  <a:pt x="11607" y="6393"/>
                  <a:pt x="11602" y="6395"/>
                  <a:pt x="11596" y="6395"/>
                </a:cubicBezTo>
                <a:cubicBezTo>
                  <a:pt x="11590" y="6395"/>
                  <a:pt x="11585" y="6393"/>
                  <a:pt x="11581" y="6388"/>
                </a:cubicBezTo>
                <a:cubicBezTo>
                  <a:pt x="11576" y="6384"/>
                  <a:pt x="11574" y="6379"/>
                  <a:pt x="11574" y="6373"/>
                </a:cubicBezTo>
                <a:lnTo>
                  <a:pt x="11574" y="6237"/>
                </a:lnTo>
                <a:cubicBezTo>
                  <a:pt x="11574" y="6231"/>
                  <a:pt x="11576" y="6226"/>
                  <a:pt x="11581" y="6222"/>
                </a:cubicBezTo>
                <a:cubicBezTo>
                  <a:pt x="11585" y="6218"/>
                  <a:pt x="11590" y="6215"/>
                  <a:pt x="11596" y="6215"/>
                </a:cubicBezTo>
                <a:cubicBezTo>
                  <a:pt x="11602" y="6215"/>
                  <a:pt x="11607" y="6218"/>
                  <a:pt x="11611" y="6222"/>
                </a:cubicBezTo>
                <a:cubicBezTo>
                  <a:pt x="11615" y="6226"/>
                  <a:pt x="11617" y="6231"/>
                  <a:pt x="11617" y="6237"/>
                </a:cubicBezTo>
                <a:moveTo>
                  <a:pt x="11617" y="6545"/>
                </a:moveTo>
                <a:lnTo>
                  <a:pt x="11617" y="6685"/>
                </a:lnTo>
                <a:cubicBezTo>
                  <a:pt x="11617" y="6691"/>
                  <a:pt x="11615" y="6696"/>
                  <a:pt x="11611" y="6701"/>
                </a:cubicBezTo>
                <a:cubicBezTo>
                  <a:pt x="11607" y="6705"/>
                  <a:pt x="11602" y="6707"/>
                  <a:pt x="11596" y="6707"/>
                </a:cubicBezTo>
                <a:cubicBezTo>
                  <a:pt x="11590" y="6707"/>
                  <a:pt x="11585" y="6705"/>
                  <a:pt x="11581" y="6701"/>
                </a:cubicBezTo>
                <a:cubicBezTo>
                  <a:pt x="11576" y="6696"/>
                  <a:pt x="11574" y="6691"/>
                  <a:pt x="11574" y="6685"/>
                </a:cubicBezTo>
                <a:lnTo>
                  <a:pt x="11574" y="6545"/>
                </a:lnTo>
                <a:cubicBezTo>
                  <a:pt x="11574" y="6540"/>
                  <a:pt x="11576" y="6534"/>
                  <a:pt x="11581" y="6530"/>
                </a:cubicBezTo>
                <a:cubicBezTo>
                  <a:pt x="11585" y="6526"/>
                  <a:pt x="11590" y="6524"/>
                  <a:pt x="11596" y="6524"/>
                </a:cubicBezTo>
                <a:cubicBezTo>
                  <a:pt x="11602" y="6524"/>
                  <a:pt x="11607" y="6526"/>
                  <a:pt x="11611" y="6530"/>
                </a:cubicBezTo>
                <a:cubicBezTo>
                  <a:pt x="11615" y="6534"/>
                  <a:pt x="11617" y="6540"/>
                  <a:pt x="11617" y="6545"/>
                </a:cubicBezTo>
                <a:moveTo>
                  <a:pt x="11617" y="6861"/>
                </a:moveTo>
                <a:lnTo>
                  <a:pt x="11617" y="6997"/>
                </a:lnTo>
                <a:cubicBezTo>
                  <a:pt x="11617" y="7003"/>
                  <a:pt x="11615" y="7008"/>
                  <a:pt x="11611" y="7012"/>
                </a:cubicBezTo>
                <a:cubicBezTo>
                  <a:pt x="11607" y="7016"/>
                  <a:pt x="11602" y="7019"/>
                  <a:pt x="11596" y="7019"/>
                </a:cubicBezTo>
                <a:cubicBezTo>
                  <a:pt x="11590" y="7019"/>
                  <a:pt x="11585" y="7016"/>
                  <a:pt x="11581" y="7012"/>
                </a:cubicBezTo>
                <a:cubicBezTo>
                  <a:pt x="11576" y="7008"/>
                  <a:pt x="11574" y="7003"/>
                  <a:pt x="11574" y="6997"/>
                </a:cubicBezTo>
                <a:lnTo>
                  <a:pt x="11574" y="6861"/>
                </a:lnTo>
                <a:cubicBezTo>
                  <a:pt x="11574" y="6855"/>
                  <a:pt x="11576" y="6850"/>
                  <a:pt x="11581" y="6846"/>
                </a:cubicBezTo>
                <a:cubicBezTo>
                  <a:pt x="11585" y="6842"/>
                  <a:pt x="11590" y="6840"/>
                  <a:pt x="11596" y="6840"/>
                </a:cubicBezTo>
                <a:cubicBezTo>
                  <a:pt x="11602" y="6840"/>
                  <a:pt x="11607" y="6842"/>
                  <a:pt x="11611" y="6846"/>
                </a:cubicBezTo>
                <a:cubicBezTo>
                  <a:pt x="11615" y="6850"/>
                  <a:pt x="11617" y="6855"/>
                  <a:pt x="11617" y="6861"/>
                </a:cubicBezTo>
                <a:moveTo>
                  <a:pt x="11617" y="7168"/>
                </a:moveTo>
                <a:lnTo>
                  <a:pt x="11617" y="7306"/>
                </a:lnTo>
                <a:cubicBezTo>
                  <a:pt x="11617" y="7312"/>
                  <a:pt x="11615" y="7317"/>
                  <a:pt x="11611" y="7322"/>
                </a:cubicBezTo>
                <a:cubicBezTo>
                  <a:pt x="11607" y="7326"/>
                  <a:pt x="11602" y="7328"/>
                  <a:pt x="11596" y="7328"/>
                </a:cubicBezTo>
                <a:cubicBezTo>
                  <a:pt x="11590" y="7328"/>
                  <a:pt x="11585" y="7326"/>
                  <a:pt x="11581" y="7322"/>
                </a:cubicBezTo>
                <a:cubicBezTo>
                  <a:pt x="11576" y="7317"/>
                  <a:pt x="11574" y="7312"/>
                  <a:pt x="11574" y="7306"/>
                </a:cubicBezTo>
                <a:lnTo>
                  <a:pt x="11574" y="7168"/>
                </a:lnTo>
                <a:cubicBezTo>
                  <a:pt x="11574" y="7162"/>
                  <a:pt x="11576" y="7157"/>
                  <a:pt x="11581" y="7152"/>
                </a:cubicBezTo>
                <a:cubicBezTo>
                  <a:pt x="11585" y="7148"/>
                  <a:pt x="11590" y="7146"/>
                  <a:pt x="11596" y="7146"/>
                </a:cubicBezTo>
                <a:cubicBezTo>
                  <a:pt x="11602" y="7146"/>
                  <a:pt x="11607" y="7148"/>
                  <a:pt x="11611" y="7152"/>
                </a:cubicBezTo>
                <a:cubicBezTo>
                  <a:pt x="11615" y="7157"/>
                  <a:pt x="11617" y="7162"/>
                  <a:pt x="11617" y="7168"/>
                </a:cubicBezTo>
                <a:moveTo>
                  <a:pt x="11617" y="7482"/>
                </a:moveTo>
                <a:lnTo>
                  <a:pt x="11617" y="7623"/>
                </a:lnTo>
                <a:cubicBezTo>
                  <a:pt x="11617" y="7629"/>
                  <a:pt x="11615" y="7634"/>
                  <a:pt x="11611" y="7638"/>
                </a:cubicBezTo>
                <a:cubicBezTo>
                  <a:pt x="11607" y="7642"/>
                  <a:pt x="11602" y="7644"/>
                  <a:pt x="11596" y="7644"/>
                </a:cubicBezTo>
                <a:cubicBezTo>
                  <a:pt x="11590" y="7644"/>
                  <a:pt x="11585" y="7642"/>
                  <a:pt x="11581" y="7638"/>
                </a:cubicBezTo>
                <a:cubicBezTo>
                  <a:pt x="11576" y="7634"/>
                  <a:pt x="11574" y="7629"/>
                  <a:pt x="11574" y="7623"/>
                </a:cubicBezTo>
                <a:lnTo>
                  <a:pt x="11574" y="7482"/>
                </a:lnTo>
                <a:cubicBezTo>
                  <a:pt x="11574" y="7476"/>
                  <a:pt x="11576" y="7471"/>
                  <a:pt x="11581" y="7466"/>
                </a:cubicBezTo>
                <a:cubicBezTo>
                  <a:pt x="11585" y="7462"/>
                  <a:pt x="11590" y="7460"/>
                  <a:pt x="11596" y="7460"/>
                </a:cubicBezTo>
                <a:cubicBezTo>
                  <a:pt x="11602" y="7460"/>
                  <a:pt x="11607" y="7462"/>
                  <a:pt x="11611" y="7466"/>
                </a:cubicBezTo>
                <a:cubicBezTo>
                  <a:pt x="11615" y="7471"/>
                  <a:pt x="11617" y="7476"/>
                  <a:pt x="11617" y="7482"/>
                </a:cubicBezTo>
                <a:moveTo>
                  <a:pt x="11617" y="7794"/>
                </a:moveTo>
                <a:lnTo>
                  <a:pt x="11617" y="7933"/>
                </a:lnTo>
                <a:cubicBezTo>
                  <a:pt x="11617" y="7939"/>
                  <a:pt x="11615" y="7944"/>
                  <a:pt x="11611" y="7948"/>
                </a:cubicBezTo>
                <a:cubicBezTo>
                  <a:pt x="11607" y="7953"/>
                  <a:pt x="11602" y="7955"/>
                  <a:pt x="11596" y="7955"/>
                </a:cubicBezTo>
                <a:cubicBezTo>
                  <a:pt x="11590" y="7955"/>
                  <a:pt x="11585" y="7953"/>
                  <a:pt x="11581" y="7948"/>
                </a:cubicBezTo>
                <a:cubicBezTo>
                  <a:pt x="11576" y="7944"/>
                  <a:pt x="11574" y="7939"/>
                  <a:pt x="11574" y="7933"/>
                </a:cubicBezTo>
                <a:lnTo>
                  <a:pt x="11574" y="7794"/>
                </a:lnTo>
                <a:cubicBezTo>
                  <a:pt x="11574" y="7788"/>
                  <a:pt x="11576" y="7783"/>
                  <a:pt x="11581" y="7779"/>
                </a:cubicBezTo>
                <a:cubicBezTo>
                  <a:pt x="11585" y="7775"/>
                  <a:pt x="11590" y="7773"/>
                  <a:pt x="11596" y="7773"/>
                </a:cubicBezTo>
                <a:cubicBezTo>
                  <a:pt x="11602" y="7773"/>
                  <a:pt x="11607" y="7775"/>
                  <a:pt x="11611" y="7779"/>
                </a:cubicBezTo>
                <a:cubicBezTo>
                  <a:pt x="11615" y="7783"/>
                  <a:pt x="11617" y="7788"/>
                  <a:pt x="11617" y="7794"/>
                </a:cubicBezTo>
                <a:moveTo>
                  <a:pt x="11617" y="8105"/>
                </a:moveTo>
                <a:lnTo>
                  <a:pt x="11617" y="8243"/>
                </a:lnTo>
                <a:cubicBezTo>
                  <a:pt x="11617" y="8249"/>
                  <a:pt x="11615" y="8254"/>
                  <a:pt x="11611" y="8259"/>
                </a:cubicBezTo>
                <a:cubicBezTo>
                  <a:pt x="11607" y="8263"/>
                  <a:pt x="11602" y="8265"/>
                  <a:pt x="11596" y="8265"/>
                </a:cubicBezTo>
                <a:cubicBezTo>
                  <a:pt x="11590" y="8265"/>
                  <a:pt x="11585" y="8263"/>
                  <a:pt x="11581" y="8259"/>
                </a:cubicBezTo>
                <a:cubicBezTo>
                  <a:pt x="11576" y="8254"/>
                  <a:pt x="11574" y="8249"/>
                  <a:pt x="11574" y="8243"/>
                </a:cubicBezTo>
                <a:lnTo>
                  <a:pt x="11574" y="8105"/>
                </a:lnTo>
                <a:cubicBezTo>
                  <a:pt x="11574" y="8099"/>
                  <a:pt x="11576" y="8094"/>
                  <a:pt x="11581" y="8090"/>
                </a:cubicBezTo>
                <a:cubicBezTo>
                  <a:pt x="11585" y="8086"/>
                  <a:pt x="11590" y="8084"/>
                  <a:pt x="11596" y="8084"/>
                </a:cubicBezTo>
                <a:cubicBezTo>
                  <a:pt x="11602" y="8084"/>
                  <a:pt x="11607" y="8086"/>
                  <a:pt x="11611" y="8090"/>
                </a:cubicBezTo>
                <a:cubicBezTo>
                  <a:pt x="11615" y="8094"/>
                  <a:pt x="11617" y="8099"/>
                  <a:pt x="11617" y="8105"/>
                </a:cubicBezTo>
                <a:moveTo>
                  <a:pt x="11617" y="8417"/>
                </a:moveTo>
                <a:lnTo>
                  <a:pt x="11617" y="8554"/>
                </a:lnTo>
                <a:cubicBezTo>
                  <a:pt x="11617" y="8560"/>
                  <a:pt x="11615" y="8565"/>
                  <a:pt x="11611" y="8569"/>
                </a:cubicBezTo>
                <a:cubicBezTo>
                  <a:pt x="11607" y="8574"/>
                  <a:pt x="11602" y="8576"/>
                  <a:pt x="11596" y="8576"/>
                </a:cubicBezTo>
                <a:cubicBezTo>
                  <a:pt x="11590" y="8576"/>
                  <a:pt x="11585" y="8574"/>
                  <a:pt x="11581" y="8569"/>
                </a:cubicBezTo>
                <a:cubicBezTo>
                  <a:pt x="11576" y="8565"/>
                  <a:pt x="11574" y="8560"/>
                  <a:pt x="11574" y="8554"/>
                </a:cubicBezTo>
                <a:lnTo>
                  <a:pt x="11574" y="8417"/>
                </a:lnTo>
                <a:cubicBezTo>
                  <a:pt x="11574" y="8411"/>
                  <a:pt x="11576" y="8406"/>
                  <a:pt x="11581" y="8402"/>
                </a:cubicBezTo>
                <a:cubicBezTo>
                  <a:pt x="11585" y="8398"/>
                  <a:pt x="11590" y="8396"/>
                  <a:pt x="11596" y="8396"/>
                </a:cubicBezTo>
                <a:cubicBezTo>
                  <a:pt x="11602" y="8396"/>
                  <a:pt x="11607" y="8398"/>
                  <a:pt x="11611" y="8402"/>
                </a:cubicBezTo>
                <a:cubicBezTo>
                  <a:pt x="11615" y="8406"/>
                  <a:pt x="11617" y="8411"/>
                  <a:pt x="11617" y="8417"/>
                </a:cubicBezTo>
                <a:moveTo>
                  <a:pt x="11617" y="8727"/>
                </a:moveTo>
                <a:lnTo>
                  <a:pt x="11617" y="8866"/>
                </a:lnTo>
                <a:cubicBezTo>
                  <a:pt x="11617" y="8872"/>
                  <a:pt x="11615" y="8877"/>
                  <a:pt x="11611" y="8881"/>
                </a:cubicBezTo>
                <a:cubicBezTo>
                  <a:pt x="11607" y="8886"/>
                  <a:pt x="11602" y="8888"/>
                  <a:pt x="11596" y="8888"/>
                </a:cubicBezTo>
                <a:cubicBezTo>
                  <a:pt x="11590" y="8888"/>
                  <a:pt x="11585" y="8886"/>
                  <a:pt x="11581" y="8881"/>
                </a:cubicBezTo>
                <a:cubicBezTo>
                  <a:pt x="11576" y="8877"/>
                  <a:pt x="11574" y="8872"/>
                  <a:pt x="11574" y="8866"/>
                </a:cubicBezTo>
                <a:lnTo>
                  <a:pt x="11574" y="8727"/>
                </a:lnTo>
                <a:cubicBezTo>
                  <a:pt x="11574" y="8721"/>
                  <a:pt x="11576" y="8716"/>
                  <a:pt x="11581" y="8712"/>
                </a:cubicBezTo>
                <a:cubicBezTo>
                  <a:pt x="11585" y="8708"/>
                  <a:pt x="11590" y="8706"/>
                  <a:pt x="11596" y="8706"/>
                </a:cubicBezTo>
                <a:cubicBezTo>
                  <a:pt x="11602" y="8706"/>
                  <a:pt x="11607" y="8708"/>
                  <a:pt x="11611" y="8712"/>
                </a:cubicBezTo>
                <a:cubicBezTo>
                  <a:pt x="11615" y="8716"/>
                  <a:pt x="11617" y="8721"/>
                  <a:pt x="11617" y="8727"/>
                </a:cubicBezTo>
                <a:moveTo>
                  <a:pt x="11617" y="9038"/>
                </a:moveTo>
                <a:lnTo>
                  <a:pt x="11617" y="9177"/>
                </a:lnTo>
                <a:cubicBezTo>
                  <a:pt x="11617" y="9182"/>
                  <a:pt x="11615" y="9188"/>
                  <a:pt x="11611" y="9192"/>
                </a:cubicBezTo>
                <a:cubicBezTo>
                  <a:pt x="11607" y="9196"/>
                  <a:pt x="11602" y="9198"/>
                  <a:pt x="11596" y="9198"/>
                </a:cubicBezTo>
                <a:cubicBezTo>
                  <a:pt x="11590" y="9198"/>
                  <a:pt x="11585" y="9196"/>
                  <a:pt x="11581" y="9192"/>
                </a:cubicBezTo>
                <a:cubicBezTo>
                  <a:pt x="11576" y="9188"/>
                  <a:pt x="11574" y="9182"/>
                  <a:pt x="11574" y="9177"/>
                </a:cubicBezTo>
                <a:lnTo>
                  <a:pt x="11574" y="9038"/>
                </a:lnTo>
                <a:cubicBezTo>
                  <a:pt x="11574" y="9032"/>
                  <a:pt x="11576" y="9027"/>
                  <a:pt x="11581" y="9022"/>
                </a:cubicBezTo>
                <a:cubicBezTo>
                  <a:pt x="11585" y="9018"/>
                  <a:pt x="11590" y="9016"/>
                  <a:pt x="11596" y="9016"/>
                </a:cubicBezTo>
                <a:cubicBezTo>
                  <a:pt x="11602" y="9016"/>
                  <a:pt x="11607" y="9018"/>
                  <a:pt x="11611" y="9022"/>
                </a:cubicBezTo>
                <a:cubicBezTo>
                  <a:pt x="11615" y="9027"/>
                  <a:pt x="11617" y="9032"/>
                  <a:pt x="11617" y="9038"/>
                </a:cubicBezTo>
                <a:moveTo>
                  <a:pt x="11596" y="9286"/>
                </a:moveTo>
                <a:lnTo>
                  <a:pt x="11458" y="9286"/>
                </a:lnTo>
                <a:cubicBezTo>
                  <a:pt x="11453" y="9286"/>
                  <a:pt x="11447" y="9284"/>
                  <a:pt x="11443" y="9279"/>
                </a:cubicBezTo>
                <a:cubicBezTo>
                  <a:pt x="11439" y="9275"/>
                  <a:pt x="11437" y="9270"/>
                  <a:pt x="11437" y="9264"/>
                </a:cubicBezTo>
                <a:cubicBezTo>
                  <a:pt x="11437" y="9258"/>
                  <a:pt x="11439" y="9253"/>
                  <a:pt x="11443" y="9249"/>
                </a:cubicBezTo>
                <a:cubicBezTo>
                  <a:pt x="11447" y="9245"/>
                  <a:pt x="11453" y="9242"/>
                  <a:pt x="11458" y="9242"/>
                </a:cubicBezTo>
                <a:lnTo>
                  <a:pt x="11596" y="9242"/>
                </a:lnTo>
                <a:cubicBezTo>
                  <a:pt x="11602" y="9242"/>
                  <a:pt x="11607" y="9245"/>
                  <a:pt x="11611" y="9249"/>
                </a:cubicBezTo>
                <a:cubicBezTo>
                  <a:pt x="11615" y="9253"/>
                  <a:pt x="11617" y="9258"/>
                  <a:pt x="11617" y="9264"/>
                </a:cubicBezTo>
                <a:cubicBezTo>
                  <a:pt x="11617" y="9270"/>
                  <a:pt x="11615" y="9275"/>
                  <a:pt x="11611" y="9279"/>
                </a:cubicBezTo>
                <a:cubicBezTo>
                  <a:pt x="11607" y="9284"/>
                  <a:pt x="11602" y="9286"/>
                  <a:pt x="11596" y="9286"/>
                </a:cubicBezTo>
                <a:moveTo>
                  <a:pt x="11287" y="9286"/>
                </a:moveTo>
                <a:lnTo>
                  <a:pt x="11149" y="9286"/>
                </a:lnTo>
                <a:cubicBezTo>
                  <a:pt x="11143" y="9286"/>
                  <a:pt x="11138" y="9284"/>
                  <a:pt x="11134" y="9279"/>
                </a:cubicBezTo>
                <a:cubicBezTo>
                  <a:pt x="11130" y="9275"/>
                  <a:pt x="11127" y="9270"/>
                  <a:pt x="11127" y="9264"/>
                </a:cubicBezTo>
                <a:cubicBezTo>
                  <a:pt x="11127" y="9258"/>
                  <a:pt x="11130" y="9253"/>
                  <a:pt x="11134" y="9249"/>
                </a:cubicBezTo>
                <a:cubicBezTo>
                  <a:pt x="11138" y="9245"/>
                  <a:pt x="11143" y="9242"/>
                  <a:pt x="11149" y="9242"/>
                </a:cubicBezTo>
                <a:lnTo>
                  <a:pt x="11287" y="9242"/>
                </a:lnTo>
                <a:cubicBezTo>
                  <a:pt x="11293" y="9242"/>
                  <a:pt x="11298" y="9245"/>
                  <a:pt x="11302" y="9249"/>
                </a:cubicBezTo>
                <a:cubicBezTo>
                  <a:pt x="11306" y="9253"/>
                  <a:pt x="11308" y="9258"/>
                  <a:pt x="11308" y="9264"/>
                </a:cubicBezTo>
                <a:cubicBezTo>
                  <a:pt x="11308" y="9270"/>
                  <a:pt x="11306" y="9275"/>
                  <a:pt x="11302" y="9279"/>
                </a:cubicBezTo>
                <a:cubicBezTo>
                  <a:pt x="11298" y="9284"/>
                  <a:pt x="11293" y="9286"/>
                  <a:pt x="11287" y="9286"/>
                </a:cubicBezTo>
                <a:moveTo>
                  <a:pt x="10976" y="9286"/>
                </a:moveTo>
                <a:lnTo>
                  <a:pt x="10838" y="9286"/>
                </a:lnTo>
                <a:cubicBezTo>
                  <a:pt x="10832" y="9286"/>
                  <a:pt x="10827" y="9284"/>
                  <a:pt x="10823" y="9279"/>
                </a:cubicBezTo>
                <a:cubicBezTo>
                  <a:pt x="10818" y="9275"/>
                  <a:pt x="10816" y="9270"/>
                  <a:pt x="10816" y="9264"/>
                </a:cubicBezTo>
                <a:cubicBezTo>
                  <a:pt x="10816" y="9258"/>
                  <a:pt x="10818" y="9253"/>
                  <a:pt x="10823" y="9249"/>
                </a:cubicBezTo>
                <a:cubicBezTo>
                  <a:pt x="10827" y="9245"/>
                  <a:pt x="10832" y="9242"/>
                  <a:pt x="10838" y="9242"/>
                </a:cubicBezTo>
                <a:lnTo>
                  <a:pt x="10976" y="9242"/>
                </a:lnTo>
                <a:cubicBezTo>
                  <a:pt x="10982" y="9242"/>
                  <a:pt x="10988" y="9245"/>
                  <a:pt x="10992" y="9249"/>
                </a:cubicBezTo>
                <a:cubicBezTo>
                  <a:pt x="10996" y="9253"/>
                  <a:pt x="10998" y="9258"/>
                  <a:pt x="10998" y="9264"/>
                </a:cubicBezTo>
                <a:cubicBezTo>
                  <a:pt x="10998" y="9270"/>
                  <a:pt x="10996" y="9275"/>
                  <a:pt x="10992" y="9279"/>
                </a:cubicBezTo>
                <a:cubicBezTo>
                  <a:pt x="10988" y="9284"/>
                  <a:pt x="10982" y="9286"/>
                  <a:pt x="10976" y="9286"/>
                </a:cubicBezTo>
                <a:moveTo>
                  <a:pt x="10664" y="9286"/>
                </a:moveTo>
                <a:lnTo>
                  <a:pt x="10525" y="9286"/>
                </a:lnTo>
                <a:cubicBezTo>
                  <a:pt x="10519" y="9286"/>
                  <a:pt x="10514" y="9284"/>
                  <a:pt x="10510" y="9279"/>
                </a:cubicBezTo>
                <a:cubicBezTo>
                  <a:pt x="10506" y="9275"/>
                  <a:pt x="10504" y="9270"/>
                  <a:pt x="10504" y="9264"/>
                </a:cubicBezTo>
                <a:cubicBezTo>
                  <a:pt x="10504" y="9258"/>
                  <a:pt x="10506" y="9253"/>
                  <a:pt x="10510" y="9249"/>
                </a:cubicBezTo>
                <a:cubicBezTo>
                  <a:pt x="10514" y="9245"/>
                  <a:pt x="10519" y="9242"/>
                  <a:pt x="10525" y="9242"/>
                </a:cubicBezTo>
                <a:lnTo>
                  <a:pt x="10664" y="9242"/>
                </a:lnTo>
                <a:cubicBezTo>
                  <a:pt x="10670" y="9242"/>
                  <a:pt x="10675" y="9245"/>
                  <a:pt x="10679" y="9249"/>
                </a:cubicBezTo>
                <a:cubicBezTo>
                  <a:pt x="10684" y="9253"/>
                  <a:pt x="10686" y="9258"/>
                  <a:pt x="10686" y="9264"/>
                </a:cubicBezTo>
                <a:cubicBezTo>
                  <a:pt x="10686" y="9270"/>
                  <a:pt x="10684" y="9275"/>
                  <a:pt x="10679" y="9279"/>
                </a:cubicBezTo>
                <a:cubicBezTo>
                  <a:pt x="10675" y="9284"/>
                  <a:pt x="10670" y="9286"/>
                  <a:pt x="10664" y="9286"/>
                </a:cubicBezTo>
                <a:moveTo>
                  <a:pt x="10354" y="9286"/>
                </a:moveTo>
                <a:lnTo>
                  <a:pt x="10215" y="9286"/>
                </a:lnTo>
                <a:cubicBezTo>
                  <a:pt x="10209" y="9286"/>
                  <a:pt x="10204" y="9284"/>
                  <a:pt x="10200" y="9279"/>
                </a:cubicBezTo>
                <a:cubicBezTo>
                  <a:pt x="10196" y="9275"/>
                  <a:pt x="10194" y="9270"/>
                  <a:pt x="10194" y="9264"/>
                </a:cubicBezTo>
                <a:cubicBezTo>
                  <a:pt x="10194" y="9258"/>
                  <a:pt x="10196" y="9253"/>
                  <a:pt x="10200" y="9249"/>
                </a:cubicBezTo>
                <a:cubicBezTo>
                  <a:pt x="10204" y="9245"/>
                  <a:pt x="10209" y="9242"/>
                  <a:pt x="10215" y="9242"/>
                </a:cubicBezTo>
                <a:lnTo>
                  <a:pt x="10354" y="9242"/>
                </a:lnTo>
                <a:cubicBezTo>
                  <a:pt x="10360" y="9242"/>
                  <a:pt x="10365" y="9245"/>
                  <a:pt x="10369" y="9249"/>
                </a:cubicBezTo>
                <a:cubicBezTo>
                  <a:pt x="10373" y="9253"/>
                  <a:pt x="10375" y="9258"/>
                  <a:pt x="10375" y="9264"/>
                </a:cubicBezTo>
                <a:cubicBezTo>
                  <a:pt x="10375" y="9270"/>
                  <a:pt x="10373" y="9275"/>
                  <a:pt x="10369" y="9279"/>
                </a:cubicBezTo>
                <a:cubicBezTo>
                  <a:pt x="10365" y="9284"/>
                  <a:pt x="10360" y="9286"/>
                  <a:pt x="10354" y="9286"/>
                </a:cubicBezTo>
                <a:moveTo>
                  <a:pt x="10041" y="9286"/>
                </a:moveTo>
                <a:lnTo>
                  <a:pt x="9905" y="9286"/>
                </a:lnTo>
                <a:cubicBezTo>
                  <a:pt x="9899" y="9286"/>
                  <a:pt x="9894" y="9284"/>
                  <a:pt x="9889" y="9279"/>
                </a:cubicBezTo>
                <a:cubicBezTo>
                  <a:pt x="9885" y="9275"/>
                  <a:pt x="9883" y="9270"/>
                  <a:pt x="9883" y="9264"/>
                </a:cubicBezTo>
                <a:cubicBezTo>
                  <a:pt x="9883" y="9258"/>
                  <a:pt x="9885" y="9253"/>
                  <a:pt x="9889" y="9249"/>
                </a:cubicBezTo>
                <a:cubicBezTo>
                  <a:pt x="9894" y="9245"/>
                  <a:pt x="9899" y="9242"/>
                  <a:pt x="9905" y="9242"/>
                </a:cubicBezTo>
                <a:lnTo>
                  <a:pt x="10041" y="9242"/>
                </a:lnTo>
                <a:cubicBezTo>
                  <a:pt x="10047" y="9242"/>
                  <a:pt x="10052" y="9245"/>
                  <a:pt x="10056" y="9249"/>
                </a:cubicBezTo>
                <a:cubicBezTo>
                  <a:pt x="10061" y="9253"/>
                  <a:pt x="10063" y="9258"/>
                  <a:pt x="10063" y="9264"/>
                </a:cubicBezTo>
                <a:cubicBezTo>
                  <a:pt x="10063" y="9270"/>
                  <a:pt x="10061" y="9275"/>
                  <a:pt x="10056" y="9279"/>
                </a:cubicBezTo>
                <a:cubicBezTo>
                  <a:pt x="10052" y="9284"/>
                  <a:pt x="10047" y="9286"/>
                  <a:pt x="10041" y="9286"/>
                </a:cubicBezTo>
                <a:moveTo>
                  <a:pt x="9732" y="9286"/>
                </a:moveTo>
                <a:lnTo>
                  <a:pt x="9593" y="9286"/>
                </a:lnTo>
                <a:cubicBezTo>
                  <a:pt x="9587" y="9286"/>
                  <a:pt x="9582" y="9284"/>
                  <a:pt x="9578" y="9279"/>
                </a:cubicBezTo>
                <a:cubicBezTo>
                  <a:pt x="9574" y="9275"/>
                  <a:pt x="9572" y="9270"/>
                  <a:pt x="9572" y="9264"/>
                </a:cubicBezTo>
                <a:cubicBezTo>
                  <a:pt x="9572" y="9258"/>
                  <a:pt x="9574" y="9253"/>
                  <a:pt x="9578" y="9249"/>
                </a:cubicBezTo>
                <a:cubicBezTo>
                  <a:pt x="9582" y="9245"/>
                  <a:pt x="9587" y="9242"/>
                  <a:pt x="9593" y="9242"/>
                </a:cubicBezTo>
                <a:lnTo>
                  <a:pt x="9732" y="9242"/>
                </a:lnTo>
                <a:cubicBezTo>
                  <a:pt x="9738" y="9242"/>
                  <a:pt x="9743" y="9245"/>
                  <a:pt x="9748" y="9249"/>
                </a:cubicBezTo>
                <a:cubicBezTo>
                  <a:pt x="9752" y="9253"/>
                  <a:pt x="9754" y="9258"/>
                  <a:pt x="9754" y="9264"/>
                </a:cubicBezTo>
                <a:cubicBezTo>
                  <a:pt x="9754" y="9270"/>
                  <a:pt x="9752" y="9275"/>
                  <a:pt x="9748" y="9279"/>
                </a:cubicBezTo>
                <a:cubicBezTo>
                  <a:pt x="9743" y="9284"/>
                  <a:pt x="9738" y="9286"/>
                  <a:pt x="9732" y="9286"/>
                </a:cubicBezTo>
                <a:moveTo>
                  <a:pt x="9421" y="9286"/>
                </a:moveTo>
                <a:lnTo>
                  <a:pt x="9284" y="9286"/>
                </a:lnTo>
                <a:cubicBezTo>
                  <a:pt x="9278" y="9286"/>
                  <a:pt x="9273" y="9284"/>
                  <a:pt x="9268" y="9279"/>
                </a:cubicBezTo>
                <a:cubicBezTo>
                  <a:pt x="9264" y="9275"/>
                  <a:pt x="9262" y="9270"/>
                  <a:pt x="9262" y="9264"/>
                </a:cubicBezTo>
                <a:cubicBezTo>
                  <a:pt x="9262" y="9258"/>
                  <a:pt x="9264" y="9253"/>
                  <a:pt x="9268" y="9249"/>
                </a:cubicBezTo>
                <a:cubicBezTo>
                  <a:pt x="9273" y="9245"/>
                  <a:pt x="9278" y="9242"/>
                  <a:pt x="9284" y="9242"/>
                </a:cubicBezTo>
                <a:lnTo>
                  <a:pt x="9421" y="9242"/>
                </a:lnTo>
                <a:cubicBezTo>
                  <a:pt x="9427" y="9242"/>
                  <a:pt x="9432" y="9245"/>
                  <a:pt x="9436" y="9249"/>
                </a:cubicBezTo>
                <a:cubicBezTo>
                  <a:pt x="9440" y="9253"/>
                  <a:pt x="9442" y="9258"/>
                  <a:pt x="9442" y="9264"/>
                </a:cubicBezTo>
                <a:cubicBezTo>
                  <a:pt x="9442" y="9270"/>
                  <a:pt x="9440" y="9275"/>
                  <a:pt x="9436" y="9279"/>
                </a:cubicBezTo>
                <a:cubicBezTo>
                  <a:pt x="9432" y="9284"/>
                  <a:pt x="9427" y="9286"/>
                  <a:pt x="9421" y="9286"/>
                </a:cubicBezTo>
                <a:moveTo>
                  <a:pt x="9111" y="9286"/>
                </a:moveTo>
                <a:lnTo>
                  <a:pt x="8971" y="9286"/>
                </a:lnTo>
                <a:cubicBezTo>
                  <a:pt x="8965" y="9286"/>
                  <a:pt x="8960" y="9284"/>
                  <a:pt x="8955" y="9279"/>
                </a:cubicBezTo>
                <a:cubicBezTo>
                  <a:pt x="8951" y="9275"/>
                  <a:pt x="8949" y="9270"/>
                  <a:pt x="8949" y="9264"/>
                </a:cubicBezTo>
                <a:cubicBezTo>
                  <a:pt x="8949" y="9258"/>
                  <a:pt x="8951" y="9253"/>
                  <a:pt x="8955" y="9249"/>
                </a:cubicBezTo>
                <a:cubicBezTo>
                  <a:pt x="8960" y="9245"/>
                  <a:pt x="8965" y="9242"/>
                  <a:pt x="8971" y="9242"/>
                </a:cubicBezTo>
                <a:lnTo>
                  <a:pt x="9111" y="9242"/>
                </a:lnTo>
                <a:cubicBezTo>
                  <a:pt x="9117" y="9242"/>
                  <a:pt x="9122" y="9245"/>
                  <a:pt x="9126" y="9249"/>
                </a:cubicBezTo>
                <a:cubicBezTo>
                  <a:pt x="9130" y="9253"/>
                  <a:pt x="9132" y="9258"/>
                  <a:pt x="9132" y="9264"/>
                </a:cubicBezTo>
                <a:cubicBezTo>
                  <a:pt x="9132" y="9270"/>
                  <a:pt x="9130" y="9275"/>
                  <a:pt x="9126" y="9279"/>
                </a:cubicBezTo>
                <a:cubicBezTo>
                  <a:pt x="9122" y="9284"/>
                  <a:pt x="9117" y="9286"/>
                  <a:pt x="9111" y="9286"/>
                </a:cubicBezTo>
                <a:moveTo>
                  <a:pt x="8800" y="9286"/>
                </a:moveTo>
                <a:lnTo>
                  <a:pt x="8663" y="9286"/>
                </a:lnTo>
                <a:cubicBezTo>
                  <a:pt x="8657" y="9286"/>
                  <a:pt x="8652" y="9284"/>
                  <a:pt x="8647" y="9279"/>
                </a:cubicBezTo>
                <a:cubicBezTo>
                  <a:pt x="8643" y="9275"/>
                  <a:pt x="8641" y="9270"/>
                  <a:pt x="8641" y="9264"/>
                </a:cubicBezTo>
                <a:cubicBezTo>
                  <a:pt x="8641" y="9258"/>
                  <a:pt x="8643" y="9253"/>
                  <a:pt x="8647" y="9249"/>
                </a:cubicBezTo>
                <a:cubicBezTo>
                  <a:pt x="8652" y="9245"/>
                  <a:pt x="8657" y="9242"/>
                  <a:pt x="8663" y="9242"/>
                </a:cubicBezTo>
                <a:lnTo>
                  <a:pt x="8800" y="9242"/>
                </a:lnTo>
                <a:cubicBezTo>
                  <a:pt x="8806" y="9242"/>
                  <a:pt x="8811" y="9245"/>
                  <a:pt x="8815" y="9249"/>
                </a:cubicBezTo>
                <a:cubicBezTo>
                  <a:pt x="8819" y="9253"/>
                  <a:pt x="8822" y="9258"/>
                  <a:pt x="8822" y="9264"/>
                </a:cubicBezTo>
                <a:cubicBezTo>
                  <a:pt x="8822" y="9270"/>
                  <a:pt x="8819" y="9275"/>
                  <a:pt x="8815" y="9279"/>
                </a:cubicBezTo>
                <a:cubicBezTo>
                  <a:pt x="8811" y="9284"/>
                  <a:pt x="8806" y="9286"/>
                  <a:pt x="8800" y="9286"/>
                </a:cubicBezTo>
                <a:moveTo>
                  <a:pt x="8489" y="9286"/>
                </a:moveTo>
                <a:lnTo>
                  <a:pt x="8348" y="9286"/>
                </a:lnTo>
                <a:cubicBezTo>
                  <a:pt x="8343" y="9286"/>
                  <a:pt x="8337" y="9284"/>
                  <a:pt x="8333" y="9279"/>
                </a:cubicBezTo>
                <a:cubicBezTo>
                  <a:pt x="8329" y="9275"/>
                  <a:pt x="8327" y="9270"/>
                  <a:pt x="8327" y="9264"/>
                </a:cubicBezTo>
                <a:cubicBezTo>
                  <a:pt x="8327" y="9258"/>
                  <a:pt x="8329" y="9253"/>
                  <a:pt x="8333" y="9249"/>
                </a:cubicBezTo>
                <a:cubicBezTo>
                  <a:pt x="8337" y="9245"/>
                  <a:pt x="8343" y="9242"/>
                  <a:pt x="8348" y="9242"/>
                </a:cubicBezTo>
                <a:lnTo>
                  <a:pt x="8489" y="9242"/>
                </a:lnTo>
                <a:cubicBezTo>
                  <a:pt x="8495" y="9242"/>
                  <a:pt x="8500" y="9245"/>
                  <a:pt x="8504" y="9249"/>
                </a:cubicBezTo>
                <a:cubicBezTo>
                  <a:pt x="8508" y="9253"/>
                  <a:pt x="8510" y="9258"/>
                  <a:pt x="8510" y="9264"/>
                </a:cubicBezTo>
                <a:cubicBezTo>
                  <a:pt x="8510" y="9270"/>
                  <a:pt x="8508" y="9275"/>
                  <a:pt x="8504" y="9279"/>
                </a:cubicBezTo>
                <a:cubicBezTo>
                  <a:pt x="8500" y="9284"/>
                  <a:pt x="8495" y="9286"/>
                  <a:pt x="8489" y="9286"/>
                </a:cubicBezTo>
                <a:moveTo>
                  <a:pt x="8179" y="9286"/>
                </a:moveTo>
                <a:lnTo>
                  <a:pt x="8041" y="9286"/>
                </a:lnTo>
                <a:cubicBezTo>
                  <a:pt x="8035" y="9286"/>
                  <a:pt x="8030" y="9284"/>
                  <a:pt x="8026" y="9279"/>
                </a:cubicBezTo>
                <a:cubicBezTo>
                  <a:pt x="8022" y="9275"/>
                  <a:pt x="8020" y="9270"/>
                  <a:pt x="8020" y="9264"/>
                </a:cubicBezTo>
                <a:cubicBezTo>
                  <a:pt x="8020" y="9258"/>
                  <a:pt x="8022" y="9253"/>
                  <a:pt x="8026" y="9249"/>
                </a:cubicBezTo>
                <a:cubicBezTo>
                  <a:pt x="8030" y="9245"/>
                  <a:pt x="8035" y="9242"/>
                  <a:pt x="8041" y="9242"/>
                </a:cubicBezTo>
                <a:lnTo>
                  <a:pt x="8179" y="9242"/>
                </a:lnTo>
                <a:cubicBezTo>
                  <a:pt x="8185" y="9242"/>
                  <a:pt x="8190" y="9245"/>
                  <a:pt x="8194" y="9249"/>
                </a:cubicBezTo>
                <a:cubicBezTo>
                  <a:pt x="8198" y="9253"/>
                  <a:pt x="8200" y="9258"/>
                  <a:pt x="8200" y="9264"/>
                </a:cubicBezTo>
                <a:cubicBezTo>
                  <a:pt x="8200" y="9270"/>
                  <a:pt x="8198" y="9275"/>
                  <a:pt x="8194" y="9279"/>
                </a:cubicBezTo>
                <a:cubicBezTo>
                  <a:pt x="8190" y="9284"/>
                  <a:pt x="8185" y="9286"/>
                  <a:pt x="8179" y="9286"/>
                </a:cubicBezTo>
                <a:moveTo>
                  <a:pt x="7867" y="9286"/>
                </a:moveTo>
                <a:lnTo>
                  <a:pt x="7727" y="9286"/>
                </a:lnTo>
                <a:cubicBezTo>
                  <a:pt x="7721" y="9286"/>
                  <a:pt x="7716" y="9284"/>
                  <a:pt x="7712" y="9279"/>
                </a:cubicBezTo>
                <a:cubicBezTo>
                  <a:pt x="7707" y="9275"/>
                  <a:pt x="7705" y="9270"/>
                  <a:pt x="7705" y="9264"/>
                </a:cubicBezTo>
                <a:cubicBezTo>
                  <a:pt x="7705" y="9258"/>
                  <a:pt x="7707" y="9253"/>
                  <a:pt x="7712" y="9249"/>
                </a:cubicBezTo>
                <a:cubicBezTo>
                  <a:pt x="7716" y="9245"/>
                  <a:pt x="7721" y="9242"/>
                  <a:pt x="7727" y="9242"/>
                </a:cubicBezTo>
                <a:lnTo>
                  <a:pt x="7867" y="9242"/>
                </a:lnTo>
                <a:cubicBezTo>
                  <a:pt x="7873" y="9242"/>
                  <a:pt x="7878" y="9245"/>
                  <a:pt x="7883" y="9249"/>
                </a:cubicBezTo>
                <a:cubicBezTo>
                  <a:pt x="7887" y="9253"/>
                  <a:pt x="7889" y="9258"/>
                  <a:pt x="7889" y="9264"/>
                </a:cubicBezTo>
                <a:cubicBezTo>
                  <a:pt x="7889" y="9270"/>
                  <a:pt x="7887" y="9275"/>
                  <a:pt x="7883" y="9279"/>
                </a:cubicBezTo>
                <a:cubicBezTo>
                  <a:pt x="7878" y="9284"/>
                  <a:pt x="7873" y="9286"/>
                  <a:pt x="7867" y="9286"/>
                </a:cubicBezTo>
                <a:moveTo>
                  <a:pt x="7557" y="9286"/>
                </a:moveTo>
                <a:lnTo>
                  <a:pt x="7420" y="9286"/>
                </a:lnTo>
                <a:cubicBezTo>
                  <a:pt x="7414" y="9286"/>
                  <a:pt x="7409" y="9284"/>
                  <a:pt x="7405" y="9279"/>
                </a:cubicBezTo>
                <a:cubicBezTo>
                  <a:pt x="7401" y="9275"/>
                  <a:pt x="7399" y="9270"/>
                  <a:pt x="7399" y="9264"/>
                </a:cubicBezTo>
                <a:cubicBezTo>
                  <a:pt x="7399" y="9258"/>
                  <a:pt x="7401" y="9253"/>
                  <a:pt x="7405" y="9249"/>
                </a:cubicBezTo>
                <a:cubicBezTo>
                  <a:pt x="7409" y="9245"/>
                  <a:pt x="7414" y="9242"/>
                  <a:pt x="7420" y="9242"/>
                </a:cubicBezTo>
                <a:lnTo>
                  <a:pt x="7557" y="9242"/>
                </a:lnTo>
                <a:cubicBezTo>
                  <a:pt x="7563" y="9242"/>
                  <a:pt x="7569" y="9245"/>
                  <a:pt x="7573" y="9249"/>
                </a:cubicBezTo>
                <a:cubicBezTo>
                  <a:pt x="7577" y="9253"/>
                  <a:pt x="7579" y="9258"/>
                  <a:pt x="7579" y="9264"/>
                </a:cubicBezTo>
                <a:cubicBezTo>
                  <a:pt x="7579" y="9270"/>
                  <a:pt x="7577" y="9275"/>
                  <a:pt x="7573" y="9279"/>
                </a:cubicBezTo>
                <a:cubicBezTo>
                  <a:pt x="7569" y="9284"/>
                  <a:pt x="7563" y="9286"/>
                  <a:pt x="7557" y="9286"/>
                </a:cubicBezTo>
                <a:moveTo>
                  <a:pt x="7246" y="9286"/>
                </a:moveTo>
                <a:lnTo>
                  <a:pt x="7105" y="9286"/>
                </a:lnTo>
                <a:cubicBezTo>
                  <a:pt x="7099" y="9286"/>
                  <a:pt x="7094" y="9284"/>
                  <a:pt x="7090" y="9279"/>
                </a:cubicBezTo>
                <a:cubicBezTo>
                  <a:pt x="7086" y="9275"/>
                  <a:pt x="7083" y="9270"/>
                  <a:pt x="7083" y="9264"/>
                </a:cubicBezTo>
                <a:cubicBezTo>
                  <a:pt x="7083" y="9258"/>
                  <a:pt x="7086" y="9253"/>
                  <a:pt x="7090" y="9249"/>
                </a:cubicBezTo>
                <a:cubicBezTo>
                  <a:pt x="7094" y="9245"/>
                  <a:pt x="7099" y="9242"/>
                  <a:pt x="7105" y="9242"/>
                </a:cubicBezTo>
                <a:lnTo>
                  <a:pt x="7246" y="9242"/>
                </a:lnTo>
                <a:cubicBezTo>
                  <a:pt x="7252" y="9242"/>
                  <a:pt x="7257" y="9245"/>
                  <a:pt x="7261" y="9249"/>
                </a:cubicBezTo>
                <a:cubicBezTo>
                  <a:pt x="7266" y="9253"/>
                  <a:pt x="7268" y="9258"/>
                  <a:pt x="7268" y="9264"/>
                </a:cubicBezTo>
                <a:cubicBezTo>
                  <a:pt x="7268" y="9270"/>
                  <a:pt x="7266" y="9275"/>
                  <a:pt x="7261" y="9279"/>
                </a:cubicBezTo>
                <a:cubicBezTo>
                  <a:pt x="7257" y="9284"/>
                  <a:pt x="7252" y="9286"/>
                  <a:pt x="7246" y="9286"/>
                </a:cubicBezTo>
                <a:moveTo>
                  <a:pt x="6936" y="9286"/>
                </a:moveTo>
                <a:lnTo>
                  <a:pt x="6799" y="9286"/>
                </a:lnTo>
                <a:cubicBezTo>
                  <a:pt x="6793" y="9286"/>
                  <a:pt x="6788" y="9284"/>
                  <a:pt x="6784" y="9279"/>
                </a:cubicBezTo>
                <a:cubicBezTo>
                  <a:pt x="6779" y="9275"/>
                  <a:pt x="6777" y="9270"/>
                  <a:pt x="6777" y="9264"/>
                </a:cubicBezTo>
                <a:cubicBezTo>
                  <a:pt x="6777" y="9258"/>
                  <a:pt x="6779" y="9253"/>
                  <a:pt x="6784" y="9249"/>
                </a:cubicBezTo>
                <a:cubicBezTo>
                  <a:pt x="6788" y="9245"/>
                  <a:pt x="6793" y="9242"/>
                  <a:pt x="6799" y="9242"/>
                </a:cubicBezTo>
                <a:lnTo>
                  <a:pt x="6936" y="9242"/>
                </a:lnTo>
                <a:cubicBezTo>
                  <a:pt x="6941" y="9242"/>
                  <a:pt x="6947" y="9245"/>
                  <a:pt x="6951" y="9249"/>
                </a:cubicBezTo>
                <a:cubicBezTo>
                  <a:pt x="6955" y="9253"/>
                  <a:pt x="6957" y="9258"/>
                  <a:pt x="6957" y="9264"/>
                </a:cubicBezTo>
                <a:cubicBezTo>
                  <a:pt x="6957" y="9270"/>
                  <a:pt x="6955" y="9275"/>
                  <a:pt x="6951" y="9279"/>
                </a:cubicBezTo>
                <a:cubicBezTo>
                  <a:pt x="6947" y="9284"/>
                  <a:pt x="6941" y="9286"/>
                  <a:pt x="6936" y="9286"/>
                </a:cubicBezTo>
                <a:moveTo>
                  <a:pt x="6626" y="9286"/>
                </a:moveTo>
                <a:lnTo>
                  <a:pt x="6485" y="9286"/>
                </a:lnTo>
                <a:cubicBezTo>
                  <a:pt x="6479" y="9286"/>
                  <a:pt x="6474" y="9284"/>
                  <a:pt x="6470" y="9279"/>
                </a:cubicBezTo>
                <a:cubicBezTo>
                  <a:pt x="6466" y="9275"/>
                  <a:pt x="6463" y="9270"/>
                  <a:pt x="6463" y="9264"/>
                </a:cubicBezTo>
                <a:cubicBezTo>
                  <a:pt x="6463" y="9258"/>
                  <a:pt x="6466" y="9253"/>
                  <a:pt x="6470" y="9249"/>
                </a:cubicBezTo>
                <a:cubicBezTo>
                  <a:pt x="6474" y="9245"/>
                  <a:pt x="6479" y="9242"/>
                  <a:pt x="6485" y="9242"/>
                </a:cubicBezTo>
                <a:lnTo>
                  <a:pt x="6626" y="9242"/>
                </a:lnTo>
                <a:cubicBezTo>
                  <a:pt x="6632" y="9242"/>
                  <a:pt x="6637" y="9245"/>
                  <a:pt x="6641" y="9249"/>
                </a:cubicBezTo>
                <a:cubicBezTo>
                  <a:pt x="6645" y="9253"/>
                  <a:pt x="6647" y="9258"/>
                  <a:pt x="6647" y="9264"/>
                </a:cubicBezTo>
                <a:cubicBezTo>
                  <a:pt x="6647" y="9270"/>
                  <a:pt x="6645" y="9275"/>
                  <a:pt x="6641" y="9279"/>
                </a:cubicBezTo>
                <a:cubicBezTo>
                  <a:pt x="6637" y="9284"/>
                  <a:pt x="6632" y="9286"/>
                  <a:pt x="6626" y="9286"/>
                </a:cubicBezTo>
                <a:moveTo>
                  <a:pt x="6312" y="9286"/>
                </a:moveTo>
                <a:lnTo>
                  <a:pt x="6177" y="9286"/>
                </a:lnTo>
                <a:cubicBezTo>
                  <a:pt x="6171" y="9286"/>
                  <a:pt x="6166" y="9284"/>
                  <a:pt x="6162" y="9279"/>
                </a:cubicBezTo>
                <a:cubicBezTo>
                  <a:pt x="6157" y="9275"/>
                  <a:pt x="6155" y="9270"/>
                  <a:pt x="6155" y="9264"/>
                </a:cubicBezTo>
                <a:cubicBezTo>
                  <a:pt x="6155" y="9258"/>
                  <a:pt x="6157" y="9253"/>
                  <a:pt x="6162" y="9249"/>
                </a:cubicBezTo>
                <a:cubicBezTo>
                  <a:pt x="6166" y="9245"/>
                  <a:pt x="6171" y="9242"/>
                  <a:pt x="6177" y="9242"/>
                </a:cubicBezTo>
                <a:lnTo>
                  <a:pt x="6312" y="9242"/>
                </a:lnTo>
                <a:cubicBezTo>
                  <a:pt x="6318" y="9242"/>
                  <a:pt x="6323" y="9245"/>
                  <a:pt x="6328" y="9249"/>
                </a:cubicBezTo>
                <a:cubicBezTo>
                  <a:pt x="6332" y="9253"/>
                  <a:pt x="6334" y="9258"/>
                  <a:pt x="6334" y="9264"/>
                </a:cubicBezTo>
                <a:cubicBezTo>
                  <a:pt x="6334" y="9270"/>
                  <a:pt x="6332" y="9275"/>
                  <a:pt x="6328" y="9279"/>
                </a:cubicBezTo>
                <a:cubicBezTo>
                  <a:pt x="6323" y="9284"/>
                  <a:pt x="6318" y="9286"/>
                  <a:pt x="6312" y="9286"/>
                </a:cubicBezTo>
                <a:moveTo>
                  <a:pt x="6005" y="9286"/>
                </a:moveTo>
                <a:lnTo>
                  <a:pt x="5866" y="9286"/>
                </a:lnTo>
                <a:cubicBezTo>
                  <a:pt x="5860" y="9286"/>
                  <a:pt x="5854" y="9284"/>
                  <a:pt x="5850" y="9279"/>
                </a:cubicBezTo>
                <a:cubicBezTo>
                  <a:pt x="5846" y="9275"/>
                  <a:pt x="5844" y="9270"/>
                  <a:pt x="5844" y="9264"/>
                </a:cubicBezTo>
                <a:cubicBezTo>
                  <a:pt x="5844" y="9258"/>
                  <a:pt x="5846" y="9253"/>
                  <a:pt x="5850" y="9249"/>
                </a:cubicBezTo>
                <a:cubicBezTo>
                  <a:pt x="5854" y="9245"/>
                  <a:pt x="5860" y="9242"/>
                  <a:pt x="5866" y="9242"/>
                </a:cubicBezTo>
                <a:lnTo>
                  <a:pt x="6005" y="9242"/>
                </a:lnTo>
                <a:cubicBezTo>
                  <a:pt x="6011" y="9242"/>
                  <a:pt x="6016" y="9245"/>
                  <a:pt x="6020" y="9249"/>
                </a:cubicBezTo>
                <a:cubicBezTo>
                  <a:pt x="6024" y="9253"/>
                  <a:pt x="6027" y="9258"/>
                  <a:pt x="6027" y="9264"/>
                </a:cubicBezTo>
                <a:cubicBezTo>
                  <a:pt x="6027" y="9270"/>
                  <a:pt x="6024" y="9275"/>
                  <a:pt x="6020" y="9279"/>
                </a:cubicBezTo>
                <a:cubicBezTo>
                  <a:pt x="6016" y="9284"/>
                  <a:pt x="6011" y="9286"/>
                  <a:pt x="6005" y="9286"/>
                </a:cubicBezTo>
                <a:moveTo>
                  <a:pt x="5689" y="9286"/>
                </a:moveTo>
                <a:lnTo>
                  <a:pt x="5551" y="9286"/>
                </a:lnTo>
                <a:cubicBezTo>
                  <a:pt x="5545" y="9286"/>
                  <a:pt x="5540" y="9284"/>
                  <a:pt x="5536" y="9279"/>
                </a:cubicBezTo>
                <a:cubicBezTo>
                  <a:pt x="5532" y="9275"/>
                  <a:pt x="5530" y="9270"/>
                  <a:pt x="5530" y="9264"/>
                </a:cubicBezTo>
                <a:cubicBezTo>
                  <a:pt x="5530" y="9258"/>
                  <a:pt x="5532" y="9253"/>
                  <a:pt x="5536" y="9249"/>
                </a:cubicBezTo>
                <a:cubicBezTo>
                  <a:pt x="5540" y="9245"/>
                  <a:pt x="5545" y="9242"/>
                  <a:pt x="5551" y="9242"/>
                </a:cubicBezTo>
                <a:lnTo>
                  <a:pt x="5689" y="9242"/>
                </a:lnTo>
                <a:cubicBezTo>
                  <a:pt x="5695" y="9242"/>
                  <a:pt x="5700" y="9245"/>
                  <a:pt x="5704" y="9249"/>
                </a:cubicBezTo>
                <a:cubicBezTo>
                  <a:pt x="5708" y="9253"/>
                  <a:pt x="5710" y="9258"/>
                  <a:pt x="5710" y="9264"/>
                </a:cubicBezTo>
                <a:cubicBezTo>
                  <a:pt x="5710" y="9270"/>
                  <a:pt x="5708" y="9275"/>
                  <a:pt x="5704" y="9279"/>
                </a:cubicBezTo>
                <a:cubicBezTo>
                  <a:pt x="5700" y="9284"/>
                  <a:pt x="5695" y="9286"/>
                  <a:pt x="5689" y="9286"/>
                </a:cubicBezTo>
                <a:moveTo>
                  <a:pt x="5378" y="9286"/>
                </a:moveTo>
                <a:lnTo>
                  <a:pt x="5240" y="9286"/>
                </a:lnTo>
                <a:cubicBezTo>
                  <a:pt x="5234" y="9286"/>
                  <a:pt x="5228" y="9284"/>
                  <a:pt x="5224" y="9279"/>
                </a:cubicBezTo>
                <a:cubicBezTo>
                  <a:pt x="5220" y="9275"/>
                  <a:pt x="5218" y="9270"/>
                  <a:pt x="5218" y="9264"/>
                </a:cubicBezTo>
                <a:cubicBezTo>
                  <a:pt x="5218" y="9258"/>
                  <a:pt x="5220" y="9253"/>
                  <a:pt x="5224" y="9249"/>
                </a:cubicBezTo>
                <a:cubicBezTo>
                  <a:pt x="5228" y="9245"/>
                  <a:pt x="5234" y="9242"/>
                  <a:pt x="5240" y="9242"/>
                </a:cubicBezTo>
                <a:lnTo>
                  <a:pt x="5378" y="9242"/>
                </a:lnTo>
                <a:cubicBezTo>
                  <a:pt x="5384" y="9242"/>
                  <a:pt x="5389" y="9245"/>
                  <a:pt x="5394" y="9249"/>
                </a:cubicBezTo>
                <a:cubicBezTo>
                  <a:pt x="5398" y="9253"/>
                  <a:pt x="5400" y="9258"/>
                  <a:pt x="5400" y="9264"/>
                </a:cubicBezTo>
                <a:cubicBezTo>
                  <a:pt x="5400" y="9270"/>
                  <a:pt x="5398" y="9275"/>
                  <a:pt x="5394" y="9279"/>
                </a:cubicBezTo>
                <a:cubicBezTo>
                  <a:pt x="5389" y="9284"/>
                  <a:pt x="5384" y="9286"/>
                  <a:pt x="5378" y="9286"/>
                </a:cubicBezTo>
                <a:moveTo>
                  <a:pt x="5068" y="9286"/>
                </a:moveTo>
                <a:lnTo>
                  <a:pt x="4929" y="9286"/>
                </a:lnTo>
                <a:cubicBezTo>
                  <a:pt x="4923" y="9286"/>
                  <a:pt x="4918" y="9284"/>
                  <a:pt x="4914" y="9279"/>
                </a:cubicBezTo>
                <a:cubicBezTo>
                  <a:pt x="4909" y="9275"/>
                  <a:pt x="4907" y="9270"/>
                  <a:pt x="4907" y="9264"/>
                </a:cubicBezTo>
                <a:cubicBezTo>
                  <a:pt x="4907" y="9258"/>
                  <a:pt x="4909" y="9253"/>
                  <a:pt x="4914" y="9249"/>
                </a:cubicBezTo>
                <a:cubicBezTo>
                  <a:pt x="4918" y="9245"/>
                  <a:pt x="4923" y="9242"/>
                  <a:pt x="4929" y="9242"/>
                </a:cubicBezTo>
                <a:lnTo>
                  <a:pt x="5068" y="9242"/>
                </a:lnTo>
                <a:cubicBezTo>
                  <a:pt x="5074" y="9242"/>
                  <a:pt x="5079" y="9245"/>
                  <a:pt x="5083" y="9249"/>
                </a:cubicBezTo>
                <a:cubicBezTo>
                  <a:pt x="5087" y="9253"/>
                  <a:pt x="5089" y="9258"/>
                  <a:pt x="5090" y="9264"/>
                </a:cubicBezTo>
                <a:cubicBezTo>
                  <a:pt x="5089" y="9270"/>
                  <a:pt x="5087" y="9275"/>
                  <a:pt x="5083" y="9279"/>
                </a:cubicBezTo>
                <a:cubicBezTo>
                  <a:pt x="5079" y="9284"/>
                  <a:pt x="5074" y="9286"/>
                  <a:pt x="5068" y="9286"/>
                </a:cubicBezTo>
                <a:moveTo>
                  <a:pt x="4757" y="9286"/>
                </a:moveTo>
                <a:lnTo>
                  <a:pt x="4619" y="9286"/>
                </a:lnTo>
                <a:cubicBezTo>
                  <a:pt x="4613" y="9286"/>
                  <a:pt x="4608" y="9284"/>
                  <a:pt x="4603" y="9279"/>
                </a:cubicBezTo>
                <a:cubicBezTo>
                  <a:pt x="4599" y="9275"/>
                  <a:pt x="4597" y="9270"/>
                  <a:pt x="4597" y="9264"/>
                </a:cubicBezTo>
                <a:cubicBezTo>
                  <a:pt x="4597" y="9258"/>
                  <a:pt x="4599" y="9253"/>
                  <a:pt x="4603" y="9249"/>
                </a:cubicBezTo>
                <a:cubicBezTo>
                  <a:pt x="4608" y="9245"/>
                  <a:pt x="4613" y="9242"/>
                  <a:pt x="4619" y="9242"/>
                </a:cubicBezTo>
                <a:lnTo>
                  <a:pt x="4757" y="9242"/>
                </a:lnTo>
                <a:cubicBezTo>
                  <a:pt x="4763" y="9242"/>
                  <a:pt x="4768" y="9245"/>
                  <a:pt x="4772" y="9249"/>
                </a:cubicBezTo>
                <a:cubicBezTo>
                  <a:pt x="4776" y="9253"/>
                  <a:pt x="4778" y="9258"/>
                  <a:pt x="4778" y="9264"/>
                </a:cubicBezTo>
                <a:cubicBezTo>
                  <a:pt x="4778" y="9270"/>
                  <a:pt x="4776" y="9275"/>
                  <a:pt x="4772" y="9279"/>
                </a:cubicBezTo>
                <a:cubicBezTo>
                  <a:pt x="4768" y="9284"/>
                  <a:pt x="4763" y="9286"/>
                  <a:pt x="4757" y="9286"/>
                </a:cubicBezTo>
                <a:moveTo>
                  <a:pt x="4445" y="9286"/>
                </a:moveTo>
                <a:lnTo>
                  <a:pt x="4308" y="9286"/>
                </a:lnTo>
                <a:cubicBezTo>
                  <a:pt x="4302" y="9286"/>
                  <a:pt x="4297" y="9284"/>
                  <a:pt x="4293" y="9279"/>
                </a:cubicBezTo>
                <a:cubicBezTo>
                  <a:pt x="4288" y="9275"/>
                  <a:pt x="4286" y="9270"/>
                  <a:pt x="4286" y="9264"/>
                </a:cubicBezTo>
                <a:cubicBezTo>
                  <a:pt x="4286" y="9258"/>
                  <a:pt x="4288" y="9253"/>
                  <a:pt x="4293" y="9249"/>
                </a:cubicBezTo>
                <a:cubicBezTo>
                  <a:pt x="4297" y="9245"/>
                  <a:pt x="4302" y="9242"/>
                  <a:pt x="4308" y="9242"/>
                </a:cubicBezTo>
                <a:lnTo>
                  <a:pt x="4445" y="9242"/>
                </a:lnTo>
                <a:cubicBezTo>
                  <a:pt x="4451" y="9242"/>
                  <a:pt x="4456" y="9245"/>
                  <a:pt x="4460" y="9249"/>
                </a:cubicBezTo>
                <a:cubicBezTo>
                  <a:pt x="4464" y="9253"/>
                  <a:pt x="4466" y="9258"/>
                  <a:pt x="4466" y="9264"/>
                </a:cubicBezTo>
                <a:cubicBezTo>
                  <a:pt x="4466" y="9270"/>
                  <a:pt x="4464" y="9275"/>
                  <a:pt x="4460" y="9279"/>
                </a:cubicBezTo>
                <a:cubicBezTo>
                  <a:pt x="4456" y="9284"/>
                  <a:pt x="4451" y="9286"/>
                  <a:pt x="4445" y="9286"/>
                </a:cubicBezTo>
                <a:moveTo>
                  <a:pt x="4135" y="9286"/>
                </a:moveTo>
                <a:lnTo>
                  <a:pt x="3996" y="9286"/>
                </a:lnTo>
                <a:cubicBezTo>
                  <a:pt x="3990" y="9286"/>
                  <a:pt x="3985" y="9284"/>
                  <a:pt x="3981" y="9279"/>
                </a:cubicBezTo>
                <a:cubicBezTo>
                  <a:pt x="3976" y="9275"/>
                  <a:pt x="3974" y="9270"/>
                  <a:pt x="3974" y="9264"/>
                </a:cubicBezTo>
                <a:cubicBezTo>
                  <a:pt x="3974" y="9258"/>
                  <a:pt x="3976" y="9253"/>
                  <a:pt x="3981" y="9249"/>
                </a:cubicBezTo>
                <a:cubicBezTo>
                  <a:pt x="3985" y="9245"/>
                  <a:pt x="3990" y="9242"/>
                  <a:pt x="3996" y="9242"/>
                </a:cubicBezTo>
                <a:lnTo>
                  <a:pt x="4135" y="9242"/>
                </a:lnTo>
                <a:cubicBezTo>
                  <a:pt x="4141" y="9242"/>
                  <a:pt x="4146" y="9245"/>
                  <a:pt x="4150" y="9249"/>
                </a:cubicBezTo>
                <a:cubicBezTo>
                  <a:pt x="4154" y="9253"/>
                  <a:pt x="4156" y="9258"/>
                  <a:pt x="4156" y="9264"/>
                </a:cubicBezTo>
                <a:cubicBezTo>
                  <a:pt x="4156" y="9270"/>
                  <a:pt x="4154" y="9275"/>
                  <a:pt x="4150" y="9279"/>
                </a:cubicBezTo>
                <a:cubicBezTo>
                  <a:pt x="4146" y="9284"/>
                  <a:pt x="4141" y="9286"/>
                  <a:pt x="4135" y="9286"/>
                </a:cubicBezTo>
                <a:moveTo>
                  <a:pt x="3824" y="9286"/>
                </a:moveTo>
                <a:lnTo>
                  <a:pt x="3685" y="9286"/>
                </a:lnTo>
                <a:cubicBezTo>
                  <a:pt x="3679" y="9286"/>
                  <a:pt x="3674" y="9284"/>
                  <a:pt x="3669" y="9279"/>
                </a:cubicBezTo>
                <a:cubicBezTo>
                  <a:pt x="3665" y="9275"/>
                  <a:pt x="3663" y="9270"/>
                  <a:pt x="3663" y="9264"/>
                </a:cubicBezTo>
                <a:cubicBezTo>
                  <a:pt x="3663" y="9258"/>
                  <a:pt x="3665" y="9253"/>
                  <a:pt x="3669" y="9249"/>
                </a:cubicBezTo>
                <a:cubicBezTo>
                  <a:pt x="3674" y="9245"/>
                  <a:pt x="3679" y="9242"/>
                  <a:pt x="3685" y="9242"/>
                </a:cubicBezTo>
                <a:lnTo>
                  <a:pt x="3824" y="9242"/>
                </a:lnTo>
                <a:cubicBezTo>
                  <a:pt x="3830" y="9242"/>
                  <a:pt x="3835" y="9245"/>
                  <a:pt x="3840" y="9249"/>
                </a:cubicBezTo>
                <a:cubicBezTo>
                  <a:pt x="3844" y="9253"/>
                  <a:pt x="3846" y="9258"/>
                  <a:pt x="3846" y="9264"/>
                </a:cubicBezTo>
                <a:cubicBezTo>
                  <a:pt x="3846" y="9270"/>
                  <a:pt x="3844" y="9275"/>
                  <a:pt x="3840" y="9279"/>
                </a:cubicBezTo>
                <a:cubicBezTo>
                  <a:pt x="3835" y="9284"/>
                  <a:pt x="3830" y="9286"/>
                  <a:pt x="3824" y="9286"/>
                </a:cubicBezTo>
                <a:moveTo>
                  <a:pt x="3512" y="9286"/>
                </a:moveTo>
                <a:lnTo>
                  <a:pt x="3374" y="9286"/>
                </a:lnTo>
                <a:cubicBezTo>
                  <a:pt x="3368" y="9286"/>
                  <a:pt x="3363" y="9284"/>
                  <a:pt x="3359" y="9279"/>
                </a:cubicBezTo>
                <a:cubicBezTo>
                  <a:pt x="3355" y="9275"/>
                  <a:pt x="3353" y="9270"/>
                  <a:pt x="3353" y="9264"/>
                </a:cubicBezTo>
                <a:cubicBezTo>
                  <a:pt x="3353" y="9258"/>
                  <a:pt x="3355" y="9253"/>
                  <a:pt x="3359" y="9249"/>
                </a:cubicBezTo>
                <a:cubicBezTo>
                  <a:pt x="3363" y="9245"/>
                  <a:pt x="3368" y="9242"/>
                  <a:pt x="3374" y="9242"/>
                </a:cubicBezTo>
                <a:lnTo>
                  <a:pt x="3512" y="9242"/>
                </a:lnTo>
                <a:cubicBezTo>
                  <a:pt x="3518" y="9242"/>
                  <a:pt x="3523" y="9245"/>
                  <a:pt x="3527" y="9249"/>
                </a:cubicBezTo>
                <a:cubicBezTo>
                  <a:pt x="3531" y="9253"/>
                  <a:pt x="3533" y="9258"/>
                  <a:pt x="3533" y="9264"/>
                </a:cubicBezTo>
                <a:cubicBezTo>
                  <a:pt x="3533" y="9270"/>
                  <a:pt x="3531" y="9275"/>
                  <a:pt x="3527" y="9279"/>
                </a:cubicBezTo>
                <a:cubicBezTo>
                  <a:pt x="3523" y="9284"/>
                  <a:pt x="3518" y="9286"/>
                  <a:pt x="3512" y="9286"/>
                </a:cubicBezTo>
                <a:moveTo>
                  <a:pt x="3201" y="9286"/>
                </a:moveTo>
                <a:lnTo>
                  <a:pt x="3063" y="9286"/>
                </a:lnTo>
                <a:cubicBezTo>
                  <a:pt x="3057" y="9286"/>
                  <a:pt x="3051" y="9284"/>
                  <a:pt x="3047" y="9279"/>
                </a:cubicBezTo>
                <a:cubicBezTo>
                  <a:pt x="3043" y="9275"/>
                  <a:pt x="3041" y="9270"/>
                  <a:pt x="3041" y="9264"/>
                </a:cubicBezTo>
                <a:cubicBezTo>
                  <a:pt x="3041" y="9258"/>
                  <a:pt x="3043" y="9253"/>
                  <a:pt x="3047" y="9249"/>
                </a:cubicBezTo>
                <a:cubicBezTo>
                  <a:pt x="3051" y="9245"/>
                  <a:pt x="3057" y="9242"/>
                  <a:pt x="3063" y="9242"/>
                </a:cubicBezTo>
                <a:lnTo>
                  <a:pt x="3201" y="9242"/>
                </a:lnTo>
                <a:cubicBezTo>
                  <a:pt x="3207" y="9242"/>
                  <a:pt x="3212" y="9245"/>
                  <a:pt x="3216" y="9249"/>
                </a:cubicBezTo>
                <a:cubicBezTo>
                  <a:pt x="3220" y="9253"/>
                  <a:pt x="3222" y="9258"/>
                  <a:pt x="3222" y="9264"/>
                </a:cubicBezTo>
                <a:cubicBezTo>
                  <a:pt x="3222" y="9270"/>
                  <a:pt x="3220" y="9275"/>
                  <a:pt x="3216" y="9279"/>
                </a:cubicBezTo>
                <a:cubicBezTo>
                  <a:pt x="3212" y="9284"/>
                  <a:pt x="3207" y="9286"/>
                  <a:pt x="3201" y="9286"/>
                </a:cubicBezTo>
                <a:moveTo>
                  <a:pt x="2891" y="9286"/>
                </a:moveTo>
                <a:lnTo>
                  <a:pt x="2752" y="9286"/>
                </a:lnTo>
                <a:cubicBezTo>
                  <a:pt x="2746" y="9286"/>
                  <a:pt x="2741" y="9284"/>
                  <a:pt x="2737" y="9279"/>
                </a:cubicBezTo>
                <a:cubicBezTo>
                  <a:pt x="2732" y="9275"/>
                  <a:pt x="2730" y="9270"/>
                  <a:pt x="2730" y="9264"/>
                </a:cubicBezTo>
                <a:cubicBezTo>
                  <a:pt x="2730" y="9258"/>
                  <a:pt x="2732" y="9253"/>
                  <a:pt x="2737" y="9249"/>
                </a:cubicBezTo>
                <a:cubicBezTo>
                  <a:pt x="2741" y="9245"/>
                  <a:pt x="2746" y="9242"/>
                  <a:pt x="2752" y="9242"/>
                </a:cubicBezTo>
                <a:lnTo>
                  <a:pt x="2891" y="9242"/>
                </a:lnTo>
                <a:cubicBezTo>
                  <a:pt x="2897" y="9242"/>
                  <a:pt x="2902" y="9245"/>
                  <a:pt x="2906" y="9249"/>
                </a:cubicBezTo>
                <a:cubicBezTo>
                  <a:pt x="2910" y="9253"/>
                  <a:pt x="2912" y="9258"/>
                  <a:pt x="2912" y="9264"/>
                </a:cubicBezTo>
                <a:cubicBezTo>
                  <a:pt x="2912" y="9270"/>
                  <a:pt x="2910" y="9275"/>
                  <a:pt x="2906" y="9279"/>
                </a:cubicBezTo>
                <a:cubicBezTo>
                  <a:pt x="2902" y="9284"/>
                  <a:pt x="2897" y="9286"/>
                  <a:pt x="2891" y="9286"/>
                </a:cubicBezTo>
                <a:moveTo>
                  <a:pt x="2579" y="9286"/>
                </a:moveTo>
                <a:lnTo>
                  <a:pt x="2442" y="9286"/>
                </a:lnTo>
                <a:cubicBezTo>
                  <a:pt x="2436" y="9286"/>
                  <a:pt x="2431" y="9284"/>
                  <a:pt x="2426" y="9279"/>
                </a:cubicBezTo>
                <a:cubicBezTo>
                  <a:pt x="2422" y="9275"/>
                  <a:pt x="2420" y="9270"/>
                  <a:pt x="2420" y="9264"/>
                </a:cubicBezTo>
                <a:cubicBezTo>
                  <a:pt x="2420" y="9258"/>
                  <a:pt x="2422" y="9253"/>
                  <a:pt x="2426" y="9249"/>
                </a:cubicBezTo>
                <a:cubicBezTo>
                  <a:pt x="2431" y="9245"/>
                  <a:pt x="2436" y="9242"/>
                  <a:pt x="2442" y="9242"/>
                </a:cubicBezTo>
                <a:lnTo>
                  <a:pt x="2579" y="9242"/>
                </a:lnTo>
                <a:cubicBezTo>
                  <a:pt x="2585" y="9242"/>
                  <a:pt x="2590" y="9245"/>
                  <a:pt x="2594" y="9249"/>
                </a:cubicBezTo>
                <a:cubicBezTo>
                  <a:pt x="2598" y="9253"/>
                  <a:pt x="2601" y="9258"/>
                  <a:pt x="2601" y="9264"/>
                </a:cubicBezTo>
                <a:cubicBezTo>
                  <a:pt x="2601" y="9270"/>
                  <a:pt x="2598" y="9275"/>
                  <a:pt x="2594" y="9279"/>
                </a:cubicBezTo>
                <a:cubicBezTo>
                  <a:pt x="2590" y="9284"/>
                  <a:pt x="2585" y="9286"/>
                  <a:pt x="2579" y="9286"/>
                </a:cubicBezTo>
                <a:moveTo>
                  <a:pt x="2268" y="9286"/>
                </a:moveTo>
                <a:lnTo>
                  <a:pt x="2129" y="9286"/>
                </a:lnTo>
                <a:cubicBezTo>
                  <a:pt x="2123" y="9286"/>
                  <a:pt x="2118" y="9284"/>
                  <a:pt x="2114" y="9279"/>
                </a:cubicBezTo>
                <a:cubicBezTo>
                  <a:pt x="2110" y="9275"/>
                  <a:pt x="2108" y="9270"/>
                  <a:pt x="2108" y="9264"/>
                </a:cubicBezTo>
                <a:cubicBezTo>
                  <a:pt x="2108" y="9258"/>
                  <a:pt x="2110" y="9253"/>
                  <a:pt x="2114" y="9249"/>
                </a:cubicBezTo>
                <a:cubicBezTo>
                  <a:pt x="2118" y="9245"/>
                  <a:pt x="2123" y="9242"/>
                  <a:pt x="2129" y="9242"/>
                </a:cubicBezTo>
                <a:lnTo>
                  <a:pt x="2268" y="9242"/>
                </a:lnTo>
                <a:cubicBezTo>
                  <a:pt x="2274" y="9242"/>
                  <a:pt x="2279" y="9245"/>
                  <a:pt x="2284" y="9249"/>
                </a:cubicBezTo>
                <a:cubicBezTo>
                  <a:pt x="2288" y="9253"/>
                  <a:pt x="2290" y="9258"/>
                  <a:pt x="2290" y="9264"/>
                </a:cubicBezTo>
                <a:cubicBezTo>
                  <a:pt x="2290" y="9270"/>
                  <a:pt x="2288" y="9275"/>
                  <a:pt x="2284" y="9279"/>
                </a:cubicBezTo>
                <a:cubicBezTo>
                  <a:pt x="2279" y="9284"/>
                  <a:pt x="2274" y="9286"/>
                  <a:pt x="2268" y="9286"/>
                </a:cubicBezTo>
                <a:moveTo>
                  <a:pt x="1958" y="9286"/>
                </a:moveTo>
                <a:lnTo>
                  <a:pt x="1820" y="9286"/>
                </a:lnTo>
                <a:cubicBezTo>
                  <a:pt x="1814" y="9286"/>
                  <a:pt x="1809" y="9284"/>
                  <a:pt x="1804" y="9279"/>
                </a:cubicBezTo>
                <a:cubicBezTo>
                  <a:pt x="1800" y="9275"/>
                  <a:pt x="1798" y="9270"/>
                  <a:pt x="1798" y="9264"/>
                </a:cubicBezTo>
                <a:cubicBezTo>
                  <a:pt x="1798" y="9258"/>
                  <a:pt x="1800" y="9253"/>
                  <a:pt x="1804" y="9249"/>
                </a:cubicBezTo>
                <a:cubicBezTo>
                  <a:pt x="1809" y="9245"/>
                  <a:pt x="1814" y="9242"/>
                  <a:pt x="1820" y="9242"/>
                </a:cubicBezTo>
                <a:lnTo>
                  <a:pt x="1958" y="9242"/>
                </a:lnTo>
                <a:cubicBezTo>
                  <a:pt x="1964" y="9242"/>
                  <a:pt x="1969" y="9245"/>
                  <a:pt x="1973" y="9249"/>
                </a:cubicBezTo>
                <a:cubicBezTo>
                  <a:pt x="1978" y="9253"/>
                  <a:pt x="1980" y="9258"/>
                  <a:pt x="1980" y="9264"/>
                </a:cubicBezTo>
                <a:cubicBezTo>
                  <a:pt x="1980" y="9270"/>
                  <a:pt x="1978" y="9275"/>
                  <a:pt x="1973" y="9279"/>
                </a:cubicBezTo>
                <a:cubicBezTo>
                  <a:pt x="1969" y="9284"/>
                  <a:pt x="1964" y="9286"/>
                  <a:pt x="1958" y="9286"/>
                </a:cubicBezTo>
                <a:moveTo>
                  <a:pt x="1645" y="9286"/>
                </a:moveTo>
                <a:lnTo>
                  <a:pt x="1509" y="9286"/>
                </a:lnTo>
                <a:cubicBezTo>
                  <a:pt x="1503" y="9286"/>
                  <a:pt x="1498" y="9284"/>
                  <a:pt x="1493" y="9279"/>
                </a:cubicBezTo>
                <a:cubicBezTo>
                  <a:pt x="1489" y="9275"/>
                  <a:pt x="1487" y="9270"/>
                  <a:pt x="1487" y="9264"/>
                </a:cubicBezTo>
                <a:cubicBezTo>
                  <a:pt x="1487" y="9258"/>
                  <a:pt x="1489" y="9253"/>
                  <a:pt x="1493" y="9249"/>
                </a:cubicBezTo>
                <a:cubicBezTo>
                  <a:pt x="1498" y="9245"/>
                  <a:pt x="1503" y="9242"/>
                  <a:pt x="1509" y="9242"/>
                </a:cubicBezTo>
                <a:lnTo>
                  <a:pt x="1645" y="9242"/>
                </a:lnTo>
                <a:cubicBezTo>
                  <a:pt x="1651" y="9242"/>
                  <a:pt x="1656" y="9245"/>
                  <a:pt x="1660" y="9249"/>
                </a:cubicBezTo>
                <a:cubicBezTo>
                  <a:pt x="1665" y="9253"/>
                  <a:pt x="1667" y="9258"/>
                  <a:pt x="1667" y="9264"/>
                </a:cubicBezTo>
                <a:cubicBezTo>
                  <a:pt x="1667" y="9270"/>
                  <a:pt x="1665" y="9275"/>
                  <a:pt x="1660" y="9279"/>
                </a:cubicBezTo>
                <a:cubicBezTo>
                  <a:pt x="1656" y="9284"/>
                  <a:pt x="1651" y="9286"/>
                  <a:pt x="1645" y="9286"/>
                </a:cubicBezTo>
                <a:moveTo>
                  <a:pt x="1336" y="9286"/>
                </a:moveTo>
                <a:lnTo>
                  <a:pt x="1197" y="9286"/>
                </a:lnTo>
                <a:cubicBezTo>
                  <a:pt x="1191" y="9286"/>
                  <a:pt x="1186" y="9284"/>
                  <a:pt x="1182" y="9279"/>
                </a:cubicBezTo>
                <a:cubicBezTo>
                  <a:pt x="1177" y="9275"/>
                  <a:pt x="1175" y="9270"/>
                  <a:pt x="1175" y="9264"/>
                </a:cubicBezTo>
                <a:cubicBezTo>
                  <a:pt x="1175" y="9258"/>
                  <a:pt x="1177" y="9253"/>
                  <a:pt x="1182" y="9249"/>
                </a:cubicBezTo>
                <a:cubicBezTo>
                  <a:pt x="1186" y="9245"/>
                  <a:pt x="1191" y="9242"/>
                  <a:pt x="1197" y="9242"/>
                </a:cubicBezTo>
                <a:lnTo>
                  <a:pt x="1336" y="9242"/>
                </a:lnTo>
                <a:cubicBezTo>
                  <a:pt x="1342" y="9242"/>
                  <a:pt x="1347" y="9245"/>
                  <a:pt x="1352" y="9249"/>
                </a:cubicBezTo>
                <a:cubicBezTo>
                  <a:pt x="1356" y="9253"/>
                  <a:pt x="1358" y="9258"/>
                  <a:pt x="1358" y="9264"/>
                </a:cubicBezTo>
                <a:cubicBezTo>
                  <a:pt x="1358" y="9270"/>
                  <a:pt x="1356" y="9275"/>
                  <a:pt x="1352" y="9279"/>
                </a:cubicBezTo>
                <a:cubicBezTo>
                  <a:pt x="1347" y="9284"/>
                  <a:pt x="1342" y="9286"/>
                  <a:pt x="1336" y="9286"/>
                </a:cubicBezTo>
                <a:moveTo>
                  <a:pt x="1025" y="9286"/>
                </a:moveTo>
                <a:lnTo>
                  <a:pt x="887" y="9286"/>
                </a:lnTo>
                <a:cubicBezTo>
                  <a:pt x="881" y="9286"/>
                  <a:pt x="876" y="9284"/>
                  <a:pt x="872" y="9279"/>
                </a:cubicBezTo>
                <a:cubicBezTo>
                  <a:pt x="868" y="9275"/>
                  <a:pt x="866" y="9270"/>
                  <a:pt x="866" y="9264"/>
                </a:cubicBezTo>
                <a:cubicBezTo>
                  <a:pt x="866" y="9258"/>
                  <a:pt x="868" y="9253"/>
                  <a:pt x="872" y="9249"/>
                </a:cubicBezTo>
                <a:cubicBezTo>
                  <a:pt x="876" y="9245"/>
                  <a:pt x="881" y="9242"/>
                  <a:pt x="887" y="9242"/>
                </a:cubicBezTo>
                <a:lnTo>
                  <a:pt x="1025" y="9242"/>
                </a:lnTo>
                <a:cubicBezTo>
                  <a:pt x="1031" y="9242"/>
                  <a:pt x="1036" y="9245"/>
                  <a:pt x="1040" y="9249"/>
                </a:cubicBezTo>
                <a:cubicBezTo>
                  <a:pt x="1044" y="9253"/>
                  <a:pt x="1046" y="9258"/>
                  <a:pt x="1046" y="9264"/>
                </a:cubicBezTo>
                <a:cubicBezTo>
                  <a:pt x="1046" y="9270"/>
                  <a:pt x="1044" y="9275"/>
                  <a:pt x="1040" y="9279"/>
                </a:cubicBezTo>
                <a:cubicBezTo>
                  <a:pt x="1036" y="9284"/>
                  <a:pt x="1031" y="9286"/>
                  <a:pt x="1025" y="9286"/>
                </a:cubicBezTo>
                <a:moveTo>
                  <a:pt x="714" y="9286"/>
                </a:moveTo>
                <a:lnTo>
                  <a:pt x="574" y="9286"/>
                </a:lnTo>
                <a:cubicBezTo>
                  <a:pt x="568" y="9286"/>
                  <a:pt x="563" y="9284"/>
                  <a:pt x="559" y="9279"/>
                </a:cubicBezTo>
                <a:cubicBezTo>
                  <a:pt x="555" y="9275"/>
                  <a:pt x="553" y="9270"/>
                  <a:pt x="553" y="9264"/>
                </a:cubicBezTo>
                <a:cubicBezTo>
                  <a:pt x="553" y="9258"/>
                  <a:pt x="555" y="9253"/>
                  <a:pt x="559" y="9249"/>
                </a:cubicBezTo>
                <a:cubicBezTo>
                  <a:pt x="563" y="9245"/>
                  <a:pt x="568" y="9242"/>
                  <a:pt x="574" y="9242"/>
                </a:cubicBezTo>
                <a:lnTo>
                  <a:pt x="714" y="9242"/>
                </a:lnTo>
                <a:cubicBezTo>
                  <a:pt x="720" y="9242"/>
                  <a:pt x="725" y="9245"/>
                  <a:pt x="729" y="9249"/>
                </a:cubicBezTo>
                <a:cubicBezTo>
                  <a:pt x="733" y="9253"/>
                  <a:pt x="735" y="9258"/>
                  <a:pt x="735" y="9264"/>
                </a:cubicBezTo>
                <a:cubicBezTo>
                  <a:pt x="735" y="9270"/>
                  <a:pt x="733" y="9275"/>
                  <a:pt x="729" y="9279"/>
                </a:cubicBezTo>
                <a:cubicBezTo>
                  <a:pt x="725" y="9284"/>
                  <a:pt x="720" y="9286"/>
                  <a:pt x="714" y="9286"/>
                </a:cubicBezTo>
                <a:moveTo>
                  <a:pt x="403" y="9286"/>
                </a:moveTo>
                <a:lnTo>
                  <a:pt x="265" y="9286"/>
                </a:lnTo>
                <a:cubicBezTo>
                  <a:pt x="260" y="9286"/>
                  <a:pt x="254" y="9284"/>
                  <a:pt x="250" y="9279"/>
                </a:cubicBezTo>
                <a:cubicBezTo>
                  <a:pt x="246" y="9275"/>
                  <a:pt x="244" y="9270"/>
                  <a:pt x="244" y="9264"/>
                </a:cubicBezTo>
                <a:cubicBezTo>
                  <a:pt x="244" y="9258"/>
                  <a:pt x="246" y="9253"/>
                  <a:pt x="250" y="9249"/>
                </a:cubicBezTo>
                <a:cubicBezTo>
                  <a:pt x="254" y="9245"/>
                  <a:pt x="260" y="9242"/>
                  <a:pt x="265" y="9242"/>
                </a:cubicBezTo>
                <a:lnTo>
                  <a:pt x="403" y="9242"/>
                </a:lnTo>
                <a:cubicBezTo>
                  <a:pt x="409" y="9242"/>
                  <a:pt x="414" y="9245"/>
                  <a:pt x="419" y="9249"/>
                </a:cubicBezTo>
                <a:cubicBezTo>
                  <a:pt x="423" y="9253"/>
                  <a:pt x="425" y="9258"/>
                  <a:pt x="425" y="9264"/>
                </a:cubicBezTo>
                <a:cubicBezTo>
                  <a:pt x="425" y="9270"/>
                  <a:pt x="423" y="9275"/>
                  <a:pt x="419" y="9279"/>
                </a:cubicBezTo>
                <a:cubicBezTo>
                  <a:pt x="414" y="9284"/>
                  <a:pt x="409" y="9286"/>
                  <a:pt x="403" y="9286"/>
                </a:cubicBezTo>
                <a:moveTo>
                  <a:pt x="91" y="9286"/>
                </a:moveTo>
                <a:lnTo>
                  <a:pt x="21" y="9286"/>
                </a:lnTo>
                <a:cubicBezTo>
                  <a:pt x="15" y="9286"/>
                  <a:pt x="10" y="9284"/>
                  <a:pt x="6" y="9279"/>
                </a:cubicBezTo>
                <a:cubicBezTo>
                  <a:pt x="2" y="9275"/>
                  <a:pt x="0" y="9270"/>
                  <a:pt x="0" y="9264"/>
                </a:cubicBezTo>
                <a:lnTo>
                  <a:pt x="0" y="9125"/>
                </a:lnTo>
                <a:cubicBezTo>
                  <a:pt x="0" y="9120"/>
                  <a:pt x="2" y="9114"/>
                  <a:pt x="6" y="9110"/>
                </a:cubicBezTo>
                <a:cubicBezTo>
                  <a:pt x="10" y="9106"/>
                  <a:pt x="15" y="9104"/>
                  <a:pt x="21" y="9104"/>
                </a:cubicBezTo>
                <a:cubicBezTo>
                  <a:pt x="27" y="9104"/>
                  <a:pt x="32" y="9106"/>
                  <a:pt x="37" y="9110"/>
                </a:cubicBezTo>
                <a:cubicBezTo>
                  <a:pt x="41" y="9114"/>
                  <a:pt x="43" y="9120"/>
                  <a:pt x="43" y="9125"/>
                </a:cubicBezTo>
                <a:lnTo>
                  <a:pt x="43" y="9242"/>
                </a:lnTo>
                <a:lnTo>
                  <a:pt x="91" y="9242"/>
                </a:lnTo>
                <a:cubicBezTo>
                  <a:pt x="97" y="9242"/>
                  <a:pt x="102" y="9245"/>
                  <a:pt x="107" y="9249"/>
                </a:cubicBezTo>
                <a:cubicBezTo>
                  <a:pt x="111" y="9253"/>
                  <a:pt x="113" y="9258"/>
                  <a:pt x="113" y="9264"/>
                </a:cubicBezTo>
                <a:cubicBezTo>
                  <a:pt x="113" y="9270"/>
                  <a:pt x="111" y="9275"/>
                  <a:pt x="107" y="9279"/>
                </a:cubicBezTo>
                <a:cubicBezTo>
                  <a:pt x="102" y="9284"/>
                  <a:pt x="97" y="9286"/>
                  <a:pt x="91" y="9286"/>
                </a:cubicBezTo>
                <a:moveTo>
                  <a:pt x="0" y="8952"/>
                </a:moveTo>
                <a:lnTo>
                  <a:pt x="0" y="8814"/>
                </a:lnTo>
                <a:cubicBezTo>
                  <a:pt x="0" y="8808"/>
                  <a:pt x="2" y="8803"/>
                  <a:pt x="6" y="8799"/>
                </a:cubicBezTo>
                <a:cubicBezTo>
                  <a:pt x="10" y="8794"/>
                  <a:pt x="15" y="8792"/>
                  <a:pt x="21" y="8792"/>
                </a:cubicBezTo>
                <a:cubicBezTo>
                  <a:pt x="27" y="8792"/>
                  <a:pt x="32" y="8794"/>
                  <a:pt x="37" y="8799"/>
                </a:cubicBezTo>
                <a:cubicBezTo>
                  <a:pt x="41" y="8803"/>
                  <a:pt x="43" y="8808"/>
                  <a:pt x="43" y="8814"/>
                </a:cubicBezTo>
                <a:lnTo>
                  <a:pt x="43" y="8952"/>
                </a:lnTo>
                <a:cubicBezTo>
                  <a:pt x="43" y="8958"/>
                  <a:pt x="41" y="8963"/>
                  <a:pt x="37" y="8968"/>
                </a:cubicBezTo>
                <a:cubicBezTo>
                  <a:pt x="32" y="8972"/>
                  <a:pt x="27" y="8974"/>
                  <a:pt x="21" y="8974"/>
                </a:cubicBezTo>
                <a:cubicBezTo>
                  <a:pt x="15" y="8974"/>
                  <a:pt x="10" y="8972"/>
                  <a:pt x="6" y="8968"/>
                </a:cubicBezTo>
                <a:cubicBezTo>
                  <a:pt x="2" y="8963"/>
                  <a:pt x="0" y="8958"/>
                  <a:pt x="0" y="8952"/>
                </a:cubicBezTo>
                <a:moveTo>
                  <a:pt x="0" y="8641"/>
                </a:moveTo>
                <a:lnTo>
                  <a:pt x="0" y="8502"/>
                </a:lnTo>
                <a:cubicBezTo>
                  <a:pt x="0" y="8496"/>
                  <a:pt x="2" y="8491"/>
                  <a:pt x="6" y="8487"/>
                </a:cubicBezTo>
                <a:cubicBezTo>
                  <a:pt x="10" y="8483"/>
                  <a:pt x="15" y="8480"/>
                  <a:pt x="21" y="8480"/>
                </a:cubicBezTo>
                <a:cubicBezTo>
                  <a:pt x="27" y="8480"/>
                  <a:pt x="32" y="8483"/>
                  <a:pt x="37" y="8487"/>
                </a:cubicBezTo>
                <a:cubicBezTo>
                  <a:pt x="41" y="8491"/>
                  <a:pt x="43" y="8496"/>
                  <a:pt x="43" y="8502"/>
                </a:cubicBezTo>
                <a:lnTo>
                  <a:pt x="43" y="8641"/>
                </a:lnTo>
                <a:cubicBezTo>
                  <a:pt x="43" y="8647"/>
                  <a:pt x="41" y="8652"/>
                  <a:pt x="37" y="8656"/>
                </a:cubicBezTo>
                <a:cubicBezTo>
                  <a:pt x="32" y="8660"/>
                  <a:pt x="27" y="8662"/>
                  <a:pt x="21" y="8662"/>
                </a:cubicBezTo>
                <a:cubicBezTo>
                  <a:pt x="15" y="8662"/>
                  <a:pt x="10" y="8660"/>
                  <a:pt x="6" y="8656"/>
                </a:cubicBezTo>
                <a:cubicBezTo>
                  <a:pt x="2" y="8652"/>
                  <a:pt x="0" y="8647"/>
                  <a:pt x="0" y="8641"/>
                </a:cubicBezTo>
                <a:moveTo>
                  <a:pt x="0" y="8329"/>
                </a:moveTo>
                <a:lnTo>
                  <a:pt x="0" y="8190"/>
                </a:lnTo>
                <a:cubicBezTo>
                  <a:pt x="0" y="8184"/>
                  <a:pt x="2" y="8179"/>
                  <a:pt x="6" y="8175"/>
                </a:cubicBezTo>
                <a:cubicBezTo>
                  <a:pt x="10" y="8171"/>
                  <a:pt x="15" y="8169"/>
                  <a:pt x="21" y="8169"/>
                </a:cubicBezTo>
                <a:cubicBezTo>
                  <a:pt x="27" y="8169"/>
                  <a:pt x="32" y="8171"/>
                  <a:pt x="37" y="8175"/>
                </a:cubicBezTo>
                <a:cubicBezTo>
                  <a:pt x="41" y="8179"/>
                  <a:pt x="43" y="8184"/>
                  <a:pt x="43" y="8190"/>
                </a:cubicBezTo>
                <a:lnTo>
                  <a:pt x="43" y="8329"/>
                </a:lnTo>
                <a:cubicBezTo>
                  <a:pt x="43" y="8335"/>
                  <a:pt x="41" y="8340"/>
                  <a:pt x="37" y="8344"/>
                </a:cubicBezTo>
                <a:cubicBezTo>
                  <a:pt x="32" y="8348"/>
                  <a:pt x="27" y="8351"/>
                  <a:pt x="21" y="8351"/>
                </a:cubicBezTo>
                <a:cubicBezTo>
                  <a:pt x="15" y="8351"/>
                  <a:pt x="10" y="8348"/>
                  <a:pt x="6" y="8344"/>
                </a:cubicBezTo>
                <a:cubicBezTo>
                  <a:pt x="2" y="8340"/>
                  <a:pt x="0" y="8335"/>
                  <a:pt x="0" y="8329"/>
                </a:cubicBezTo>
                <a:moveTo>
                  <a:pt x="0" y="8017"/>
                </a:moveTo>
                <a:lnTo>
                  <a:pt x="0" y="7879"/>
                </a:lnTo>
                <a:cubicBezTo>
                  <a:pt x="0" y="7873"/>
                  <a:pt x="2" y="7868"/>
                  <a:pt x="6" y="7864"/>
                </a:cubicBezTo>
                <a:cubicBezTo>
                  <a:pt x="10" y="7859"/>
                  <a:pt x="15" y="7857"/>
                  <a:pt x="21" y="7857"/>
                </a:cubicBezTo>
                <a:cubicBezTo>
                  <a:pt x="27" y="7857"/>
                  <a:pt x="32" y="7859"/>
                  <a:pt x="37" y="7864"/>
                </a:cubicBezTo>
                <a:cubicBezTo>
                  <a:pt x="41" y="7868"/>
                  <a:pt x="43" y="7873"/>
                  <a:pt x="43" y="7879"/>
                </a:cubicBezTo>
                <a:lnTo>
                  <a:pt x="43" y="8017"/>
                </a:lnTo>
                <a:cubicBezTo>
                  <a:pt x="43" y="8023"/>
                  <a:pt x="41" y="8028"/>
                  <a:pt x="37" y="8033"/>
                </a:cubicBezTo>
                <a:cubicBezTo>
                  <a:pt x="32" y="8037"/>
                  <a:pt x="27" y="8039"/>
                  <a:pt x="21" y="8039"/>
                </a:cubicBezTo>
                <a:cubicBezTo>
                  <a:pt x="15" y="8039"/>
                  <a:pt x="10" y="8037"/>
                  <a:pt x="6" y="8033"/>
                </a:cubicBezTo>
                <a:cubicBezTo>
                  <a:pt x="2" y="8028"/>
                  <a:pt x="0" y="8023"/>
                  <a:pt x="0" y="8017"/>
                </a:cubicBezTo>
                <a:moveTo>
                  <a:pt x="0" y="7706"/>
                </a:moveTo>
                <a:lnTo>
                  <a:pt x="0" y="7567"/>
                </a:lnTo>
                <a:cubicBezTo>
                  <a:pt x="0" y="7561"/>
                  <a:pt x="2" y="7556"/>
                  <a:pt x="6" y="7552"/>
                </a:cubicBezTo>
                <a:cubicBezTo>
                  <a:pt x="10" y="7548"/>
                  <a:pt x="15" y="7546"/>
                  <a:pt x="21" y="7546"/>
                </a:cubicBezTo>
                <a:cubicBezTo>
                  <a:pt x="27" y="7546"/>
                  <a:pt x="32" y="7548"/>
                  <a:pt x="37" y="7552"/>
                </a:cubicBezTo>
                <a:cubicBezTo>
                  <a:pt x="41" y="7556"/>
                  <a:pt x="43" y="7561"/>
                  <a:pt x="43" y="7567"/>
                </a:cubicBezTo>
                <a:lnTo>
                  <a:pt x="43" y="7706"/>
                </a:lnTo>
                <a:cubicBezTo>
                  <a:pt x="43" y="7712"/>
                  <a:pt x="41" y="7717"/>
                  <a:pt x="37" y="7721"/>
                </a:cubicBezTo>
                <a:cubicBezTo>
                  <a:pt x="32" y="7725"/>
                  <a:pt x="27" y="7727"/>
                  <a:pt x="21" y="7727"/>
                </a:cubicBezTo>
                <a:cubicBezTo>
                  <a:pt x="15" y="7727"/>
                  <a:pt x="10" y="7725"/>
                  <a:pt x="6" y="7721"/>
                </a:cubicBezTo>
                <a:cubicBezTo>
                  <a:pt x="2" y="7717"/>
                  <a:pt x="0" y="7712"/>
                  <a:pt x="0" y="7706"/>
                </a:cubicBezTo>
                <a:moveTo>
                  <a:pt x="0" y="7394"/>
                </a:moveTo>
                <a:lnTo>
                  <a:pt x="0" y="7256"/>
                </a:lnTo>
                <a:cubicBezTo>
                  <a:pt x="0" y="7250"/>
                  <a:pt x="2" y="7245"/>
                  <a:pt x="6" y="7241"/>
                </a:cubicBezTo>
                <a:cubicBezTo>
                  <a:pt x="10" y="7237"/>
                  <a:pt x="15" y="7234"/>
                  <a:pt x="21" y="7234"/>
                </a:cubicBezTo>
                <a:cubicBezTo>
                  <a:pt x="27" y="7234"/>
                  <a:pt x="32" y="7237"/>
                  <a:pt x="37" y="7241"/>
                </a:cubicBezTo>
                <a:cubicBezTo>
                  <a:pt x="41" y="7245"/>
                  <a:pt x="43" y="7250"/>
                  <a:pt x="43" y="7256"/>
                </a:cubicBezTo>
                <a:lnTo>
                  <a:pt x="43" y="7394"/>
                </a:lnTo>
                <a:cubicBezTo>
                  <a:pt x="43" y="7400"/>
                  <a:pt x="41" y="7405"/>
                  <a:pt x="37" y="7410"/>
                </a:cubicBezTo>
                <a:cubicBezTo>
                  <a:pt x="32" y="7414"/>
                  <a:pt x="27" y="7416"/>
                  <a:pt x="21" y="7416"/>
                </a:cubicBezTo>
                <a:cubicBezTo>
                  <a:pt x="15" y="7416"/>
                  <a:pt x="10" y="7414"/>
                  <a:pt x="6" y="7410"/>
                </a:cubicBezTo>
                <a:cubicBezTo>
                  <a:pt x="2" y="7405"/>
                  <a:pt x="0" y="7400"/>
                  <a:pt x="0" y="7394"/>
                </a:cubicBezTo>
                <a:moveTo>
                  <a:pt x="0" y="7083"/>
                </a:moveTo>
                <a:lnTo>
                  <a:pt x="0" y="6944"/>
                </a:lnTo>
                <a:cubicBezTo>
                  <a:pt x="0" y="6938"/>
                  <a:pt x="2" y="6933"/>
                  <a:pt x="6" y="6929"/>
                </a:cubicBezTo>
                <a:cubicBezTo>
                  <a:pt x="10" y="6924"/>
                  <a:pt x="15" y="6922"/>
                  <a:pt x="21" y="6922"/>
                </a:cubicBezTo>
                <a:cubicBezTo>
                  <a:pt x="27" y="6922"/>
                  <a:pt x="32" y="6924"/>
                  <a:pt x="37" y="6929"/>
                </a:cubicBezTo>
                <a:cubicBezTo>
                  <a:pt x="41" y="6933"/>
                  <a:pt x="43" y="6938"/>
                  <a:pt x="43" y="6944"/>
                </a:cubicBezTo>
                <a:lnTo>
                  <a:pt x="43" y="7083"/>
                </a:lnTo>
                <a:cubicBezTo>
                  <a:pt x="43" y="7089"/>
                  <a:pt x="41" y="7094"/>
                  <a:pt x="37" y="7098"/>
                </a:cubicBezTo>
                <a:cubicBezTo>
                  <a:pt x="32" y="7103"/>
                  <a:pt x="27" y="7105"/>
                  <a:pt x="21" y="7105"/>
                </a:cubicBezTo>
                <a:cubicBezTo>
                  <a:pt x="15" y="7105"/>
                  <a:pt x="10" y="7103"/>
                  <a:pt x="6" y="7098"/>
                </a:cubicBezTo>
                <a:cubicBezTo>
                  <a:pt x="2" y="7094"/>
                  <a:pt x="0" y="7089"/>
                  <a:pt x="0" y="7083"/>
                </a:cubicBezTo>
                <a:moveTo>
                  <a:pt x="0" y="6771"/>
                </a:moveTo>
                <a:lnTo>
                  <a:pt x="0" y="6633"/>
                </a:lnTo>
                <a:cubicBezTo>
                  <a:pt x="0" y="6627"/>
                  <a:pt x="2" y="6622"/>
                  <a:pt x="6" y="6618"/>
                </a:cubicBezTo>
                <a:cubicBezTo>
                  <a:pt x="10" y="6613"/>
                  <a:pt x="15" y="6611"/>
                  <a:pt x="21" y="6611"/>
                </a:cubicBezTo>
                <a:cubicBezTo>
                  <a:pt x="27" y="6611"/>
                  <a:pt x="32" y="6613"/>
                  <a:pt x="37" y="6618"/>
                </a:cubicBezTo>
                <a:cubicBezTo>
                  <a:pt x="41" y="6622"/>
                  <a:pt x="43" y="6627"/>
                  <a:pt x="43" y="6633"/>
                </a:cubicBezTo>
                <a:lnTo>
                  <a:pt x="43" y="6771"/>
                </a:lnTo>
                <a:cubicBezTo>
                  <a:pt x="43" y="6777"/>
                  <a:pt x="41" y="6782"/>
                  <a:pt x="37" y="6786"/>
                </a:cubicBezTo>
                <a:cubicBezTo>
                  <a:pt x="32" y="6791"/>
                  <a:pt x="27" y="6793"/>
                  <a:pt x="21" y="6793"/>
                </a:cubicBezTo>
                <a:cubicBezTo>
                  <a:pt x="15" y="6793"/>
                  <a:pt x="10" y="6791"/>
                  <a:pt x="6" y="6786"/>
                </a:cubicBezTo>
                <a:cubicBezTo>
                  <a:pt x="2" y="6782"/>
                  <a:pt x="0" y="6777"/>
                  <a:pt x="0" y="6771"/>
                </a:cubicBezTo>
                <a:moveTo>
                  <a:pt x="0" y="6460"/>
                </a:moveTo>
                <a:lnTo>
                  <a:pt x="0" y="6322"/>
                </a:lnTo>
                <a:cubicBezTo>
                  <a:pt x="0" y="6316"/>
                  <a:pt x="2" y="6311"/>
                  <a:pt x="6" y="6307"/>
                </a:cubicBezTo>
                <a:cubicBezTo>
                  <a:pt x="10" y="6302"/>
                  <a:pt x="15" y="6300"/>
                  <a:pt x="21" y="6300"/>
                </a:cubicBezTo>
                <a:cubicBezTo>
                  <a:pt x="27" y="6300"/>
                  <a:pt x="32" y="6302"/>
                  <a:pt x="37" y="6307"/>
                </a:cubicBezTo>
                <a:cubicBezTo>
                  <a:pt x="41" y="6311"/>
                  <a:pt x="43" y="6316"/>
                  <a:pt x="43" y="6322"/>
                </a:cubicBezTo>
                <a:lnTo>
                  <a:pt x="43" y="6460"/>
                </a:lnTo>
                <a:cubicBezTo>
                  <a:pt x="43" y="6466"/>
                  <a:pt x="41" y="6471"/>
                  <a:pt x="37" y="6475"/>
                </a:cubicBezTo>
                <a:cubicBezTo>
                  <a:pt x="32" y="6480"/>
                  <a:pt x="27" y="6482"/>
                  <a:pt x="21" y="6482"/>
                </a:cubicBezTo>
                <a:cubicBezTo>
                  <a:pt x="15" y="6482"/>
                  <a:pt x="10" y="6480"/>
                  <a:pt x="6" y="6475"/>
                </a:cubicBezTo>
                <a:cubicBezTo>
                  <a:pt x="2" y="6471"/>
                  <a:pt x="0" y="6466"/>
                  <a:pt x="0" y="6460"/>
                </a:cubicBezTo>
                <a:moveTo>
                  <a:pt x="0" y="6149"/>
                </a:moveTo>
                <a:lnTo>
                  <a:pt x="0" y="6011"/>
                </a:lnTo>
                <a:cubicBezTo>
                  <a:pt x="0" y="6005"/>
                  <a:pt x="2" y="6000"/>
                  <a:pt x="6" y="5996"/>
                </a:cubicBezTo>
                <a:cubicBezTo>
                  <a:pt x="10" y="5992"/>
                  <a:pt x="15" y="5990"/>
                  <a:pt x="21" y="5990"/>
                </a:cubicBezTo>
                <a:cubicBezTo>
                  <a:pt x="27" y="5990"/>
                  <a:pt x="32" y="5992"/>
                  <a:pt x="37" y="5996"/>
                </a:cubicBezTo>
                <a:cubicBezTo>
                  <a:pt x="41" y="6000"/>
                  <a:pt x="43" y="6005"/>
                  <a:pt x="43" y="6011"/>
                </a:cubicBezTo>
                <a:lnTo>
                  <a:pt x="43" y="6149"/>
                </a:lnTo>
                <a:cubicBezTo>
                  <a:pt x="43" y="6155"/>
                  <a:pt x="41" y="6160"/>
                  <a:pt x="37" y="6165"/>
                </a:cubicBezTo>
                <a:cubicBezTo>
                  <a:pt x="32" y="6169"/>
                  <a:pt x="27" y="6171"/>
                  <a:pt x="21" y="6171"/>
                </a:cubicBezTo>
                <a:cubicBezTo>
                  <a:pt x="15" y="6171"/>
                  <a:pt x="10" y="6169"/>
                  <a:pt x="6" y="6165"/>
                </a:cubicBezTo>
                <a:cubicBezTo>
                  <a:pt x="2" y="6160"/>
                  <a:pt x="0" y="6155"/>
                  <a:pt x="0" y="6149"/>
                </a:cubicBezTo>
                <a:moveTo>
                  <a:pt x="0" y="5839"/>
                </a:moveTo>
                <a:lnTo>
                  <a:pt x="0" y="5701"/>
                </a:lnTo>
                <a:cubicBezTo>
                  <a:pt x="0" y="5695"/>
                  <a:pt x="2" y="5690"/>
                  <a:pt x="6" y="5686"/>
                </a:cubicBezTo>
                <a:cubicBezTo>
                  <a:pt x="10" y="5681"/>
                  <a:pt x="15" y="5679"/>
                  <a:pt x="21" y="5679"/>
                </a:cubicBezTo>
                <a:cubicBezTo>
                  <a:pt x="27" y="5679"/>
                  <a:pt x="32" y="5681"/>
                  <a:pt x="37" y="5686"/>
                </a:cubicBezTo>
                <a:cubicBezTo>
                  <a:pt x="41" y="5690"/>
                  <a:pt x="43" y="5695"/>
                  <a:pt x="43" y="5701"/>
                </a:cubicBezTo>
                <a:lnTo>
                  <a:pt x="43" y="5839"/>
                </a:lnTo>
                <a:cubicBezTo>
                  <a:pt x="43" y="5845"/>
                  <a:pt x="41" y="5850"/>
                  <a:pt x="37" y="5854"/>
                </a:cubicBezTo>
                <a:cubicBezTo>
                  <a:pt x="32" y="5858"/>
                  <a:pt x="27" y="5860"/>
                  <a:pt x="21" y="5860"/>
                </a:cubicBezTo>
                <a:cubicBezTo>
                  <a:pt x="15" y="5860"/>
                  <a:pt x="10" y="5858"/>
                  <a:pt x="6" y="5854"/>
                </a:cubicBezTo>
                <a:cubicBezTo>
                  <a:pt x="2" y="5850"/>
                  <a:pt x="0" y="5845"/>
                  <a:pt x="0" y="5839"/>
                </a:cubicBezTo>
                <a:moveTo>
                  <a:pt x="0" y="5528"/>
                </a:moveTo>
                <a:lnTo>
                  <a:pt x="0" y="5391"/>
                </a:lnTo>
                <a:cubicBezTo>
                  <a:pt x="0" y="5385"/>
                  <a:pt x="2" y="5380"/>
                  <a:pt x="6" y="5375"/>
                </a:cubicBezTo>
                <a:cubicBezTo>
                  <a:pt x="10" y="5371"/>
                  <a:pt x="15" y="5369"/>
                  <a:pt x="21" y="5369"/>
                </a:cubicBezTo>
                <a:cubicBezTo>
                  <a:pt x="27" y="5369"/>
                  <a:pt x="32" y="5371"/>
                  <a:pt x="37" y="5375"/>
                </a:cubicBezTo>
                <a:cubicBezTo>
                  <a:pt x="41" y="5380"/>
                  <a:pt x="43" y="5385"/>
                  <a:pt x="43" y="5391"/>
                </a:cubicBezTo>
                <a:lnTo>
                  <a:pt x="43" y="5528"/>
                </a:lnTo>
                <a:cubicBezTo>
                  <a:pt x="43" y="5534"/>
                  <a:pt x="41" y="5539"/>
                  <a:pt x="37" y="5544"/>
                </a:cubicBezTo>
                <a:cubicBezTo>
                  <a:pt x="32" y="5548"/>
                  <a:pt x="27" y="5550"/>
                  <a:pt x="21" y="5550"/>
                </a:cubicBezTo>
                <a:cubicBezTo>
                  <a:pt x="15" y="5550"/>
                  <a:pt x="10" y="5548"/>
                  <a:pt x="6" y="5544"/>
                </a:cubicBezTo>
                <a:cubicBezTo>
                  <a:pt x="2" y="5539"/>
                  <a:pt x="0" y="5534"/>
                  <a:pt x="0" y="5528"/>
                </a:cubicBezTo>
                <a:moveTo>
                  <a:pt x="0" y="5218"/>
                </a:moveTo>
                <a:lnTo>
                  <a:pt x="0" y="5081"/>
                </a:lnTo>
                <a:cubicBezTo>
                  <a:pt x="0" y="5075"/>
                  <a:pt x="2" y="5070"/>
                  <a:pt x="6" y="5065"/>
                </a:cubicBezTo>
                <a:cubicBezTo>
                  <a:pt x="10" y="5061"/>
                  <a:pt x="15" y="5059"/>
                  <a:pt x="21" y="5059"/>
                </a:cubicBezTo>
                <a:cubicBezTo>
                  <a:pt x="27" y="5059"/>
                  <a:pt x="32" y="5061"/>
                  <a:pt x="37" y="5065"/>
                </a:cubicBezTo>
                <a:cubicBezTo>
                  <a:pt x="41" y="5070"/>
                  <a:pt x="43" y="5075"/>
                  <a:pt x="43" y="5081"/>
                </a:cubicBezTo>
                <a:lnTo>
                  <a:pt x="43" y="5218"/>
                </a:lnTo>
                <a:cubicBezTo>
                  <a:pt x="43" y="5224"/>
                  <a:pt x="41" y="5229"/>
                  <a:pt x="37" y="5234"/>
                </a:cubicBezTo>
                <a:cubicBezTo>
                  <a:pt x="32" y="5238"/>
                  <a:pt x="27" y="5240"/>
                  <a:pt x="21" y="5240"/>
                </a:cubicBezTo>
                <a:cubicBezTo>
                  <a:pt x="15" y="5240"/>
                  <a:pt x="10" y="5238"/>
                  <a:pt x="6" y="5234"/>
                </a:cubicBezTo>
                <a:cubicBezTo>
                  <a:pt x="2" y="5229"/>
                  <a:pt x="0" y="5224"/>
                  <a:pt x="0" y="5218"/>
                </a:cubicBezTo>
                <a:moveTo>
                  <a:pt x="0" y="4909"/>
                </a:moveTo>
                <a:lnTo>
                  <a:pt x="0" y="4771"/>
                </a:lnTo>
                <a:cubicBezTo>
                  <a:pt x="0" y="4765"/>
                  <a:pt x="2" y="4760"/>
                  <a:pt x="6" y="4756"/>
                </a:cubicBezTo>
                <a:cubicBezTo>
                  <a:pt x="10" y="4752"/>
                  <a:pt x="15" y="4749"/>
                  <a:pt x="21" y="4749"/>
                </a:cubicBezTo>
                <a:cubicBezTo>
                  <a:pt x="27" y="4749"/>
                  <a:pt x="32" y="4752"/>
                  <a:pt x="37" y="4756"/>
                </a:cubicBezTo>
                <a:cubicBezTo>
                  <a:pt x="41" y="4760"/>
                  <a:pt x="43" y="4765"/>
                  <a:pt x="43" y="4771"/>
                </a:cubicBezTo>
                <a:lnTo>
                  <a:pt x="43" y="4909"/>
                </a:lnTo>
                <a:cubicBezTo>
                  <a:pt x="43" y="4915"/>
                  <a:pt x="41" y="4920"/>
                  <a:pt x="37" y="4924"/>
                </a:cubicBezTo>
                <a:cubicBezTo>
                  <a:pt x="32" y="4928"/>
                  <a:pt x="27" y="4930"/>
                  <a:pt x="21" y="4930"/>
                </a:cubicBezTo>
                <a:cubicBezTo>
                  <a:pt x="15" y="4930"/>
                  <a:pt x="10" y="4928"/>
                  <a:pt x="6" y="4924"/>
                </a:cubicBezTo>
                <a:cubicBezTo>
                  <a:pt x="2" y="4920"/>
                  <a:pt x="0" y="4915"/>
                  <a:pt x="0" y="4909"/>
                </a:cubicBezTo>
                <a:moveTo>
                  <a:pt x="0" y="4599"/>
                </a:moveTo>
                <a:lnTo>
                  <a:pt x="0" y="4460"/>
                </a:lnTo>
                <a:cubicBezTo>
                  <a:pt x="0" y="4454"/>
                  <a:pt x="2" y="4449"/>
                  <a:pt x="6" y="4445"/>
                </a:cubicBezTo>
                <a:cubicBezTo>
                  <a:pt x="10" y="4441"/>
                  <a:pt x="15" y="4439"/>
                  <a:pt x="21" y="4439"/>
                </a:cubicBezTo>
                <a:cubicBezTo>
                  <a:pt x="27" y="4439"/>
                  <a:pt x="32" y="4441"/>
                  <a:pt x="37" y="4445"/>
                </a:cubicBezTo>
                <a:cubicBezTo>
                  <a:pt x="41" y="4449"/>
                  <a:pt x="43" y="4454"/>
                  <a:pt x="43" y="4460"/>
                </a:cubicBezTo>
                <a:lnTo>
                  <a:pt x="43" y="4599"/>
                </a:lnTo>
                <a:cubicBezTo>
                  <a:pt x="43" y="4605"/>
                  <a:pt x="41" y="4610"/>
                  <a:pt x="37" y="4614"/>
                </a:cubicBezTo>
                <a:cubicBezTo>
                  <a:pt x="32" y="4619"/>
                  <a:pt x="27" y="4621"/>
                  <a:pt x="21" y="4621"/>
                </a:cubicBezTo>
                <a:cubicBezTo>
                  <a:pt x="15" y="4621"/>
                  <a:pt x="10" y="4619"/>
                  <a:pt x="6" y="4614"/>
                </a:cubicBezTo>
                <a:cubicBezTo>
                  <a:pt x="2" y="4610"/>
                  <a:pt x="0" y="4605"/>
                  <a:pt x="0" y="4599"/>
                </a:cubicBezTo>
                <a:moveTo>
                  <a:pt x="0" y="4287"/>
                </a:moveTo>
                <a:lnTo>
                  <a:pt x="0" y="4148"/>
                </a:lnTo>
                <a:cubicBezTo>
                  <a:pt x="0" y="4142"/>
                  <a:pt x="2" y="4137"/>
                  <a:pt x="6" y="4133"/>
                </a:cubicBezTo>
                <a:cubicBezTo>
                  <a:pt x="10" y="4129"/>
                  <a:pt x="15" y="4127"/>
                  <a:pt x="21" y="4127"/>
                </a:cubicBezTo>
                <a:cubicBezTo>
                  <a:pt x="27" y="4127"/>
                  <a:pt x="32" y="4129"/>
                  <a:pt x="37" y="4133"/>
                </a:cubicBezTo>
                <a:cubicBezTo>
                  <a:pt x="41" y="4137"/>
                  <a:pt x="43" y="4142"/>
                  <a:pt x="43" y="4148"/>
                </a:cubicBezTo>
                <a:lnTo>
                  <a:pt x="43" y="4287"/>
                </a:lnTo>
                <a:cubicBezTo>
                  <a:pt x="43" y="4293"/>
                  <a:pt x="41" y="4298"/>
                  <a:pt x="37" y="4302"/>
                </a:cubicBezTo>
                <a:cubicBezTo>
                  <a:pt x="32" y="4306"/>
                  <a:pt x="27" y="4308"/>
                  <a:pt x="21" y="4308"/>
                </a:cubicBezTo>
                <a:cubicBezTo>
                  <a:pt x="15" y="4308"/>
                  <a:pt x="10" y="4306"/>
                  <a:pt x="6" y="4302"/>
                </a:cubicBezTo>
                <a:cubicBezTo>
                  <a:pt x="2" y="4298"/>
                  <a:pt x="0" y="4293"/>
                  <a:pt x="0" y="4287"/>
                </a:cubicBezTo>
                <a:moveTo>
                  <a:pt x="0" y="3975"/>
                </a:moveTo>
                <a:lnTo>
                  <a:pt x="0" y="3837"/>
                </a:lnTo>
                <a:cubicBezTo>
                  <a:pt x="0" y="3831"/>
                  <a:pt x="2" y="3826"/>
                  <a:pt x="6" y="3821"/>
                </a:cubicBezTo>
                <a:cubicBezTo>
                  <a:pt x="10" y="3817"/>
                  <a:pt x="15" y="3815"/>
                  <a:pt x="21" y="3815"/>
                </a:cubicBezTo>
                <a:cubicBezTo>
                  <a:pt x="27" y="3815"/>
                  <a:pt x="32" y="3817"/>
                  <a:pt x="37" y="3821"/>
                </a:cubicBezTo>
                <a:cubicBezTo>
                  <a:pt x="41" y="3826"/>
                  <a:pt x="43" y="3831"/>
                  <a:pt x="43" y="3837"/>
                </a:cubicBezTo>
                <a:lnTo>
                  <a:pt x="43" y="3975"/>
                </a:lnTo>
                <a:cubicBezTo>
                  <a:pt x="43" y="3981"/>
                  <a:pt x="41" y="3986"/>
                  <a:pt x="37" y="3990"/>
                </a:cubicBezTo>
                <a:cubicBezTo>
                  <a:pt x="32" y="3995"/>
                  <a:pt x="27" y="3997"/>
                  <a:pt x="21" y="3997"/>
                </a:cubicBezTo>
                <a:cubicBezTo>
                  <a:pt x="15" y="3997"/>
                  <a:pt x="10" y="3995"/>
                  <a:pt x="6" y="3990"/>
                </a:cubicBezTo>
                <a:cubicBezTo>
                  <a:pt x="2" y="3986"/>
                  <a:pt x="0" y="3981"/>
                  <a:pt x="0" y="3975"/>
                </a:cubicBezTo>
                <a:moveTo>
                  <a:pt x="0" y="3664"/>
                </a:moveTo>
                <a:lnTo>
                  <a:pt x="0" y="3525"/>
                </a:lnTo>
                <a:cubicBezTo>
                  <a:pt x="0" y="3519"/>
                  <a:pt x="2" y="3514"/>
                  <a:pt x="6" y="3510"/>
                </a:cubicBezTo>
                <a:cubicBezTo>
                  <a:pt x="10" y="3506"/>
                  <a:pt x="15" y="3504"/>
                  <a:pt x="21" y="3504"/>
                </a:cubicBezTo>
                <a:cubicBezTo>
                  <a:pt x="27" y="3504"/>
                  <a:pt x="32" y="3506"/>
                  <a:pt x="37" y="3510"/>
                </a:cubicBezTo>
                <a:cubicBezTo>
                  <a:pt x="41" y="3514"/>
                  <a:pt x="43" y="3519"/>
                  <a:pt x="43" y="3525"/>
                </a:cubicBezTo>
                <a:lnTo>
                  <a:pt x="43" y="3664"/>
                </a:lnTo>
                <a:cubicBezTo>
                  <a:pt x="43" y="3670"/>
                  <a:pt x="41" y="3675"/>
                  <a:pt x="37" y="3679"/>
                </a:cubicBezTo>
                <a:cubicBezTo>
                  <a:pt x="32" y="3683"/>
                  <a:pt x="27" y="3685"/>
                  <a:pt x="21" y="3685"/>
                </a:cubicBezTo>
                <a:cubicBezTo>
                  <a:pt x="15" y="3685"/>
                  <a:pt x="10" y="3683"/>
                  <a:pt x="6" y="3679"/>
                </a:cubicBezTo>
                <a:cubicBezTo>
                  <a:pt x="2" y="3675"/>
                  <a:pt x="0" y="3670"/>
                  <a:pt x="0" y="3664"/>
                </a:cubicBezTo>
                <a:moveTo>
                  <a:pt x="0" y="3353"/>
                </a:moveTo>
                <a:lnTo>
                  <a:pt x="0" y="3214"/>
                </a:lnTo>
                <a:cubicBezTo>
                  <a:pt x="0" y="3208"/>
                  <a:pt x="2" y="3203"/>
                  <a:pt x="6" y="3199"/>
                </a:cubicBezTo>
                <a:cubicBezTo>
                  <a:pt x="10" y="3195"/>
                  <a:pt x="15" y="3193"/>
                  <a:pt x="21" y="3193"/>
                </a:cubicBezTo>
                <a:cubicBezTo>
                  <a:pt x="27" y="3193"/>
                  <a:pt x="32" y="3195"/>
                  <a:pt x="37" y="3199"/>
                </a:cubicBezTo>
                <a:cubicBezTo>
                  <a:pt x="41" y="3203"/>
                  <a:pt x="43" y="3208"/>
                  <a:pt x="43" y="3214"/>
                </a:cubicBezTo>
                <a:lnTo>
                  <a:pt x="43" y="3353"/>
                </a:lnTo>
                <a:cubicBezTo>
                  <a:pt x="43" y="3358"/>
                  <a:pt x="41" y="3364"/>
                  <a:pt x="37" y="3368"/>
                </a:cubicBezTo>
                <a:cubicBezTo>
                  <a:pt x="32" y="3372"/>
                  <a:pt x="27" y="3374"/>
                  <a:pt x="21" y="3374"/>
                </a:cubicBezTo>
                <a:cubicBezTo>
                  <a:pt x="15" y="3374"/>
                  <a:pt x="10" y="3372"/>
                  <a:pt x="6" y="3368"/>
                </a:cubicBezTo>
                <a:cubicBezTo>
                  <a:pt x="2" y="3364"/>
                  <a:pt x="0" y="3358"/>
                  <a:pt x="0" y="3353"/>
                </a:cubicBezTo>
                <a:moveTo>
                  <a:pt x="0" y="3042"/>
                </a:moveTo>
                <a:lnTo>
                  <a:pt x="0" y="2904"/>
                </a:lnTo>
                <a:cubicBezTo>
                  <a:pt x="0" y="2898"/>
                  <a:pt x="2" y="2893"/>
                  <a:pt x="6" y="2889"/>
                </a:cubicBezTo>
                <a:cubicBezTo>
                  <a:pt x="10" y="2884"/>
                  <a:pt x="15" y="2882"/>
                  <a:pt x="21" y="2882"/>
                </a:cubicBezTo>
                <a:cubicBezTo>
                  <a:pt x="27" y="2882"/>
                  <a:pt x="32" y="2884"/>
                  <a:pt x="37" y="2889"/>
                </a:cubicBezTo>
                <a:cubicBezTo>
                  <a:pt x="41" y="2893"/>
                  <a:pt x="43" y="2898"/>
                  <a:pt x="43" y="2904"/>
                </a:cubicBezTo>
                <a:lnTo>
                  <a:pt x="43" y="3042"/>
                </a:lnTo>
                <a:cubicBezTo>
                  <a:pt x="43" y="3048"/>
                  <a:pt x="41" y="3053"/>
                  <a:pt x="37" y="3057"/>
                </a:cubicBezTo>
                <a:cubicBezTo>
                  <a:pt x="32" y="3061"/>
                  <a:pt x="27" y="3063"/>
                  <a:pt x="21" y="3063"/>
                </a:cubicBezTo>
                <a:cubicBezTo>
                  <a:pt x="15" y="3063"/>
                  <a:pt x="10" y="3061"/>
                  <a:pt x="6" y="3057"/>
                </a:cubicBezTo>
                <a:cubicBezTo>
                  <a:pt x="2" y="3053"/>
                  <a:pt x="0" y="3048"/>
                  <a:pt x="0" y="3042"/>
                </a:cubicBezTo>
                <a:moveTo>
                  <a:pt x="0" y="2732"/>
                </a:moveTo>
                <a:lnTo>
                  <a:pt x="0" y="2594"/>
                </a:lnTo>
                <a:cubicBezTo>
                  <a:pt x="0" y="2588"/>
                  <a:pt x="2" y="2583"/>
                  <a:pt x="6" y="2579"/>
                </a:cubicBezTo>
                <a:cubicBezTo>
                  <a:pt x="10" y="2574"/>
                  <a:pt x="15" y="2572"/>
                  <a:pt x="21" y="2572"/>
                </a:cubicBezTo>
                <a:cubicBezTo>
                  <a:pt x="27" y="2572"/>
                  <a:pt x="32" y="2574"/>
                  <a:pt x="37" y="2579"/>
                </a:cubicBezTo>
                <a:cubicBezTo>
                  <a:pt x="41" y="2583"/>
                  <a:pt x="43" y="2588"/>
                  <a:pt x="43" y="2594"/>
                </a:cubicBezTo>
                <a:lnTo>
                  <a:pt x="43" y="2732"/>
                </a:lnTo>
                <a:cubicBezTo>
                  <a:pt x="43" y="2738"/>
                  <a:pt x="41" y="2743"/>
                  <a:pt x="37" y="2747"/>
                </a:cubicBezTo>
                <a:cubicBezTo>
                  <a:pt x="32" y="2751"/>
                  <a:pt x="27" y="2753"/>
                  <a:pt x="21" y="2753"/>
                </a:cubicBezTo>
                <a:cubicBezTo>
                  <a:pt x="15" y="2753"/>
                  <a:pt x="10" y="2751"/>
                  <a:pt x="6" y="2747"/>
                </a:cubicBezTo>
                <a:cubicBezTo>
                  <a:pt x="2" y="2743"/>
                  <a:pt x="0" y="2738"/>
                  <a:pt x="0" y="2732"/>
                </a:cubicBezTo>
                <a:moveTo>
                  <a:pt x="0" y="2422"/>
                </a:moveTo>
                <a:lnTo>
                  <a:pt x="0" y="2284"/>
                </a:lnTo>
                <a:cubicBezTo>
                  <a:pt x="0" y="2278"/>
                  <a:pt x="2" y="2273"/>
                  <a:pt x="6" y="2269"/>
                </a:cubicBezTo>
                <a:cubicBezTo>
                  <a:pt x="10" y="2265"/>
                  <a:pt x="15" y="2263"/>
                  <a:pt x="21" y="2263"/>
                </a:cubicBezTo>
                <a:cubicBezTo>
                  <a:pt x="27" y="2263"/>
                  <a:pt x="32" y="2265"/>
                  <a:pt x="37" y="2269"/>
                </a:cubicBezTo>
                <a:cubicBezTo>
                  <a:pt x="41" y="2273"/>
                  <a:pt x="43" y="2278"/>
                  <a:pt x="43" y="2284"/>
                </a:cubicBezTo>
                <a:lnTo>
                  <a:pt x="43" y="2422"/>
                </a:lnTo>
                <a:cubicBezTo>
                  <a:pt x="43" y="2428"/>
                  <a:pt x="41" y="2433"/>
                  <a:pt x="37" y="2437"/>
                </a:cubicBezTo>
                <a:cubicBezTo>
                  <a:pt x="32" y="2441"/>
                  <a:pt x="27" y="2444"/>
                  <a:pt x="21" y="2444"/>
                </a:cubicBezTo>
                <a:cubicBezTo>
                  <a:pt x="15" y="2444"/>
                  <a:pt x="10" y="2441"/>
                  <a:pt x="6" y="2437"/>
                </a:cubicBezTo>
                <a:cubicBezTo>
                  <a:pt x="2" y="2433"/>
                  <a:pt x="0" y="2428"/>
                  <a:pt x="0" y="2422"/>
                </a:cubicBezTo>
                <a:moveTo>
                  <a:pt x="0" y="2110"/>
                </a:moveTo>
                <a:lnTo>
                  <a:pt x="0" y="1972"/>
                </a:lnTo>
                <a:cubicBezTo>
                  <a:pt x="0" y="1966"/>
                  <a:pt x="2" y="1961"/>
                  <a:pt x="6" y="1956"/>
                </a:cubicBezTo>
                <a:cubicBezTo>
                  <a:pt x="10" y="1952"/>
                  <a:pt x="15" y="1950"/>
                  <a:pt x="21" y="1950"/>
                </a:cubicBezTo>
                <a:cubicBezTo>
                  <a:pt x="27" y="1950"/>
                  <a:pt x="32" y="1952"/>
                  <a:pt x="37" y="1956"/>
                </a:cubicBezTo>
                <a:cubicBezTo>
                  <a:pt x="41" y="1961"/>
                  <a:pt x="43" y="1966"/>
                  <a:pt x="43" y="1972"/>
                </a:cubicBezTo>
                <a:lnTo>
                  <a:pt x="43" y="2110"/>
                </a:lnTo>
                <a:cubicBezTo>
                  <a:pt x="43" y="2116"/>
                  <a:pt x="41" y="2122"/>
                  <a:pt x="37" y="2126"/>
                </a:cubicBezTo>
                <a:cubicBezTo>
                  <a:pt x="32" y="2130"/>
                  <a:pt x="27" y="2132"/>
                  <a:pt x="21" y="2132"/>
                </a:cubicBezTo>
                <a:cubicBezTo>
                  <a:pt x="15" y="2132"/>
                  <a:pt x="10" y="2130"/>
                  <a:pt x="6" y="2126"/>
                </a:cubicBezTo>
                <a:cubicBezTo>
                  <a:pt x="2" y="2122"/>
                  <a:pt x="0" y="2116"/>
                  <a:pt x="0" y="2110"/>
                </a:cubicBezTo>
                <a:moveTo>
                  <a:pt x="0" y="1798"/>
                </a:moveTo>
                <a:lnTo>
                  <a:pt x="0" y="1659"/>
                </a:lnTo>
                <a:cubicBezTo>
                  <a:pt x="0" y="1653"/>
                  <a:pt x="2" y="1648"/>
                  <a:pt x="6" y="1644"/>
                </a:cubicBezTo>
                <a:cubicBezTo>
                  <a:pt x="10" y="1640"/>
                  <a:pt x="15" y="1638"/>
                  <a:pt x="21" y="1638"/>
                </a:cubicBezTo>
                <a:cubicBezTo>
                  <a:pt x="27" y="1638"/>
                  <a:pt x="32" y="1640"/>
                  <a:pt x="37" y="1644"/>
                </a:cubicBezTo>
                <a:cubicBezTo>
                  <a:pt x="41" y="1648"/>
                  <a:pt x="43" y="1653"/>
                  <a:pt x="43" y="1659"/>
                </a:cubicBezTo>
                <a:lnTo>
                  <a:pt x="43" y="1798"/>
                </a:lnTo>
                <a:cubicBezTo>
                  <a:pt x="43" y="1804"/>
                  <a:pt x="41" y="1809"/>
                  <a:pt x="37" y="1813"/>
                </a:cubicBezTo>
                <a:cubicBezTo>
                  <a:pt x="32" y="1818"/>
                  <a:pt x="27" y="1820"/>
                  <a:pt x="21" y="1820"/>
                </a:cubicBezTo>
                <a:cubicBezTo>
                  <a:pt x="15" y="1820"/>
                  <a:pt x="10" y="1818"/>
                  <a:pt x="6" y="1813"/>
                </a:cubicBezTo>
                <a:cubicBezTo>
                  <a:pt x="2" y="1809"/>
                  <a:pt x="0" y="1804"/>
                  <a:pt x="0" y="1798"/>
                </a:cubicBezTo>
                <a:moveTo>
                  <a:pt x="0" y="1486"/>
                </a:moveTo>
                <a:lnTo>
                  <a:pt x="0" y="1348"/>
                </a:lnTo>
                <a:cubicBezTo>
                  <a:pt x="0" y="1342"/>
                  <a:pt x="2" y="1337"/>
                  <a:pt x="6" y="1332"/>
                </a:cubicBezTo>
                <a:cubicBezTo>
                  <a:pt x="10" y="1328"/>
                  <a:pt x="15" y="1326"/>
                  <a:pt x="21" y="1326"/>
                </a:cubicBezTo>
                <a:cubicBezTo>
                  <a:pt x="27" y="1326"/>
                  <a:pt x="32" y="1328"/>
                  <a:pt x="37" y="1332"/>
                </a:cubicBezTo>
                <a:cubicBezTo>
                  <a:pt x="41" y="1337"/>
                  <a:pt x="43" y="1342"/>
                  <a:pt x="43" y="1348"/>
                </a:cubicBezTo>
                <a:lnTo>
                  <a:pt x="43" y="1486"/>
                </a:lnTo>
                <a:cubicBezTo>
                  <a:pt x="43" y="1492"/>
                  <a:pt x="41" y="1497"/>
                  <a:pt x="37" y="1501"/>
                </a:cubicBezTo>
                <a:cubicBezTo>
                  <a:pt x="32" y="1506"/>
                  <a:pt x="27" y="1508"/>
                  <a:pt x="21" y="1508"/>
                </a:cubicBezTo>
                <a:cubicBezTo>
                  <a:pt x="15" y="1508"/>
                  <a:pt x="10" y="1506"/>
                  <a:pt x="6" y="1501"/>
                </a:cubicBezTo>
                <a:cubicBezTo>
                  <a:pt x="2" y="1497"/>
                  <a:pt x="0" y="1492"/>
                  <a:pt x="0" y="1486"/>
                </a:cubicBezTo>
                <a:moveTo>
                  <a:pt x="0" y="1175"/>
                </a:moveTo>
                <a:lnTo>
                  <a:pt x="0" y="1037"/>
                </a:lnTo>
                <a:cubicBezTo>
                  <a:pt x="0" y="1031"/>
                  <a:pt x="2" y="1026"/>
                  <a:pt x="6" y="1021"/>
                </a:cubicBezTo>
                <a:cubicBezTo>
                  <a:pt x="10" y="1017"/>
                  <a:pt x="15" y="1015"/>
                  <a:pt x="21" y="1015"/>
                </a:cubicBezTo>
                <a:cubicBezTo>
                  <a:pt x="27" y="1015"/>
                  <a:pt x="32" y="1017"/>
                  <a:pt x="37" y="1021"/>
                </a:cubicBezTo>
                <a:cubicBezTo>
                  <a:pt x="41" y="1026"/>
                  <a:pt x="43" y="1031"/>
                  <a:pt x="43" y="1037"/>
                </a:cubicBezTo>
                <a:lnTo>
                  <a:pt x="43" y="1175"/>
                </a:lnTo>
                <a:cubicBezTo>
                  <a:pt x="43" y="1181"/>
                  <a:pt x="41" y="1186"/>
                  <a:pt x="37" y="1190"/>
                </a:cubicBezTo>
                <a:cubicBezTo>
                  <a:pt x="32" y="1194"/>
                  <a:pt x="27" y="1196"/>
                  <a:pt x="21" y="1196"/>
                </a:cubicBezTo>
                <a:cubicBezTo>
                  <a:pt x="15" y="1196"/>
                  <a:pt x="10" y="1194"/>
                  <a:pt x="6" y="1190"/>
                </a:cubicBezTo>
                <a:cubicBezTo>
                  <a:pt x="2" y="1186"/>
                  <a:pt x="0" y="1181"/>
                  <a:pt x="0" y="1175"/>
                </a:cubicBezTo>
                <a:moveTo>
                  <a:pt x="0" y="864"/>
                </a:moveTo>
                <a:lnTo>
                  <a:pt x="0" y="726"/>
                </a:lnTo>
                <a:cubicBezTo>
                  <a:pt x="0" y="720"/>
                  <a:pt x="2" y="715"/>
                  <a:pt x="6" y="711"/>
                </a:cubicBezTo>
                <a:cubicBezTo>
                  <a:pt x="10" y="707"/>
                  <a:pt x="15" y="705"/>
                  <a:pt x="21" y="705"/>
                </a:cubicBezTo>
                <a:cubicBezTo>
                  <a:pt x="27" y="705"/>
                  <a:pt x="32" y="707"/>
                  <a:pt x="37" y="711"/>
                </a:cubicBezTo>
                <a:cubicBezTo>
                  <a:pt x="41" y="715"/>
                  <a:pt x="43" y="720"/>
                  <a:pt x="43" y="726"/>
                </a:cubicBezTo>
                <a:lnTo>
                  <a:pt x="43" y="864"/>
                </a:lnTo>
                <a:cubicBezTo>
                  <a:pt x="43" y="870"/>
                  <a:pt x="41" y="875"/>
                  <a:pt x="37" y="879"/>
                </a:cubicBezTo>
                <a:cubicBezTo>
                  <a:pt x="32" y="884"/>
                  <a:pt x="27" y="886"/>
                  <a:pt x="21" y="886"/>
                </a:cubicBezTo>
                <a:cubicBezTo>
                  <a:pt x="15" y="886"/>
                  <a:pt x="10" y="884"/>
                  <a:pt x="6" y="879"/>
                </a:cubicBezTo>
                <a:cubicBezTo>
                  <a:pt x="2" y="875"/>
                  <a:pt x="0" y="870"/>
                  <a:pt x="0" y="864"/>
                </a:cubicBezTo>
                <a:moveTo>
                  <a:pt x="0" y="554"/>
                </a:moveTo>
                <a:lnTo>
                  <a:pt x="0" y="416"/>
                </a:lnTo>
                <a:cubicBezTo>
                  <a:pt x="0" y="410"/>
                  <a:pt x="2" y="405"/>
                  <a:pt x="6" y="401"/>
                </a:cubicBezTo>
                <a:cubicBezTo>
                  <a:pt x="10" y="397"/>
                  <a:pt x="15" y="395"/>
                  <a:pt x="21" y="395"/>
                </a:cubicBezTo>
                <a:cubicBezTo>
                  <a:pt x="27" y="395"/>
                  <a:pt x="32" y="397"/>
                  <a:pt x="37" y="401"/>
                </a:cubicBezTo>
                <a:cubicBezTo>
                  <a:pt x="41" y="405"/>
                  <a:pt x="43" y="410"/>
                  <a:pt x="43" y="416"/>
                </a:cubicBezTo>
                <a:lnTo>
                  <a:pt x="43" y="554"/>
                </a:lnTo>
                <a:cubicBezTo>
                  <a:pt x="43" y="560"/>
                  <a:pt x="41" y="565"/>
                  <a:pt x="37" y="569"/>
                </a:cubicBezTo>
                <a:cubicBezTo>
                  <a:pt x="32" y="574"/>
                  <a:pt x="27" y="576"/>
                  <a:pt x="21" y="576"/>
                </a:cubicBezTo>
                <a:cubicBezTo>
                  <a:pt x="15" y="576"/>
                  <a:pt x="10" y="574"/>
                  <a:pt x="6" y="569"/>
                </a:cubicBezTo>
                <a:cubicBezTo>
                  <a:pt x="2" y="565"/>
                  <a:pt x="0" y="560"/>
                  <a:pt x="0" y="554"/>
                </a:cubicBezTo>
                <a:moveTo>
                  <a:pt x="0" y="245"/>
                </a:moveTo>
                <a:lnTo>
                  <a:pt x="0" y="107"/>
                </a:lnTo>
                <a:cubicBezTo>
                  <a:pt x="0" y="101"/>
                  <a:pt x="2" y="96"/>
                  <a:pt x="6" y="92"/>
                </a:cubicBezTo>
                <a:cubicBezTo>
                  <a:pt x="10" y="88"/>
                  <a:pt x="15" y="86"/>
                  <a:pt x="21" y="86"/>
                </a:cubicBezTo>
                <a:cubicBezTo>
                  <a:pt x="27" y="86"/>
                  <a:pt x="32" y="88"/>
                  <a:pt x="37" y="92"/>
                </a:cubicBezTo>
                <a:cubicBezTo>
                  <a:pt x="41" y="96"/>
                  <a:pt x="43" y="101"/>
                  <a:pt x="43" y="107"/>
                </a:cubicBezTo>
                <a:lnTo>
                  <a:pt x="43" y="245"/>
                </a:lnTo>
                <a:cubicBezTo>
                  <a:pt x="43" y="251"/>
                  <a:pt x="41" y="256"/>
                  <a:pt x="37" y="260"/>
                </a:cubicBezTo>
                <a:cubicBezTo>
                  <a:pt x="32" y="264"/>
                  <a:pt x="27" y="266"/>
                  <a:pt x="21" y="266"/>
                </a:cubicBezTo>
                <a:cubicBezTo>
                  <a:pt x="15" y="266"/>
                  <a:pt x="10" y="264"/>
                  <a:pt x="6" y="260"/>
                </a:cubicBezTo>
                <a:cubicBezTo>
                  <a:pt x="2" y="256"/>
                  <a:pt x="0" y="251"/>
                  <a:pt x="0" y="245"/>
                </a:cubicBezTo>
                <a:close/>
              </a:path>
            </a:pathLst>
          </a:custGeom>
          <a:solidFill>
            <a:srgbClr val="9C36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685800" y="719640"/>
            <a:ext cx="1014300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Brain in the centre, eyes everywhere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6966360" y="2508120"/>
            <a:ext cx="4477680" cy="3327480"/>
          </a:xfrm>
          <a:custGeom>
            <a:avLst/>
            <a:gdLst/>
            <a:ahLst/>
            <a:rect l="0" t="0" r="r" b="b"/>
            <a:pathLst>
              <a:path w="12438" h="9243">
                <a:moveTo>
                  <a:pt x="0" y="0"/>
                </a:moveTo>
                <a:lnTo>
                  <a:pt x="12438" y="0"/>
                </a:lnTo>
                <a:lnTo>
                  <a:pt x="12438" y="9243"/>
                </a:lnTo>
                <a:lnTo>
                  <a:pt x="0" y="9243"/>
                </a:lnTo>
                <a:lnTo>
                  <a:pt x="0" y="0"/>
                </a:lnTo>
                <a:close/>
              </a:path>
            </a:pathLst>
          </a:custGeom>
          <a:solidFill>
            <a:srgbClr val="E7F5FF">
              <a:alpha val="6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6966360" y="2508120"/>
            <a:ext cx="4477680" cy="3327480"/>
          </a:xfrm>
          <a:custGeom>
            <a:avLst/>
            <a:gdLst/>
            <a:ahLst/>
            <a:rect l="0" t="0" r="r" b="b"/>
            <a:pathLst>
              <a:path fill="none" w="12438" h="9243">
                <a:moveTo>
                  <a:pt x="12438" y="0"/>
                </a:moveTo>
                <a:cubicBezTo>
                  <a:pt x="12438" y="2496"/>
                  <a:pt x="12438" y="4991"/>
                  <a:pt x="12438" y="9243"/>
                </a:cubicBezTo>
                <a:moveTo>
                  <a:pt x="12438" y="0"/>
                </a:moveTo>
                <a:cubicBezTo>
                  <a:pt x="12438" y="2529"/>
                  <a:pt x="12438" y="5057"/>
                  <a:pt x="12438" y="9243"/>
                </a:cubicBezTo>
                <a:moveTo>
                  <a:pt x="12438" y="9243"/>
                </a:moveTo>
                <a:cubicBezTo>
                  <a:pt x="9170" y="9243"/>
                  <a:pt x="5903" y="9243"/>
                  <a:pt x="0" y="9243"/>
                </a:cubicBezTo>
                <a:moveTo>
                  <a:pt x="12438" y="9243"/>
                </a:moveTo>
                <a:cubicBezTo>
                  <a:pt x="8661" y="9243"/>
                  <a:pt x="4884" y="9243"/>
                  <a:pt x="0" y="9243"/>
                </a:cubicBezTo>
                <a:moveTo>
                  <a:pt x="0" y="9243"/>
                </a:moveTo>
                <a:cubicBezTo>
                  <a:pt x="0" y="6033"/>
                  <a:pt x="0" y="2824"/>
                  <a:pt x="0" y="0"/>
                </a:cubicBezTo>
                <a:cubicBezTo>
                  <a:pt x="2488" y="0"/>
                  <a:pt x="4976" y="0"/>
                  <a:pt x="12438" y="0"/>
                </a:cubicBezTo>
                <a:moveTo>
                  <a:pt x="0" y="9243"/>
                </a:moveTo>
                <a:cubicBezTo>
                  <a:pt x="0" y="6885"/>
                  <a:pt x="0" y="4528"/>
                  <a:pt x="0" y="0"/>
                </a:cubicBezTo>
                <a:cubicBezTo>
                  <a:pt x="3550" y="0"/>
                  <a:pt x="7100" y="0"/>
                  <a:pt x="12438" y="0"/>
                </a:cubicBezTo>
              </a:path>
            </a:pathLst>
          </a:custGeom>
          <a:ln cap="rnd" w="6120">
            <a:solidFill>
              <a:srgbClr val="000000">
                <a:alpha val="0"/>
              </a:srgbClr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6958800" y="2500560"/>
            <a:ext cx="4493160" cy="3342960"/>
          </a:xfrm>
          <a:custGeom>
            <a:avLst/>
            <a:gdLst/>
            <a:ahLst/>
            <a:rect l="0" t="0" r="r" b="b"/>
            <a:pathLst>
              <a:path w="12481" h="9286">
                <a:moveTo>
                  <a:pt x="21" y="0"/>
                </a:moveTo>
                <a:lnTo>
                  <a:pt x="158" y="0"/>
                </a:lnTo>
                <a:cubicBezTo>
                  <a:pt x="164" y="0"/>
                  <a:pt x="169" y="2"/>
                  <a:pt x="173" y="6"/>
                </a:cubicBezTo>
                <a:cubicBezTo>
                  <a:pt x="177" y="10"/>
                  <a:pt x="180" y="16"/>
                  <a:pt x="180" y="21"/>
                </a:cubicBezTo>
                <a:cubicBezTo>
                  <a:pt x="180" y="27"/>
                  <a:pt x="177" y="33"/>
                  <a:pt x="173" y="37"/>
                </a:cubicBezTo>
                <a:cubicBezTo>
                  <a:pt x="169" y="41"/>
                  <a:pt x="164" y="43"/>
                  <a:pt x="158" y="43"/>
                </a:cubicBezTo>
                <a:lnTo>
                  <a:pt x="21" y="43"/>
                </a:lnTo>
                <a:cubicBezTo>
                  <a:pt x="15" y="43"/>
                  <a:pt x="10" y="41"/>
                  <a:pt x="6" y="37"/>
                </a:cubicBezTo>
                <a:cubicBezTo>
                  <a:pt x="2" y="33"/>
                  <a:pt x="0" y="27"/>
                  <a:pt x="0" y="21"/>
                </a:cubicBezTo>
                <a:cubicBezTo>
                  <a:pt x="0" y="16"/>
                  <a:pt x="2" y="10"/>
                  <a:pt x="6" y="6"/>
                </a:cubicBezTo>
                <a:cubicBezTo>
                  <a:pt x="10" y="2"/>
                  <a:pt x="15" y="0"/>
                  <a:pt x="21" y="0"/>
                </a:cubicBezTo>
                <a:moveTo>
                  <a:pt x="329" y="0"/>
                </a:moveTo>
                <a:lnTo>
                  <a:pt x="467" y="0"/>
                </a:lnTo>
                <a:cubicBezTo>
                  <a:pt x="473" y="0"/>
                  <a:pt x="478" y="2"/>
                  <a:pt x="482" y="6"/>
                </a:cubicBezTo>
                <a:cubicBezTo>
                  <a:pt x="486" y="10"/>
                  <a:pt x="488" y="16"/>
                  <a:pt x="488" y="21"/>
                </a:cubicBezTo>
                <a:cubicBezTo>
                  <a:pt x="488" y="27"/>
                  <a:pt x="486" y="33"/>
                  <a:pt x="482" y="37"/>
                </a:cubicBezTo>
                <a:cubicBezTo>
                  <a:pt x="478" y="41"/>
                  <a:pt x="473" y="43"/>
                  <a:pt x="467" y="43"/>
                </a:cubicBezTo>
                <a:lnTo>
                  <a:pt x="329" y="43"/>
                </a:lnTo>
                <a:cubicBezTo>
                  <a:pt x="323" y="43"/>
                  <a:pt x="318" y="41"/>
                  <a:pt x="314" y="37"/>
                </a:cubicBezTo>
                <a:cubicBezTo>
                  <a:pt x="310" y="33"/>
                  <a:pt x="308" y="27"/>
                  <a:pt x="308" y="21"/>
                </a:cubicBezTo>
                <a:cubicBezTo>
                  <a:pt x="308" y="16"/>
                  <a:pt x="310" y="10"/>
                  <a:pt x="314" y="6"/>
                </a:cubicBezTo>
                <a:cubicBezTo>
                  <a:pt x="318" y="2"/>
                  <a:pt x="323" y="0"/>
                  <a:pt x="329" y="0"/>
                </a:cubicBezTo>
                <a:moveTo>
                  <a:pt x="639" y="0"/>
                </a:moveTo>
                <a:lnTo>
                  <a:pt x="778" y="0"/>
                </a:lnTo>
                <a:cubicBezTo>
                  <a:pt x="784" y="0"/>
                  <a:pt x="790" y="2"/>
                  <a:pt x="794" y="6"/>
                </a:cubicBezTo>
                <a:cubicBezTo>
                  <a:pt x="798" y="10"/>
                  <a:pt x="800" y="16"/>
                  <a:pt x="800" y="21"/>
                </a:cubicBezTo>
                <a:cubicBezTo>
                  <a:pt x="800" y="27"/>
                  <a:pt x="798" y="33"/>
                  <a:pt x="794" y="37"/>
                </a:cubicBezTo>
                <a:cubicBezTo>
                  <a:pt x="790" y="41"/>
                  <a:pt x="784" y="43"/>
                  <a:pt x="778" y="43"/>
                </a:cubicBezTo>
                <a:lnTo>
                  <a:pt x="639" y="43"/>
                </a:lnTo>
                <a:cubicBezTo>
                  <a:pt x="633" y="43"/>
                  <a:pt x="628" y="41"/>
                  <a:pt x="624" y="37"/>
                </a:cubicBezTo>
                <a:cubicBezTo>
                  <a:pt x="620" y="33"/>
                  <a:pt x="618" y="27"/>
                  <a:pt x="618" y="21"/>
                </a:cubicBezTo>
                <a:cubicBezTo>
                  <a:pt x="618" y="16"/>
                  <a:pt x="620" y="10"/>
                  <a:pt x="624" y="6"/>
                </a:cubicBezTo>
                <a:cubicBezTo>
                  <a:pt x="628" y="2"/>
                  <a:pt x="633" y="0"/>
                  <a:pt x="639" y="0"/>
                </a:cubicBezTo>
                <a:moveTo>
                  <a:pt x="954" y="0"/>
                </a:moveTo>
                <a:lnTo>
                  <a:pt x="1090" y="0"/>
                </a:lnTo>
                <a:cubicBezTo>
                  <a:pt x="1096" y="0"/>
                  <a:pt x="1102" y="2"/>
                  <a:pt x="1106" y="6"/>
                </a:cubicBezTo>
                <a:cubicBezTo>
                  <a:pt x="1110" y="10"/>
                  <a:pt x="1112" y="16"/>
                  <a:pt x="1112" y="21"/>
                </a:cubicBezTo>
                <a:cubicBezTo>
                  <a:pt x="1112" y="27"/>
                  <a:pt x="1110" y="33"/>
                  <a:pt x="1106" y="37"/>
                </a:cubicBezTo>
                <a:cubicBezTo>
                  <a:pt x="1102" y="41"/>
                  <a:pt x="1096" y="43"/>
                  <a:pt x="1090" y="43"/>
                </a:cubicBezTo>
                <a:lnTo>
                  <a:pt x="954" y="43"/>
                </a:lnTo>
                <a:cubicBezTo>
                  <a:pt x="948" y="43"/>
                  <a:pt x="943" y="41"/>
                  <a:pt x="939" y="37"/>
                </a:cubicBezTo>
                <a:cubicBezTo>
                  <a:pt x="934" y="33"/>
                  <a:pt x="932" y="27"/>
                  <a:pt x="932" y="21"/>
                </a:cubicBezTo>
                <a:cubicBezTo>
                  <a:pt x="932" y="16"/>
                  <a:pt x="934" y="10"/>
                  <a:pt x="939" y="6"/>
                </a:cubicBezTo>
                <a:cubicBezTo>
                  <a:pt x="943" y="2"/>
                  <a:pt x="948" y="0"/>
                  <a:pt x="954" y="0"/>
                </a:cubicBezTo>
                <a:moveTo>
                  <a:pt x="1263" y="0"/>
                </a:moveTo>
                <a:lnTo>
                  <a:pt x="1402" y="0"/>
                </a:lnTo>
                <a:cubicBezTo>
                  <a:pt x="1408" y="0"/>
                  <a:pt x="1413" y="2"/>
                  <a:pt x="1417" y="6"/>
                </a:cubicBezTo>
                <a:cubicBezTo>
                  <a:pt x="1422" y="10"/>
                  <a:pt x="1424" y="16"/>
                  <a:pt x="1424" y="21"/>
                </a:cubicBezTo>
                <a:cubicBezTo>
                  <a:pt x="1424" y="27"/>
                  <a:pt x="1422" y="33"/>
                  <a:pt x="1417" y="37"/>
                </a:cubicBezTo>
                <a:cubicBezTo>
                  <a:pt x="1413" y="41"/>
                  <a:pt x="1408" y="43"/>
                  <a:pt x="1402" y="43"/>
                </a:cubicBezTo>
                <a:lnTo>
                  <a:pt x="1263" y="43"/>
                </a:lnTo>
                <a:cubicBezTo>
                  <a:pt x="1257" y="43"/>
                  <a:pt x="1252" y="41"/>
                  <a:pt x="1247" y="37"/>
                </a:cubicBezTo>
                <a:cubicBezTo>
                  <a:pt x="1243" y="33"/>
                  <a:pt x="1241" y="27"/>
                  <a:pt x="1241" y="21"/>
                </a:cubicBezTo>
                <a:cubicBezTo>
                  <a:pt x="1241" y="16"/>
                  <a:pt x="1243" y="10"/>
                  <a:pt x="1247" y="6"/>
                </a:cubicBezTo>
                <a:cubicBezTo>
                  <a:pt x="1252" y="2"/>
                  <a:pt x="1257" y="0"/>
                  <a:pt x="1263" y="0"/>
                </a:cubicBezTo>
                <a:moveTo>
                  <a:pt x="1574" y="0"/>
                </a:moveTo>
                <a:lnTo>
                  <a:pt x="1711" y="0"/>
                </a:lnTo>
                <a:cubicBezTo>
                  <a:pt x="1717" y="0"/>
                  <a:pt x="1722" y="2"/>
                  <a:pt x="1726" y="6"/>
                </a:cubicBezTo>
                <a:cubicBezTo>
                  <a:pt x="1730" y="10"/>
                  <a:pt x="1732" y="16"/>
                  <a:pt x="1732" y="21"/>
                </a:cubicBezTo>
                <a:cubicBezTo>
                  <a:pt x="1732" y="27"/>
                  <a:pt x="1730" y="33"/>
                  <a:pt x="1726" y="37"/>
                </a:cubicBezTo>
                <a:cubicBezTo>
                  <a:pt x="1722" y="41"/>
                  <a:pt x="1717" y="43"/>
                  <a:pt x="1711" y="43"/>
                </a:cubicBezTo>
                <a:lnTo>
                  <a:pt x="1574" y="43"/>
                </a:lnTo>
                <a:cubicBezTo>
                  <a:pt x="1568" y="43"/>
                  <a:pt x="1563" y="41"/>
                  <a:pt x="1558" y="37"/>
                </a:cubicBezTo>
                <a:cubicBezTo>
                  <a:pt x="1554" y="33"/>
                  <a:pt x="1552" y="27"/>
                  <a:pt x="1552" y="21"/>
                </a:cubicBezTo>
                <a:cubicBezTo>
                  <a:pt x="1552" y="16"/>
                  <a:pt x="1554" y="10"/>
                  <a:pt x="1558" y="6"/>
                </a:cubicBezTo>
                <a:cubicBezTo>
                  <a:pt x="1563" y="2"/>
                  <a:pt x="1568" y="0"/>
                  <a:pt x="1574" y="0"/>
                </a:cubicBezTo>
                <a:moveTo>
                  <a:pt x="1885" y="0"/>
                </a:moveTo>
                <a:lnTo>
                  <a:pt x="2023" y="0"/>
                </a:lnTo>
                <a:cubicBezTo>
                  <a:pt x="2029" y="0"/>
                  <a:pt x="2034" y="2"/>
                  <a:pt x="2039" y="6"/>
                </a:cubicBezTo>
                <a:cubicBezTo>
                  <a:pt x="2043" y="10"/>
                  <a:pt x="2045" y="16"/>
                  <a:pt x="2045" y="21"/>
                </a:cubicBezTo>
                <a:cubicBezTo>
                  <a:pt x="2045" y="27"/>
                  <a:pt x="2043" y="33"/>
                  <a:pt x="2039" y="37"/>
                </a:cubicBezTo>
                <a:cubicBezTo>
                  <a:pt x="2034" y="41"/>
                  <a:pt x="2029" y="43"/>
                  <a:pt x="2023" y="43"/>
                </a:cubicBezTo>
                <a:lnTo>
                  <a:pt x="1885" y="43"/>
                </a:lnTo>
                <a:cubicBezTo>
                  <a:pt x="1879" y="43"/>
                  <a:pt x="1874" y="41"/>
                  <a:pt x="1870" y="37"/>
                </a:cubicBezTo>
                <a:cubicBezTo>
                  <a:pt x="1866" y="33"/>
                  <a:pt x="1863" y="27"/>
                  <a:pt x="1863" y="21"/>
                </a:cubicBezTo>
                <a:cubicBezTo>
                  <a:pt x="1863" y="16"/>
                  <a:pt x="1866" y="10"/>
                  <a:pt x="1870" y="6"/>
                </a:cubicBezTo>
                <a:cubicBezTo>
                  <a:pt x="1874" y="2"/>
                  <a:pt x="1879" y="0"/>
                  <a:pt x="1885" y="0"/>
                </a:cubicBezTo>
                <a:moveTo>
                  <a:pt x="2194" y="0"/>
                </a:moveTo>
                <a:lnTo>
                  <a:pt x="2332" y="0"/>
                </a:lnTo>
                <a:cubicBezTo>
                  <a:pt x="2338" y="0"/>
                  <a:pt x="2343" y="2"/>
                  <a:pt x="2348" y="6"/>
                </a:cubicBezTo>
                <a:cubicBezTo>
                  <a:pt x="2352" y="10"/>
                  <a:pt x="2354" y="16"/>
                  <a:pt x="2354" y="21"/>
                </a:cubicBezTo>
                <a:cubicBezTo>
                  <a:pt x="2354" y="27"/>
                  <a:pt x="2352" y="33"/>
                  <a:pt x="2348" y="37"/>
                </a:cubicBezTo>
                <a:cubicBezTo>
                  <a:pt x="2343" y="41"/>
                  <a:pt x="2338" y="43"/>
                  <a:pt x="2332" y="43"/>
                </a:cubicBezTo>
                <a:lnTo>
                  <a:pt x="2194" y="43"/>
                </a:lnTo>
                <a:cubicBezTo>
                  <a:pt x="2188" y="43"/>
                  <a:pt x="2183" y="41"/>
                  <a:pt x="2178" y="37"/>
                </a:cubicBezTo>
                <a:cubicBezTo>
                  <a:pt x="2174" y="33"/>
                  <a:pt x="2172" y="27"/>
                  <a:pt x="2172" y="21"/>
                </a:cubicBezTo>
                <a:cubicBezTo>
                  <a:pt x="2172" y="16"/>
                  <a:pt x="2174" y="10"/>
                  <a:pt x="2178" y="6"/>
                </a:cubicBezTo>
                <a:cubicBezTo>
                  <a:pt x="2183" y="2"/>
                  <a:pt x="2188" y="0"/>
                  <a:pt x="2194" y="0"/>
                </a:cubicBezTo>
                <a:moveTo>
                  <a:pt x="2509" y="0"/>
                </a:moveTo>
                <a:lnTo>
                  <a:pt x="2643" y="0"/>
                </a:lnTo>
                <a:cubicBezTo>
                  <a:pt x="2649" y="0"/>
                  <a:pt x="2654" y="2"/>
                  <a:pt x="2658" y="6"/>
                </a:cubicBezTo>
                <a:cubicBezTo>
                  <a:pt x="2663" y="10"/>
                  <a:pt x="2665" y="16"/>
                  <a:pt x="2665" y="21"/>
                </a:cubicBezTo>
                <a:cubicBezTo>
                  <a:pt x="2665" y="27"/>
                  <a:pt x="2663" y="33"/>
                  <a:pt x="2658" y="37"/>
                </a:cubicBezTo>
                <a:cubicBezTo>
                  <a:pt x="2654" y="41"/>
                  <a:pt x="2649" y="43"/>
                  <a:pt x="2643" y="43"/>
                </a:cubicBezTo>
                <a:lnTo>
                  <a:pt x="2509" y="43"/>
                </a:lnTo>
                <a:cubicBezTo>
                  <a:pt x="2503" y="43"/>
                  <a:pt x="2497" y="41"/>
                  <a:pt x="2493" y="37"/>
                </a:cubicBezTo>
                <a:cubicBezTo>
                  <a:pt x="2489" y="33"/>
                  <a:pt x="2487" y="27"/>
                  <a:pt x="2487" y="21"/>
                </a:cubicBezTo>
                <a:cubicBezTo>
                  <a:pt x="2487" y="16"/>
                  <a:pt x="2489" y="10"/>
                  <a:pt x="2493" y="6"/>
                </a:cubicBezTo>
                <a:cubicBezTo>
                  <a:pt x="2497" y="2"/>
                  <a:pt x="2503" y="0"/>
                  <a:pt x="2509" y="0"/>
                </a:cubicBezTo>
                <a:moveTo>
                  <a:pt x="2815" y="0"/>
                </a:moveTo>
                <a:lnTo>
                  <a:pt x="2954" y="0"/>
                </a:lnTo>
                <a:cubicBezTo>
                  <a:pt x="2960" y="0"/>
                  <a:pt x="2965" y="2"/>
                  <a:pt x="2970" y="6"/>
                </a:cubicBezTo>
                <a:cubicBezTo>
                  <a:pt x="2974" y="10"/>
                  <a:pt x="2976" y="16"/>
                  <a:pt x="2976" y="21"/>
                </a:cubicBezTo>
                <a:cubicBezTo>
                  <a:pt x="2976" y="27"/>
                  <a:pt x="2974" y="33"/>
                  <a:pt x="2970" y="37"/>
                </a:cubicBezTo>
                <a:cubicBezTo>
                  <a:pt x="2965" y="41"/>
                  <a:pt x="2960" y="43"/>
                  <a:pt x="2954" y="43"/>
                </a:cubicBezTo>
                <a:lnTo>
                  <a:pt x="2815" y="43"/>
                </a:lnTo>
                <a:cubicBezTo>
                  <a:pt x="2809" y="43"/>
                  <a:pt x="2804" y="41"/>
                  <a:pt x="2799" y="37"/>
                </a:cubicBezTo>
                <a:cubicBezTo>
                  <a:pt x="2795" y="33"/>
                  <a:pt x="2793" y="27"/>
                  <a:pt x="2793" y="21"/>
                </a:cubicBezTo>
                <a:cubicBezTo>
                  <a:pt x="2793" y="16"/>
                  <a:pt x="2795" y="10"/>
                  <a:pt x="2799" y="6"/>
                </a:cubicBezTo>
                <a:cubicBezTo>
                  <a:pt x="2804" y="2"/>
                  <a:pt x="2809" y="0"/>
                  <a:pt x="2815" y="0"/>
                </a:cubicBezTo>
                <a:moveTo>
                  <a:pt x="3129" y="0"/>
                </a:moveTo>
                <a:lnTo>
                  <a:pt x="3264" y="0"/>
                </a:lnTo>
                <a:cubicBezTo>
                  <a:pt x="3270" y="0"/>
                  <a:pt x="3275" y="2"/>
                  <a:pt x="3279" y="6"/>
                </a:cubicBezTo>
                <a:cubicBezTo>
                  <a:pt x="3283" y="10"/>
                  <a:pt x="3285" y="16"/>
                  <a:pt x="3285" y="21"/>
                </a:cubicBezTo>
                <a:cubicBezTo>
                  <a:pt x="3285" y="27"/>
                  <a:pt x="3283" y="33"/>
                  <a:pt x="3279" y="37"/>
                </a:cubicBezTo>
                <a:cubicBezTo>
                  <a:pt x="3275" y="41"/>
                  <a:pt x="3270" y="43"/>
                  <a:pt x="3264" y="43"/>
                </a:cubicBezTo>
                <a:lnTo>
                  <a:pt x="3129" y="43"/>
                </a:lnTo>
                <a:cubicBezTo>
                  <a:pt x="3123" y="43"/>
                  <a:pt x="3118" y="41"/>
                  <a:pt x="3114" y="37"/>
                </a:cubicBezTo>
                <a:cubicBezTo>
                  <a:pt x="3109" y="33"/>
                  <a:pt x="3107" y="27"/>
                  <a:pt x="3107" y="21"/>
                </a:cubicBezTo>
                <a:cubicBezTo>
                  <a:pt x="3107" y="16"/>
                  <a:pt x="3109" y="10"/>
                  <a:pt x="3114" y="6"/>
                </a:cubicBezTo>
                <a:cubicBezTo>
                  <a:pt x="3118" y="2"/>
                  <a:pt x="3123" y="0"/>
                  <a:pt x="3129" y="0"/>
                </a:cubicBezTo>
                <a:moveTo>
                  <a:pt x="3436" y="0"/>
                </a:moveTo>
                <a:lnTo>
                  <a:pt x="3576" y="0"/>
                </a:lnTo>
                <a:cubicBezTo>
                  <a:pt x="3582" y="0"/>
                  <a:pt x="3587" y="2"/>
                  <a:pt x="3591" y="6"/>
                </a:cubicBezTo>
                <a:cubicBezTo>
                  <a:pt x="3595" y="10"/>
                  <a:pt x="3597" y="16"/>
                  <a:pt x="3597" y="21"/>
                </a:cubicBezTo>
                <a:cubicBezTo>
                  <a:pt x="3597" y="27"/>
                  <a:pt x="3595" y="33"/>
                  <a:pt x="3591" y="37"/>
                </a:cubicBezTo>
                <a:cubicBezTo>
                  <a:pt x="3587" y="41"/>
                  <a:pt x="3582" y="43"/>
                  <a:pt x="3576" y="43"/>
                </a:cubicBezTo>
                <a:lnTo>
                  <a:pt x="3436" y="43"/>
                </a:lnTo>
                <a:cubicBezTo>
                  <a:pt x="3430" y="43"/>
                  <a:pt x="3425" y="41"/>
                  <a:pt x="3420" y="37"/>
                </a:cubicBezTo>
                <a:cubicBezTo>
                  <a:pt x="3416" y="33"/>
                  <a:pt x="3414" y="27"/>
                  <a:pt x="3414" y="21"/>
                </a:cubicBezTo>
                <a:cubicBezTo>
                  <a:pt x="3414" y="16"/>
                  <a:pt x="3416" y="10"/>
                  <a:pt x="3420" y="6"/>
                </a:cubicBezTo>
                <a:cubicBezTo>
                  <a:pt x="3425" y="2"/>
                  <a:pt x="3430" y="0"/>
                  <a:pt x="3436" y="0"/>
                </a:cubicBezTo>
                <a:moveTo>
                  <a:pt x="3752" y="0"/>
                </a:moveTo>
                <a:lnTo>
                  <a:pt x="3889" y="0"/>
                </a:lnTo>
                <a:cubicBezTo>
                  <a:pt x="3895" y="0"/>
                  <a:pt x="3900" y="2"/>
                  <a:pt x="3904" y="6"/>
                </a:cubicBezTo>
                <a:cubicBezTo>
                  <a:pt x="3908" y="10"/>
                  <a:pt x="3911" y="16"/>
                  <a:pt x="3911" y="21"/>
                </a:cubicBezTo>
                <a:cubicBezTo>
                  <a:pt x="3911" y="27"/>
                  <a:pt x="3908" y="33"/>
                  <a:pt x="3904" y="37"/>
                </a:cubicBezTo>
                <a:cubicBezTo>
                  <a:pt x="3900" y="41"/>
                  <a:pt x="3895" y="43"/>
                  <a:pt x="3889" y="43"/>
                </a:cubicBezTo>
                <a:lnTo>
                  <a:pt x="3752" y="43"/>
                </a:lnTo>
                <a:cubicBezTo>
                  <a:pt x="3746" y="43"/>
                  <a:pt x="3740" y="41"/>
                  <a:pt x="3736" y="37"/>
                </a:cubicBezTo>
                <a:cubicBezTo>
                  <a:pt x="3732" y="33"/>
                  <a:pt x="3730" y="27"/>
                  <a:pt x="3730" y="21"/>
                </a:cubicBezTo>
                <a:cubicBezTo>
                  <a:pt x="3730" y="16"/>
                  <a:pt x="3732" y="10"/>
                  <a:pt x="3736" y="6"/>
                </a:cubicBezTo>
                <a:cubicBezTo>
                  <a:pt x="3740" y="2"/>
                  <a:pt x="3746" y="0"/>
                  <a:pt x="3752" y="0"/>
                </a:cubicBezTo>
                <a:moveTo>
                  <a:pt x="4063" y="0"/>
                </a:moveTo>
                <a:lnTo>
                  <a:pt x="4200" y="0"/>
                </a:lnTo>
                <a:cubicBezTo>
                  <a:pt x="4206" y="0"/>
                  <a:pt x="4211" y="2"/>
                  <a:pt x="4215" y="6"/>
                </a:cubicBezTo>
                <a:cubicBezTo>
                  <a:pt x="4219" y="10"/>
                  <a:pt x="4221" y="16"/>
                  <a:pt x="4221" y="21"/>
                </a:cubicBezTo>
                <a:cubicBezTo>
                  <a:pt x="4221" y="27"/>
                  <a:pt x="4219" y="33"/>
                  <a:pt x="4215" y="37"/>
                </a:cubicBezTo>
                <a:cubicBezTo>
                  <a:pt x="4211" y="41"/>
                  <a:pt x="4206" y="43"/>
                  <a:pt x="4200" y="43"/>
                </a:cubicBezTo>
                <a:lnTo>
                  <a:pt x="4063" y="43"/>
                </a:lnTo>
                <a:cubicBezTo>
                  <a:pt x="4057" y="43"/>
                  <a:pt x="4052" y="41"/>
                  <a:pt x="4047" y="37"/>
                </a:cubicBezTo>
                <a:cubicBezTo>
                  <a:pt x="4043" y="33"/>
                  <a:pt x="4041" y="27"/>
                  <a:pt x="4041" y="21"/>
                </a:cubicBezTo>
                <a:cubicBezTo>
                  <a:pt x="4041" y="16"/>
                  <a:pt x="4043" y="10"/>
                  <a:pt x="4047" y="6"/>
                </a:cubicBezTo>
                <a:cubicBezTo>
                  <a:pt x="4052" y="2"/>
                  <a:pt x="4057" y="0"/>
                  <a:pt x="4063" y="0"/>
                </a:cubicBezTo>
                <a:moveTo>
                  <a:pt x="4374" y="0"/>
                </a:moveTo>
                <a:lnTo>
                  <a:pt x="4511" y="0"/>
                </a:lnTo>
                <a:cubicBezTo>
                  <a:pt x="4517" y="0"/>
                  <a:pt x="4522" y="2"/>
                  <a:pt x="4526" y="6"/>
                </a:cubicBezTo>
                <a:cubicBezTo>
                  <a:pt x="4530" y="10"/>
                  <a:pt x="4532" y="16"/>
                  <a:pt x="4532" y="21"/>
                </a:cubicBezTo>
                <a:cubicBezTo>
                  <a:pt x="4532" y="27"/>
                  <a:pt x="4530" y="33"/>
                  <a:pt x="4526" y="37"/>
                </a:cubicBezTo>
                <a:cubicBezTo>
                  <a:pt x="4522" y="41"/>
                  <a:pt x="4517" y="43"/>
                  <a:pt x="4511" y="43"/>
                </a:cubicBezTo>
                <a:lnTo>
                  <a:pt x="4374" y="43"/>
                </a:lnTo>
                <a:cubicBezTo>
                  <a:pt x="4368" y="43"/>
                  <a:pt x="4363" y="41"/>
                  <a:pt x="4359" y="37"/>
                </a:cubicBezTo>
                <a:cubicBezTo>
                  <a:pt x="4355" y="33"/>
                  <a:pt x="4353" y="27"/>
                  <a:pt x="4353" y="21"/>
                </a:cubicBezTo>
                <a:cubicBezTo>
                  <a:pt x="4353" y="16"/>
                  <a:pt x="4355" y="10"/>
                  <a:pt x="4359" y="6"/>
                </a:cubicBezTo>
                <a:cubicBezTo>
                  <a:pt x="4363" y="2"/>
                  <a:pt x="4368" y="0"/>
                  <a:pt x="4374" y="0"/>
                </a:cubicBezTo>
                <a:moveTo>
                  <a:pt x="4684" y="0"/>
                </a:moveTo>
                <a:lnTo>
                  <a:pt x="4822" y="0"/>
                </a:lnTo>
                <a:cubicBezTo>
                  <a:pt x="4828" y="0"/>
                  <a:pt x="4833" y="2"/>
                  <a:pt x="4837" y="6"/>
                </a:cubicBezTo>
                <a:cubicBezTo>
                  <a:pt x="4841" y="10"/>
                  <a:pt x="4843" y="16"/>
                  <a:pt x="4843" y="21"/>
                </a:cubicBezTo>
                <a:cubicBezTo>
                  <a:pt x="4843" y="27"/>
                  <a:pt x="4841" y="33"/>
                  <a:pt x="4837" y="37"/>
                </a:cubicBezTo>
                <a:cubicBezTo>
                  <a:pt x="4833" y="41"/>
                  <a:pt x="4828" y="43"/>
                  <a:pt x="4822" y="43"/>
                </a:cubicBezTo>
                <a:lnTo>
                  <a:pt x="4684" y="43"/>
                </a:lnTo>
                <a:cubicBezTo>
                  <a:pt x="4678" y="43"/>
                  <a:pt x="4673" y="41"/>
                  <a:pt x="4669" y="37"/>
                </a:cubicBezTo>
                <a:cubicBezTo>
                  <a:pt x="4665" y="33"/>
                  <a:pt x="4663" y="27"/>
                  <a:pt x="4663" y="21"/>
                </a:cubicBezTo>
                <a:cubicBezTo>
                  <a:pt x="4663" y="16"/>
                  <a:pt x="4665" y="10"/>
                  <a:pt x="4669" y="6"/>
                </a:cubicBezTo>
                <a:cubicBezTo>
                  <a:pt x="4673" y="2"/>
                  <a:pt x="4678" y="0"/>
                  <a:pt x="4684" y="0"/>
                </a:cubicBezTo>
                <a:moveTo>
                  <a:pt x="4994" y="0"/>
                </a:moveTo>
                <a:lnTo>
                  <a:pt x="5134" y="0"/>
                </a:lnTo>
                <a:cubicBezTo>
                  <a:pt x="5140" y="0"/>
                  <a:pt x="5145" y="2"/>
                  <a:pt x="5149" y="6"/>
                </a:cubicBezTo>
                <a:cubicBezTo>
                  <a:pt x="5153" y="10"/>
                  <a:pt x="5155" y="16"/>
                  <a:pt x="5155" y="21"/>
                </a:cubicBezTo>
                <a:cubicBezTo>
                  <a:pt x="5155" y="27"/>
                  <a:pt x="5153" y="33"/>
                  <a:pt x="5149" y="37"/>
                </a:cubicBezTo>
                <a:cubicBezTo>
                  <a:pt x="5145" y="41"/>
                  <a:pt x="5140" y="43"/>
                  <a:pt x="5134" y="43"/>
                </a:cubicBezTo>
                <a:lnTo>
                  <a:pt x="4994" y="43"/>
                </a:lnTo>
                <a:cubicBezTo>
                  <a:pt x="4988" y="43"/>
                  <a:pt x="4983" y="41"/>
                  <a:pt x="4979" y="37"/>
                </a:cubicBezTo>
                <a:cubicBezTo>
                  <a:pt x="4975" y="33"/>
                  <a:pt x="4973" y="27"/>
                  <a:pt x="4973" y="21"/>
                </a:cubicBezTo>
                <a:cubicBezTo>
                  <a:pt x="4973" y="16"/>
                  <a:pt x="4975" y="10"/>
                  <a:pt x="4979" y="6"/>
                </a:cubicBezTo>
                <a:cubicBezTo>
                  <a:pt x="4983" y="2"/>
                  <a:pt x="4988" y="0"/>
                  <a:pt x="4994" y="0"/>
                </a:cubicBezTo>
                <a:moveTo>
                  <a:pt x="5305" y="0"/>
                </a:moveTo>
                <a:lnTo>
                  <a:pt x="5444" y="0"/>
                </a:lnTo>
                <a:cubicBezTo>
                  <a:pt x="5450" y="0"/>
                  <a:pt x="5455" y="2"/>
                  <a:pt x="5460" y="6"/>
                </a:cubicBezTo>
                <a:cubicBezTo>
                  <a:pt x="5464" y="10"/>
                  <a:pt x="5466" y="16"/>
                  <a:pt x="5466" y="21"/>
                </a:cubicBezTo>
                <a:cubicBezTo>
                  <a:pt x="5466" y="27"/>
                  <a:pt x="5464" y="33"/>
                  <a:pt x="5460" y="37"/>
                </a:cubicBezTo>
                <a:cubicBezTo>
                  <a:pt x="5455" y="41"/>
                  <a:pt x="5450" y="43"/>
                  <a:pt x="5444" y="43"/>
                </a:cubicBezTo>
                <a:lnTo>
                  <a:pt x="5305" y="43"/>
                </a:lnTo>
                <a:cubicBezTo>
                  <a:pt x="5299" y="43"/>
                  <a:pt x="5294" y="41"/>
                  <a:pt x="5290" y="37"/>
                </a:cubicBezTo>
                <a:cubicBezTo>
                  <a:pt x="5285" y="33"/>
                  <a:pt x="5283" y="27"/>
                  <a:pt x="5283" y="21"/>
                </a:cubicBezTo>
                <a:cubicBezTo>
                  <a:pt x="5283" y="16"/>
                  <a:pt x="5285" y="10"/>
                  <a:pt x="5290" y="6"/>
                </a:cubicBezTo>
                <a:cubicBezTo>
                  <a:pt x="5294" y="2"/>
                  <a:pt x="5299" y="0"/>
                  <a:pt x="5305" y="0"/>
                </a:cubicBezTo>
                <a:moveTo>
                  <a:pt x="5616" y="0"/>
                </a:moveTo>
                <a:lnTo>
                  <a:pt x="5754" y="0"/>
                </a:lnTo>
                <a:cubicBezTo>
                  <a:pt x="5760" y="0"/>
                  <a:pt x="5765" y="2"/>
                  <a:pt x="5769" y="6"/>
                </a:cubicBezTo>
                <a:cubicBezTo>
                  <a:pt x="5774" y="10"/>
                  <a:pt x="5776" y="16"/>
                  <a:pt x="5776" y="21"/>
                </a:cubicBezTo>
                <a:cubicBezTo>
                  <a:pt x="5776" y="27"/>
                  <a:pt x="5774" y="33"/>
                  <a:pt x="5769" y="37"/>
                </a:cubicBezTo>
                <a:cubicBezTo>
                  <a:pt x="5765" y="41"/>
                  <a:pt x="5760" y="43"/>
                  <a:pt x="5754" y="43"/>
                </a:cubicBezTo>
                <a:lnTo>
                  <a:pt x="5616" y="43"/>
                </a:lnTo>
                <a:cubicBezTo>
                  <a:pt x="5610" y="43"/>
                  <a:pt x="5605" y="41"/>
                  <a:pt x="5601" y="37"/>
                </a:cubicBezTo>
                <a:cubicBezTo>
                  <a:pt x="5597" y="33"/>
                  <a:pt x="5594" y="27"/>
                  <a:pt x="5594" y="21"/>
                </a:cubicBezTo>
                <a:cubicBezTo>
                  <a:pt x="5594" y="16"/>
                  <a:pt x="5597" y="10"/>
                  <a:pt x="5601" y="6"/>
                </a:cubicBezTo>
                <a:cubicBezTo>
                  <a:pt x="5605" y="2"/>
                  <a:pt x="5610" y="0"/>
                  <a:pt x="5616" y="0"/>
                </a:cubicBezTo>
                <a:moveTo>
                  <a:pt x="5928" y="0"/>
                </a:moveTo>
                <a:lnTo>
                  <a:pt x="6065" y="0"/>
                </a:lnTo>
                <a:cubicBezTo>
                  <a:pt x="6071" y="0"/>
                  <a:pt x="6076" y="2"/>
                  <a:pt x="6080" y="6"/>
                </a:cubicBezTo>
                <a:cubicBezTo>
                  <a:pt x="6084" y="10"/>
                  <a:pt x="6086" y="16"/>
                  <a:pt x="6086" y="21"/>
                </a:cubicBezTo>
                <a:cubicBezTo>
                  <a:pt x="6086" y="27"/>
                  <a:pt x="6084" y="33"/>
                  <a:pt x="6080" y="37"/>
                </a:cubicBezTo>
                <a:cubicBezTo>
                  <a:pt x="6076" y="41"/>
                  <a:pt x="6071" y="43"/>
                  <a:pt x="6065" y="43"/>
                </a:cubicBezTo>
                <a:lnTo>
                  <a:pt x="5928" y="43"/>
                </a:lnTo>
                <a:cubicBezTo>
                  <a:pt x="5922" y="43"/>
                  <a:pt x="5917" y="41"/>
                  <a:pt x="5913" y="37"/>
                </a:cubicBezTo>
                <a:cubicBezTo>
                  <a:pt x="5909" y="33"/>
                  <a:pt x="5907" y="27"/>
                  <a:pt x="5907" y="21"/>
                </a:cubicBezTo>
                <a:cubicBezTo>
                  <a:pt x="5907" y="16"/>
                  <a:pt x="5909" y="10"/>
                  <a:pt x="5913" y="6"/>
                </a:cubicBezTo>
                <a:cubicBezTo>
                  <a:pt x="5917" y="2"/>
                  <a:pt x="5922" y="0"/>
                  <a:pt x="5928" y="0"/>
                </a:cubicBezTo>
                <a:moveTo>
                  <a:pt x="6238" y="0"/>
                </a:moveTo>
                <a:lnTo>
                  <a:pt x="6377" y="0"/>
                </a:lnTo>
                <a:cubicBezTo>
                  <a:pt x="6383" y="0"/>
                  <a:pt x="6388" y="2"/>
                  <a:pt x="6392" y="6"/>
                </a:cubicBezTo>
                <a:cubicBezTo>
                  <a:pt x="6396" y="10"/>
                  <a:pt x="6399" y="16"/>
                  <a:pt x="6399" y="21"/>
                </a:cubicBezTo>
                <a:cubicBezTo>
                  <a:pt x="6399" y="27"/>
                  <a:pt x="6396" y="33"/>
                  <a:pt x="6392" y="37"/>
                </a:cubicBezTo>
                <a:cubicBezTo>
                  <a:pt x="6388" y="41"/>
                  <a:pt x="6383" y="43"/>
                  <a:pt x="6377" y="43"/>
                </a:cubicBezTo>
                <a:lnTo>
                  <a:pt x="6238" y="43"/>
                </a:lnTo>
                <a:cubicBezTo>
                  <a:pt x="6232" y="43"/>
                  <a:pt x="6227" y="41"/>
                  <a:pt x="6223" y="37"/>
                </a:cubicBezTo>
                <a:cubicBezTo>
                  <a:pt x="6219" y="33"/>
                  <a:pt x="6217" y="27"/>
                  <a:pt x="6217" y="21"/>
                </a:cubicBezTo>
                <a:cubicBezTo>
                  <a:pt x="6217" y="16"/>
                  <a:pt x="6219" y="10"/>
                  <a:pt x="6223" y="6"/>
                </a:cubicBezTo>
                <a:cubicBezTo>
                  <a:pt x="6227" y="2"/>
                  <a:pt x="6232" y="0"/>
                  <a:pt x="6238" y="0"/>
                </a:cubicBezTo>
                <a:moveTo>
                  <a:pt x="6548" y="0"/>
                </a:moveTo>
                <a:lnTo>
                  <a:pt x="6687" y="0"/>
                </a:lnTo>
                <a:cubicBezTo>
                  <a:pt x="6693" y="0"/>
                  <a:pt x="6699" y="2"/>
                  <a:pt x="6703" y="6"/>
                </a:cubicBezTo>
                <a:cubicBezTo>
                  <a:pt x="6707" y="10"/>
                  <a:pt x="6709" y="16"/>
                  <a:pt x="6709" y="21"/>
                </a:cubicBezTo>
                <a:cubicBezTo>
                  <a:pt x="6709" y="27"/>
                  <a:pt x="6707" y="33"/>
                  <a:pt x="6703" y="37"/>
                </a:cubicBezTo>
                <a:cubicBezTo>
                  <a:pt x="6699" y="41"/>
                  <a:pt x="6693" y="43"/>
                  <a:pt x="6687" y="43"/>
                </a:cubicBezTo>
                <a:lnTo>
                  <a:pt x="6548" y="43"/>
                </a:lnTo>
                <a:cubicBezTo>
                  <a:pt x="6542" y="43"/>
                  <a:pt x="6537" y="41"/>
                  <a:pt x="6533" y="37"/>
                </a:cubicBezTo>
                <a:cubicBezTo>
                  <a:pt x="6529" y="33"/>
                  <a:pt x="6527" y="27"/>
                  <a:pt x="6527" y="21"/>
                </a:cubicBezTo>
                <a:cubicBezTo>
                  <a:pt x="6527" y="16"/>
                  <a:pt x="6529" y="10"/>
                  <a:pt x="6533" y="6"/>
                </a:cubicBezTo>
                <a:cubicBezTo>
                  <a:pt x="6537" y="2"/>
                  <a:pt x="6542" y="0"/>
                  <a:pt x="6548" y="0"/>
                </a:cubicBezTo>
                <a:moveTo>
                  <a:pt x="6860" y="0"/>
                </a:moveTo>
                <a:lnTo>
                  <a:pt x="6997" y="0"/>
                </a:lnTo>
                <a:cubicBezTo>
                  <a:pt x="7003" y="0"/>
                  <a:pt x="7008" y="2"/>
                  <a:pt x="7013" y="6"/>
                </a:cubicBezTo>
                <a:cubicBezTo>
                  <a:pt x="7017" y="10"/>
                  <a:pt x="7019" y="16"/>
                  <a:pt x="7019" y="21"/>
                </a:cubicBezTo>
                <a:cubicBezTo>
                  <a:pt x="7019" y="27"/>
                  <a:pt x="7017" y="33"/>
                  <a:pt x="7013" y="37"/>
                </a:cubicBezTo>
                <a:cubicBezTo>
                  <a:pt x="7008" y="41"/>
                  <a:pt x="7003" y="43"/>
                  <a:pt x="6997" y="43"/>
                </a:cubicBezTo>
                <a:lnTo>
                  <a:pt x="6860" y="43"/>
                </a:lnTo>
                <a:cubicBezTo>
                  <a:pt x="6854" y="43"/>
                  <a:pt x="6849" y="41"/>
                  <a:pt x="6845" y="37"/>
                </a:cubicBezTo>
                <a:cubicBezTo>
                  <a:pt x="6841" y="33"/>
                  <a:pt x="6838" y="27"/>
                  <a:pt x="6838" y="21"/>
                </a:cubicBezTo>
                <a:cubicBezTo>
                  <a:pt x="6838" y="16"/>
                  <a:pt x="6841" y="10"/>
                  <a:pt x="6845" y="6"/>
                </a:cubicBezTo>
                <a:cubicBezTo>
                  <a:pt x="6849" y="2"/>
                  <a:pt x="6854" y="0"/>
                  <a:pt x="6860" y="0"/>
                </a:cubicBezTo>
                <a:moveTo>
                  <a:pt x="7171" y="0"/>
                </a:moveTo>
                <a:lnTo>
                  <a:pt x="7309" y="0"/>
                </a:lnTo>
                <a:cubicBezTo>
                  <a:pt x="7315" y="0"/>
                  <a:pt x="7320" y="2"/>
                  <a:pt x="7325" y="6"/>
                </a:cubicBezTo>
                <a:cubicBezTo>
                  <a:pt x="7329" y="10"/>
                  <a:pt x="7331" y="16"/>
                  <a:pt x="7331" y="21"/>
                </a:cubicBezTo>
                <a:cubicBezTo>
                  <a:pt x="7331" y="27"/>
                  <a:pt x="7329" y="33"/>
                  <a:pt x="7325" y="37"/>
                </a:cubicBezTo>
                <a:cubicBezTo>
                  <a:pt x="7320" y="41"/>
                  <a:pt x="7315" y="43"/>
                  <a:pt x="7309" y="43"/>
                </a:cubicBezTo>
                <a:lnTo>
                  <a:pt x="7171" y="43"/>
                </a:lnTo>
                <a:cubicBezTo>
                  <a:pt x="7165" y="43"/>
                  <a:pt x="7160" y="41"/>
                  <a:pt x="7156" y="37"/>
                </a:cubicBezTo>
                <a:cubicBezTo>
                  <a:pt x="7152" y="33"/>
                  <a:pt x="7150" y="27"/>
                  <a:pt x="7150" y="21"/>
                </a:cubicBezTo>
                <a:cubicBezTo>
                  <a:pt x="7150" y="16"/>
                  <a:pt x="7152" y="10"/>
                  <a:pt x="7156" y="6"/>
                </a:cubicBezTo>
                <a:cubicBezTo>
                  <a:pt x="7160" y="2"/>
                  <a:pt x="7165" y="0"/>
                  <a:pt x="7171" y="0"/>
                </a:cubicBezTo>
                <a:moveTo>
                  <a:pt x="7481" y="0"/>
                </a:moveTo>
                <a:lnTo>
                  <a:pt x="7620" y="0"/>
                </a:lnTo>
                <a:cubicBezTo>
                  <a:pt x="7626" y="0"/>
                  <a:pt x="7631" y="2"/>
                  <a:pt x="7635" y="6"/>
                </a:cubicBezTo>
                <a:cubicBezTo>
                  <a:pt x="7640" y="10"/>
                  <a:pt x="7642" y="16"/>
                  <a:pt x="7642" y="21"/>
                </a:cubicBezTo>
                <a:cubicBezTo>
                  <a:pt x="7642" y="27"/>
                  <a:pt x="7640" y="33"/>
                  <a:pt x="7635" y="37"/>
                </a:cubicBezTo>
                <a:cubicBezTo>
                  <a:pt x="7631" y="41"/>
                  <a:pt x="7626" y="43"/>
                  <a:pt x="7620" y="43"/>
                </a:cubicBezTo>
                <a:lnTo>
                  <a:pt x="7481" y="43"/>
                </a:lnTo>
                <a:cubicBezTo>
                  <a:pt x="7475" y="43"/>
                  <a:pt x="7470" y="41"/>
                  <a:pt x="7466" y="37"/>
                </a:cubicBezTo>
                <a:cubicBezTo>
                  <a:pt x="7461" y="33"/>
                  <a:pt x="7459" y="27"/>
                  <a:pt x="7459" y="21"/>
                </a:cubicBezTo>
                <a:cubicBezTo>
                  <a:pt x="7459" y="16"/>
                  <a:pt x="7461" y="10"/>
                  <a:pt x="7466" y="6"/>
                </a:cubicBezTo>
                <a:cubicBezTo>
                  <a:pt x="7470" y="2"/>
                  <a:pt x="7475" y="0"/>
                  <a:pt x="7481" y="0"/>
                </a:cubicBezTo>
                <a:moveTo>
                  <a:pt x="7793" y="0"/>
                </a:moveTo>
                <a:lnTo>
                  <a:pt x="7930" y="0"/>
                </a:lnTo>
                <a:cubicBezTo>
                  <a:pt x="7936" y="0"/>
                  <a:pt x="7941" y="2"/>
                  <a:pt x="7945" y="6"/>
                </a:cubicBezTo>
                <a:cubicBezTo>
                  <a:pt x="7949" y="10"/>
                  <a:pt x="7952" y="16"/>
                  <a:pt x="7952" y="21"/>
                </a:cubicBezTo>
                <a:cubicBezTo>
                  <a:pt x="7952" y="27"/>
                  <a:pt x="7949" y="33"/>
                  <a:pt x="7945" y="37"/>
                </a:cubicBezTo>
                <a:cubicBezTo>
                  <a:pt x="7941" y="41"/>
                  <a:pt x="7936" y="43"/>
                  <a:pt x="7930" y="43"/>
                </a:cubicBezTo>
                <a:lnTo>
                  <a:pt x="7793" y="43"/>
                </a:lnTo>
                <a:cubicBezTo>
                  <a:pt x="7787" y="43"/>
                  <a:pt x="7782" y="41"/>
                  <a:pt x="7778" y="37"/>
                </a:cubicBezTo>
                <a:cubicBezTo>
                  <a:pt x="7774" y="33"/>
                  <a:pt x="7771" y="27"/>
                  <a:pt x="7771" y="21"/>
                </a:cubicBezTo>
                <a:cubicBezTo>
                  <a:pt x="7771" y="16"/>
                  <a:pt x="7774" y="10"/>
                  <a:pt x="7778" y="6"/>
                </a:cubicBezTo>
                <a:cubicBezTo>
                  <a:pt x="7782" y="2"/>
                  <a:pt x="7787" y="0"/>
                  <a:pt x="7793" y="0"/>
                </a:cubicBezTo>
                <a:moveTo>
                  <a:pt x="8103" y="0"/>
                </a:moveTo>
                <a:lnTo>
                  <a:pt x="8243" y="0"/>
                </a:lnTo>
                <a:cubicBezTo>
                  <a:pt x="8249" y="0"/>
                  <a:pt x="8254" y="2"/>
                  <a:pt x="8258" y="6"/>
                </a:cubicBezTo>
                <a:cubicBezTo>
                  <a:pt x="8263" y="10"/>
                  <a:pt x="8265" y="16"/>
                  <a:pt x="8265" y="21"/>
                </a:cubicBezTo>
                <a:cubicBezTo>
                  <a:pt x="8265" y="27"/>
                  <a:pt x="8263" y="33"/>
                  <a:pt x="8258" y="37"/>
                </a:cubicBezTo>
                <a:cubicBezTo>
                  <a:pt x="8254" y="41"/>
                  <a:pt x="8249" y="43"/>
                  <a:pt x="8243" y="43"/>
                </a:cubicBezTo>
                <a:lnTo>
                  <a:pt x="8103" y="43"/>
                </a:lnTo>
                <a:cubicBezTo>
                  <a:pt x="8097" y="43"/>
                  <a:pt x="8092" y="41"/>
                  <a:pt x="8088" y="37"/>
                </a:cubicBezTo>
                <a:cubicBezTo>
                  <a:pt x="8084" y="33"/>
                  <a:pt x="8082" y="27"/>
                  <a:pt x="8082" y="21"/>
                </a:cubicBezTo>
                <a:cubicBezTo>
                  <a:pt x="8082" y="16"/>
                  <a:pt x="8084" y="10"/>
                  <a:pt x="8088" y="6"/>
                </a:cubicBezTo>
                <a:cubicBezTo>
                  <a:pt x="8092" y="2"/>
                  <a:pt x="8097" y="0"/>
                  <a:pt x="8103" y="0"/>
                </a:cubicBezTo>
                <a:moveTo>
                  <a:pt x="8414" y="0"/>
                </a:moveTo>
                <a:lnTo>
                  <a:pt x="8552" y="0"/>
                </a:lnTo>
                <a:cubicBezTo>
                  <a:pt x="8558" y="0"/>
                  <a:pt x="8563" y="2"/>
                  <a:pt x="8567" y="6"/>
                </a:cubicBezTo>
                <a:cubicBezTo>
                  <a:pt x="8571" y="10"/>
                  <a:pt x="8573" y="16"/>
                  <a:pt x="8573" y="21"/>
                </a:cubicBezTo>
                <a:cubicBezTo>
                  <a:pt x="8573" y="27"/>
                  <a:pt x="8571" y="33"/>
                  <a:pt x="8567" y="37"/>
                </a:cubicBezTo>
                <a:cubicBezTo>
                  <a:pt x="8563" y="41"/>
                  <a:pt x="8558" y="43"/>
                  <a:pt x="8552" y="43"/>
                </a:cubicBezTo>
                <a:lnTo>
                  <a:pt x="8414" y="43"/>
                </a:lnTo>
                <a:cubicBezTo>
                  <a:pt x="8408" y="43"/>
                  <a:pt x="8403" y="41"/>
                  <a:pt x="8398" y="37"/>
                </a:cubicBezTo>
                <a:cubicBezTo>
                  <a:pt x="8394" y="33"/>
                  <a:pt x="8392" y="27"/>
                  <a:pt x="8392" y="21"/>
                </a:cubicBezTo>
                <a:cubicBezTo>
                  <a:pt x="8392" y="16"/>
                  <a:pt x="8394" y="10"/>
                  <a:pt x="8398" y="6"/>
                </a:cubicBezTo>
                <a:cubicBezTo>
                  <a:pt x="8403" y="2"/>
                  <a:pt x="8408" y="0"/>
                  <a:pt x="8414" y="0"/>
                </a:cubicBezTo>
                <a:moveTo>
                  <a:pt x="8727" y="0"/>
                </a:moveTo>
                <a:lnTo>
                  <a:pt x="8863" y="0"/>
                </a:lnTo>
                <a:cubicBezTo>
                  <a:pt x="8869" y="0"/>
                  <a:pt x="8875" y="2"/>
                  <a:pt x="8879" y="6"/>
                </a:cubicBezTo>
                <a:cubicBezTo>
                  <a:pt x="8883" y="10"/>
                  <a:pt x="8885" y="16"/>
                  <a:pt x="8885" y="21"/>
                </a:cubicBezTo>
                <a:cubicBezTo>
                  <a:pt x="8885" y="27"/>
                  <a:pt x="8883" y="33"/>
                  <a:pt x="8879" y="37"/>
                </a:cubicBezTo>
                <a:cubicBezTo>
                  <a:pt x="8875" y="41"/>
                  <a:pt x="8869" y="43"/>
                  <a:pt x="8863" y="43"/>
                </a:cubicBezTo>
                <a:lnTo>
                  <a:pt x="8727" y="43"/>
                </a:lnTo>
                <a:cubicBezTo>
                  <a:pt x="8721" y="43"/>
                  <a:pt x="8716" y="41"/>
                  <a:pt x="8711" y="37"/>
                </a:cubicBezTo>
                <a:cubicBezTo>
                  <a:pt x="8707" y="33"/>
                  <a:pt x="8705" y="27"/>
                  <a:pt x="8705" y="21"/>
                </a:cubicBezTo>
                <a:cubicBezTo>
                  <a:pt x="8705" y="16"/>
                  <a:pt x="8707" y="10"/>
                  <a:pt x="8711" y="6"/>
                </a:cubicBezTo>
                <a:cubicBezTo>
                  <a:pt x="8716" y="2"/>
                  <a:pt x="8721" y="0"/>
                  <a:pt x="8727" y="0"/>
                </a:cubicBezTo>
                <a:moveTo>
                  <a:pt x="9035" y="0"/>
                </a:moveTo>
                <a:lnTo>
                  <a:pt x="9174" y="0"/>
                </a:lnTo>
                <a:cubicBezTo>
                  <a:pt x="9180" y="0"/>
                  <a:pt x="9185" y="2"/>
                  <a:pt x="9189" y="6"/>
                </a:cubicBezTo>
                <a:cubicBezTo>
                  <a:pt x="9194" y="10"/>
                  <a:pt x="9196" y="16"/>
                  <a:pt x="9196" y="21"/>
                </a:cubicBezTo>
                <a:cubicBezTo>
                  <a:pt x="9196" y="27"/>
                  <a:pt x="9194" y="33"/>
                  <a:pt x="9189" y="37"/>
                </a:cubicBezTo>
                <a:cubicBezTo>
                  <a:pt x="9185" y="41"/>
                  <a:pt x="9180" y="43"/>
                  <a:pt x="9174" y="43"/>
                </a:cubicBezTo>
                <a:lnTo>
                  <a:pt x="9035" y="43"/>
                </a:lnTo>
                <a:cubicBezTo>
                  <a:pt x="9029" y="43"/>
                  <a:pt x="9024" y="41"/>
                  <a:pt x="9020" y="37"/>
                </a:cubicBezTo>
                <a:cubicBezTo>
                  <a:pt x="9016" y="33"/>
                  <a:pt x="9014" y="27"/>
                  <a:pt x="9014" y="21"/>
                </a:cubicBezTo>
                <a:cubicBezTo>
                  <a:pt x="9014" y="16"/>
                  <a:pt x="9016" y="10"/>
                  <a:pt x="9020" y="6"/>
                </a:cubicBezTo>
                <a:cubicBezTo>
                  <a:pt x="9024" y="2"/>
                  <a:pt x="9029" y="0"/>
                  <a:pt x="9035" y="0"/>
                </a:cubicBezTo>
                <a:moveTo>
                  <a:pt x="9348" y="0"/>
                </a:moveTo>
                <a:lnTo>
                  <a:pt x="9485" y="0"/>
                </a:lnTo>
                <a:cubicBezTo>
                  <a:pt x="9491" y="0"/>
                  <a:pt x="9496" y="2"/>
                  <a:pt x="9500" y="6"/>
                </a:cubicBezTo>
                <a:cubicBezTo>
                  <a:pt x="9504" y="10"/>
                  <a:pt x="9506" y="16"/>
                  <a:pt x="9506" y="21"/>
                </a:cubicBezTo>
                <a:cubicBezTo>
                  <a:pt x="9506" y="27"/>
                  <a:pt x="9504" y="33"/>
                  <a:pt x="9500" y="37"/>
                </a:cubicBezTo>
                <a:cubicBezTo>
                  <a:pt x="9496" y="41"/>
                  <a:pt x="9491" y="43"/>
                  <a:pt x="9485" y="43"/>
                </a:cubicBezTo>
                <a:lnTo>
                  <a:pt x="9348" y="43"/>
                </a:lnTo>
                <a:cubicBezTo>
                  <a:pt x="9342" y="43"/>
                  <a:pt x="9337" y="41"/>
                  <a:pt x="9333" y="37"/>
                </a:cubicBezTo>
                <a:cubicBezTo>
                  <a:pt x="9329" y="33"/>
                  <a:pt x="9327" y="27"/>
                  <a:pt x="9327" y="21"/>
                </a:cubicBezTo>
                <a:cubicBezTo>
                  <a:pt x="9327" y="16"/>
                  <a:pt x="9329" y="10"/>
                  <a:pt x="9333" y="6"/>
                </a:cubicBezTo>
                <a:cubicBezTo>
                  <a:pt x="9337" y="2"/>
                  <a:pt x="9342" y="0"/>
                  <a:pt x="9348" y="0"/>
                </a:cubicBezTo>
                <a:moveTo>
                  <a:pt x="9657" y="0"/>
                </a:moveTo>
                <a:lnTo>
                  <a:pt x="9797" y="0"/>
                </a:lnTo>
                <a:cubicBezTo>
                  <a:pt x="9803" y="0"/>
                  <a:pt x="9808" y="2"/>
                  <a:pt x="9812" y="6"/>
                </a:cubicBezTo>
                <a:cubicBezTo>
                  <a:pt x="9816" y="10"/>
                  <a:pt x="9818" y="16"/>
                  <a:pt x="9818" y="21"/>
                </a:cubicBezTo>
                <a:cubicBezTo>
                  <a:pt x="9818" y="27"/>
                  <a:pt x="9816" y="33"/>
                  <a:pt x="9812" y="37"/>
                </a:cubicBezTo>
                <a:cubicBezTo>
                  <a:pt x="9808" y="41"/>
                  <a:pt x="9803" y="43"/>
                  <a:pt x="9797" y="43"/>
                </a:cubicBezTo>
                <a:lnTo>
                  <a:pt x="9657" y="43"/>
                </a:lnTo>
                <a:cubicBezTo>
                  <a:pt x="9651" y="43"/>
                  <a:pt x="9646" y="41"/>
                  <a:pt x="9642" y="37"/>
                </a:cubicBezTo>
                <a:cubicBezTo>
                  <a:pt x="9638" y="33"/>
                  <a:pt x="9635" y="27"/>
                  <a:pt x="9635" y="21"/>
                </a:cubicBezTo>
                <a:cubicBezTo>
                  <a:pt x="9635" y="16"/>
                  <a:pt x="9638" y="10"/>
                  <a:pt x="9642" y="6"/>
                </a:cubicBezTo>
                <a:cubicBezTo>
                  <a:pt x="9646" y="2"/>
                  <a:pt x="9651" y="0"/>
                  <a:pt x="9657" y="0"/>
                </a:cubicBezTo>
                <a:moveTo>
                  <a:pt x="9969" y="0"/>
                </a:moveTo>
                <a:lnTo>
                  <a:pt x="10106" y="0"/>
                </a:lnTo>
                <a:cubicBezTo>
                  <a:pt x="10112" y="0"/>
                  <a:pt x="10117" y="2"/>
                  <a:pt x="10121" y="6"/>
                </a:cubicBezTo>
                <a:cubicBezTo>
                  <a:pt x="10126" y="10"/>
                  <a:pt x="10128" y="16"/>
                  <a:pt x="10128" y="21"/>
                </a:cubicBezTo>
                <a:cubicBezTo>
                  <a:pt x="10128" y="27"/>
                  <a:pt x="10126" y="33"/>
                  <a:pt x="10121" y="37"/>
                </a:cubicBezTo>
                <a:cubicBezTo>
                  <a:pt x="10117" y="41"/>
                  <a:pt x="10112" y="43"/>
                  <a:pt x="10106" y="43"/>
                </a:cubicBezTo>
                <a:lnTo>
                  <a:pt x="9969" y="43"/>
                </a:lnTo>
                <a:cubicBezTo>
                  <a:pt x="9963" y="43"/>
                  <a:pt x="9958" y="41"/>
                  <a:pt x="9954" y="37"/>
                </a:cubicBezTo>
                <a:cubicBezTo>
                  <a:pt x="9950" y="33"/>
                  <a:pt x="9948" y="27"/>
                  <a:pt x="9948" y="21"/>
                </a:cubicBezTo>
                <a:cubicBezTo>
                  <a:pt x="9948" y="16"/>
                  <a:pt x="9950" y="10"/>
                  <a:pt x="9954" y="6"/>
                </a:cubicBezTo>
                <a:cubicBezTo>
                  <a:pt x="9958" y="2"/>
                  <a:pt x="9963" y="0"/>
                  <a:pt x="9969" y="0"/>
                </a:cubicBezTo>
                <a:moveTo>
                  <a:pt x="10279" y="0"/>
                </a:moveTo>
                <a:lnTo>
                  <a:pt x="10419" y="0"/>
                </a:lnTo>
                <a:cubicBezTo>
                  <a:pt x="10425" y="0"/>
                  <a:pt x="10430" y="2"/>
                  <a:pt x="10434" y="6"/>
                </a:cubicBezTo>
                <a:cubicBezTo>
                  <a:pt x="10438" y="10"/>
                  <a:pt x="10440" y="16"/>
                  <a:pt x="10440" y="21"/>
                </a:cubicBezTo>
                <a:cubicBezTo>
                  <a:pt x="10440" y="27"/>
                  <a:pt x="10438" y="33"/>
                  <a:pt x="10434" y="37"/>
                </a:cubicBezTo>
                <a:cubicBezTo>
                  <a:pt x="10430" y="41"/>
                  <a:pt x="10425" y="43"/>
                  <a:pt x="10419" y="43"/>
                </a:cubicBezTo>
                <a:lnTo>
                  <a:pt x="10279" y="43"/>
                </a:lnTo>
                <a:cubicBezTo>
                  <a:pt x="10273" y="43"/>
                  <a:pt x="10268" y="41"/>
                  <a:pt x="10264" y="37"/>
                </a:cubicBezTo>
                <a:cubicBezTo>
                  <a:pt x="10260" y="33"/>
                  <a:pt x="10257" y="27"/>
                  <a:pt x="10257" y="21"/>
                </a:cubicBezTo>
                <a:cubicBezTo>
                  <a:pt x="10257" y="16"/>
                  <a:pt x="10260" y="10"/>
                  <a:pt x="10264" y="6"/>
                </a:cubicBezTo>
                <a:cubicBezTo>
                  <a:pt x="10268" y="2"/>
                  <a:pt x="10273" y="0"/>
                  <a:pt x="10279" y="0"/>
                </a:cubicBezTo>
                <a:moveTo>
                  <a:pt x="10591" y="0"/>
                </a:moveTo>
                <a:lnTo>
                  <a:pt x="10728" y="0"/>
                </a:lnTo>
                <a:cubicBezTo>
                  <a:pt x="10734" y="0"/>
                  <a:pt x="10739" y="2"/>
                  <a:pt x="10743" y="6"/>
                </a:cubicBezTo>
                <a:cubicBezTo>
                  <a:pt x="10747" y="10"/>
                  <a:pt x="10749" y="16"/>
                  <a:pt x="10749" y="21"/>
                </a:cubicBezTo>
                <a:cubicBezTo>
                  <a:pt x="10749" y="27"/>
                  <a:pt x="10747" y="33"/>
                  <a:pt x="10743" y="37"/>
                </a:cubicBezTo>
                <a:cubicBezTo>
                  <a:pt x="10739" y="41"/>
                  <a:pt x="10734" y="43"/>
                  <a:pt x="10728" y="43"/>
                </a:cubicBezTo>
                <a:lnTo>
                  <a:pt x="10591" y="43"/>
                </a:lnTo>
                <a:cubicBezTo>
                  <a:pt x="10585" y="43"/>
                  <a:pt x="10580" y="41"/>
                  <a:pt x="10576" y="37"/>
                </a:cubicBezTo>
                <a:cubicBezTo>
                  <a:pt x="10571" y="33"/>
                  <a:pt x="10569" y="27"/>
                  <a:pt x="10569" y="21"/>
                </a:cubicBezTo>
                <a:cubicBezTo>
                  <a:pt x="10569" y="16"/>
                  <a:pt x="10571" y="10"/>
                  <a:pt x="10576" y="6"/>
                </a:cubicBezTo>
                <a:cubicBezTo>
                  <a:pt x="10580" y="2"/>
                  <a:pt x="10585" y="0"/>
                  <a:pt x="10591" y="0"/>
                </a:cubicBezTo>
                <a:moveTo>
                  <a:pt x="10901" y="0"/>
                </a:moveTo>
                <a:lnTo>
                  <a:pt x="11041" y="0"/>
                </a:lnTo>
                <a:cubicBezTo>
                  <a:pt x="11047" y="0"/>
                  <a:pt x="11052" y="2"/>
                  <a:pt x="11056" y="6"/>
                </a:cubicBezTo>
                <a:cubicBezTo>
                  <a:pt x="11060" y="10"/>
                  <a:pt x="11062" y="16"/>
                  <a:pt x="11062" y="21"/>
                </a:cubicBezTo>
                <a:cubicBezTo>
                  <a:pt x="11062" y="27"/>
                  <a:pt x="11060" y="33"/>
                  <a:pt x="11056" y="37"/>
                </a:cubicBezTo>
                <a:cubicBezTo>
                  <a:pt x="11052" y="41"/>
                  <a:pt x="11047" y="43"/>
                  <a:pt x="11041" y="43"/>
                </a:cubicBezTo>
                <a:lnTo>
                  <a:pt x="10901" y="43"/>
                </a:lnTo>
                <a:cubicBezTo>
                  <a:pt x="10895" y="43"/>
                  <a:pt x="10890" y="41"/>
                  <a:pt x="10885" y="37"/>
                </a:cubicBezTo>
                <a:cubicBezTo>
                  <a:pt x="10881" y="33"/>
                  <a:pt x="10879" y="27"/>
                  <a:pt x="10879" y="21"/>
                </a:cubicBezTo>
                <a:cubicBezTo>
                  <a:pt x="10879" y="16"/>
                  <a:pt x="10881" y="10"/>
                  <a:pt x="10885" y="6"/>
                </a:cubicBezTo>
                <a:cubicBezTo>
                  <a:pt x="10890" y="2"/>
                  <a:pt x="10895" y="0"/>
                  <a:pt x="10901" y="0"/>
                </a:cubicBezTo>
                <a:moveTo>
                  <a:pt x="11213" y="0"/>
                </a:moveTo>
                <a:lnTo>
                  <a:pt x="11350" y="0"/>
                </a:lnTo>
                <a:cubicBezTo>
                  <a:pt x="11356" y="0"/>
                  <a:pt x="11361" y="2"/>
                  <a:pt x="11365" y="6"/>
                </a:cubicBezTo>
                <a:cubicBezTo>
                  <a:pt x="11369" y="10"/>
                  <a:pt x="11371" y="16"/>
                  <a:pt x="11371" y="21"/>
                </a:cubicBezTo>
                <a:cubicBezTo>
                  <a:pt x="11371" y="27"/>
                  <a:pt x="11369" y="33"/>
                  <a:pt x="11365" y="37"/>
                </a:cubicBezTo>
                <a:cubicBezTo>
                  <a:pt x="11361" y="41"/>
                  <a:pt x="11356" y="43"/>
                  <a:pt x="11350" y="43"/>
                </a:cubicBezTo>
                <a:lnTo>
                  <a:pt x="11213" y="43"/>
                </a:lnTo>
                <a:cubicBezTo>
                  <a:pt x="11207" y="43"/>
                  <a:pt x="11202" y="41"/>
                  <a:pt x="11198" y="37"/>
                </a:cubicBezTo>
                <a:cubicBezTo>
                  <a:pt x="11193" y="33"/>
                  <a:pt x="11191" y="27"/>
                  <a:pt x="11191" y="21"/>
                </a:cubicBezTo>
                <a:cubicBezTo>
                  <a:pt x="11191" y="16"/>
                  <a:pt x="11193" y="10"/>
                  <a:pt x="11198" y="6"/>
                </a:cubicBezTo>
                <a:cubicBezTo>
                  <a:pt x="11202" y="2"/>
                  <a:pt x="11207" y="0"/>
                  <a:pt x="11213" y="0"/>
                </a:cubicBezTo>
                <a:moveTo>
                  <a:pt x="11522" y="0"/>
                </a:moveTo>
                <a:lnTo>
                  <a:pt x="11662" y="0"/>
                </a:lnTo>
                <a:cubicBezTo>
                  <a:pt x="11668" y="0"/>
                  <a:pt x="11673" y="2"/>
                  <a:pt x="11677" y="6"/>
                </a:cubicBezTo>
                <a:cubicBezTo>
                  <a:pt x="11681" y="10"/>
                  <a:pt x="11683" y="16"/>
                  <a:pt x="11683" y="21"/>
                </a:cubicBezTo>
                <a:cubicBezTo>
                  <a:pt x="11683" y="27"/>
                  <a:pt x="11681" y="33"/>
                  <a:pt x="11677" y="37"/>
                </a:cubicBezTo>
                <a:cubicBezTo>
                  <a:pt x="11673" y="41"/>
                  <a:pt x="11668" y="43"/>
                  <a:pt x="11662" y="43"/>
                </a:cubicBezTo>
                <a:lnTo>
                  <a:pt x="11522" y="43"/>
                </a:lnTo>
                <a:cubicBezTo>
                  <a:pt x="11516" y="43"/>
                  <a:pt x="11511" y="41"/>
                  <a:pt x="11507" y="37"/>
                </a:cubicBezTo>
                <a:cubicBezTo>
                  <a:pt x="11503" y="33"/>
                  <a:pt x="11501" y="27"/>
                  <a:pt x="11501" y="21"/>
                </a:cubicBezTo>
                <a:cubicBezTo>
                  <a:pt x="11501" y="16"/>
                  <a:pt x="11503" y="10"/>
                  <a:pt x="11507" y="6"/>
                </a:cubicBezTo>
                <a:cubicBezTo>
                  <a:pt x="11511" y="2"/>
                  <a:pt x="11516" y="0"/>
                  <a:pt x="11522" y="0"/>
                </a:cubicBezTo>
                <a:moveTo>
                  <a:pt x="11835" y="0"/>
                </a:moveTo>
                <a:lnTo>
                  <a:pt x="11973" y="0"/>
                </a:lnTo>
                <a:cubicBezTo>
                  <a:pt x="11979" y="0"/>
                  <a:pt x="11984" y="2"/>
                  <a:pt x="11988" y="6"/>
                </a:cubicBezTo>
                <a:cubicBezTo>
                  <a:pt x="11992" y="10"/>
                  <a:pt x="11994" y="16"/>
                  <a:pt x="11994" y="21"/>
                </a:cubicBezTo>
                <a:cubicBezTo>
                  <a:pt x="11994" y="27"/>
                  <a:pt x="11992" y="33"/>
                  <a:pt x="11988" y="37"/>
                </a:cubicBezTo>
                <a:cubicBezTo>
                  <a:pt x="11984" y="41"/>
                  <a:pt x="11979" y="43"/>
                  <a:pt x="11973" y="43"/>
                </a:cubicBezTo>
                <a:lnTo>
                  <a:pt x="11835" y="43"/>
                </a:lnTo>
                <a:cubicBezTo>
                  <a:pt x="11829" y="43"/>
                  <a:pt x="11824" y="41"/>
                  <a:pt x="11820" y="37"/>
                </a:cubicBezTo>
                <a:cubicBezTo>
                  <a:pt x="11816" y="33"/>
                  <a:pt x="11814" y="27"/>
                  <a:pt x="11814" y="21"/>
                </a:cubicBezTo>
                <a:cubicBezTo>
                  <a:pt x="11814" y="16"/>
                  <a:pt x="11816" y="10"/>
                  <a:pt x="11820" y="6"/>
                </a:cubicBezTo>
                <a:cubicBezTo>
                  <a:pt x="11824" y="2"/>
                  <a:pt x="11829" y="0"/>
                  <a:pt x="11835" y="0"/>
                </a:cubicBezTo>
                <a:moveTo>
                  <a:pt x="12145" y="0"/>
                </a:moveTo>
                <a:lnTo>
                  <a:pt x="12284" y="0"/>
                </a:lnTo>
                <a:cubicBezTo>
                  <a:pt x="12290" y="0"/>
                  <a:pt x="12295" y="2"/>
                  <a:pt x="12299" y="6"/>
                </a:cubicBezTo>
                <a:cubicBezTo>
                  <a:pt x="12303" y="10"/>
                  <a:pt x="12306" y="16"/>
                  <a:pt x="12306" y="21"/>
                </a:cubicBezTo>
                <a:cubicBezTo>
                  <a:pt x="12306" y="27"/>
                  <a:pt x="12303" y="33"/>
                  <a:pt x="12299" y="37"/>
                </a:cubicBezTo>
                <a:cubicBezTo>
                  <a:pt x="12295" y="41"/>
                  <a:pt x="12290" y="43"/>
                  <a:pt x="12284" y="43"/>
                </a:cubicBezTo>
                <a:lnTo>
                  <a:pt x="12145" y="43"/>
                </a:lnTo>
                <a:cubicBezTo>
                  <a:pt x="12139" y="43"/>
                  <a:pt x="12134" y="41"/>
                  <a:pt x="12130" y="37"/>
                </a:cubicBezTo>
                <a:cubicBezTo>
                  <a:pt x="12125" y="33"/>
                  <a:pt x="12123" y="27"/>
                  <a:pt x="12123" y="21"/>
                </a:cubicBezTo>
                <a:cubicBezTo>
                  <a:pt x="12123" y="16"/>
                  <a:pt x="12125" y="10"/>
                  <a:pt x="12130" y="6"/>
                </a:cubicBezTo>
                <a:cubicBezTo>
                  <a:pt x="12134" y="2"/>
                  <a:pt x="12139" y="0"/>
                  <a:pt x="12145" y="0"/>
                </a:cubicBezTo>
                <a:moveTo>
                  <a:pt x="12481" y="21"/>
                </a:moveTo>
                <a:lnTo>
                  <a:pt x="12481" y="24"/>
                </a:lnTo>
                <a:lnTo>
                  <a:pt x="12481" y="159"/>
                </a:lnTo>
                <a:cubicBezTo>
                  <a:pt x="12481" y="165"/>
                  <a:pt x="12479" y="170"/>
                  <a:pt x="12475" y="174"/>
                </a:cubicBezTo>
                <a:cubicBezTo>
                  <a:pt x="12470" y="178"/>
                  <a:pt x="12465" y="181"/>
                  <a:pt x="12459" y="181"/>
                </a:cubicBezTo>
                <a:cubicBezTo>
                  <a:pt x="12453" y="181"/>
                  <a:pt x="12448" y="178"/>
                  <a:pt x="12444" y="174"/>
                </a:cubicBezTo>
                <a:cubicBezTo>
                  <a:pt x="12440" y="170"/>
                  <a:pt x="12438" y="165"/>
                  <a:pt x="12438" y="159"/>
                </a:cubicBezTo>
                <a:lnTo>
                  <a:pt x="12438" y="24"/>
                </a:lnTo>
                <a:lnTo>
                  <a:pt x="12438" y="21"/>
                </a:lnTo>
                <a:cubicBezTo>
                  <a:pt x="12438" y="16"/>
                  <a:pt x="12440" y="10"/>
                  <a:pt x="12444" y="6"/>
                </a:cubicBezTo>
                <a:cubicBezTo>
                  <a:pt x="12448" y="2"/>
                  <a:pt x="12453" y="0"/>
                  <a:pt x="12459" y="0"/>
                </a:cubicBezTo>
                <a:cubicBezTo>
                  <a:pt x="12465" y="0"/>
                  <a:pt x="12470" y="2"/>
                  <a:pt x="12475" y="6"/>
                </a:cubicBezTo>
                <a:cubicBezTo>
                  <a:pt x="12479" y="10"/>
                  <a:pt x="12481" y="16"/>
                  <a:pt x="12481" y="21"/>
                </a:cubicBezTo>
                <a:moveTo>
                  <a:pt x="12481" y="331"/>
                </a:moveTo>
                <a:lnTo>
                  <a:pt x="12481" y="468"/>
                </a:lnTo>
                <a:cubicBezTo>
                  <a:pt x="12481" y="474"/>
                  <a:pt x="12479" y="479"/>
                  <a:pt x="12475" y="484"/>
                </a:cubicBezTo>
                <a:cubicBezTo>
                  <a:pt x="12470" y="488"/>
                  <a:pt x="12465" y="490"/>
                  <a:pt x="12459" y="490"/>
                </a:cubicBezTo>
                <a:cubicBezTo>
                  <a:pt x="12453" y="490"/>
                  <a:pt x="12448" y="488"/>
                  <a:pt x="12444" y="484"/>
                </a:cubicBezTo>
                <a:cubicBezTo>
                  <a:pt x="12440" y="479"/>
                  <a:pt x="12438" y="474"/>
                  <a:pt x="12438" y="468"/>
                </a:cubicBezTo>
                <a:lnTo>
                  <a:pt x="12438" y="331"/>
                </a:lnTo>
                <a:cubicBezTo>
                  <a:pt x="12438" y="325"/>
                  <a:pt x="12440" y="320"/>
                  <a:pt x="12444" y="315"/>
                </a:cubicBezTo>
                <a:cubicBezTo>
                  <a:pt x="12448" y="311"/>
                  <a:pt x="12453" y="309"/>
                  <a:pt x="12459" y="309"/>
                </a:cubicBezTo>
                <a:cubicBezTo>
                  <a:pt x="12465" y="309"/>
                  <a:pt x="12470" y="311"/>
                  <a:pt x="12475" y="315"/>
                </a:cubicBezTo>
                <a:cubicBezTo>
                  <a:pt x="12479" y="320"/>
                  <a:pt x="12481" y="325"/>
                  <a:pt x="12481" y="331"/>
                </a:cubicBezTo>
                <a:moveTo>
                  <a:pt x="12481" y="640"/>
                </a:moveTo>
                <a:lnTo>
                  <a:pt x="12481" y="778"/>
                </a:lnTo>
                <a:cubicBezTo>
                  <a:pt x="12481" y="784"/>
                  <a:pt x="12479" y="789"/>
                  <a:pt x="12475" y="793"/>
                </a:cubicBezTo>
                <a:cubicBezTo>
                  <a:pt x="12470" y="797"/>
                  <a:pt x="12465" y="800"/>
                  <a:pt x="12459" y="800"/>
                </a:cubicBezTo>
                <a:cubicBezTo>
                  <a:pt x="12453" y="800"/>
                  <a:pt x="12448" y="797"/>
                  <a:pt x="12444" y="793"/>
                </a:cubicBezTo>
                <a:cubicBezTo>
                  <a:pt x="12440" y="789"/>
                  <a:pt x="12438" y="784"/>
                  <a:pt x="12438" y="778"/>
                </a:cubicBezTo>
                <a:lnTo>
                  <a:pt x="12438" y="640"/>
                </a:lnTo>
                <a:cubicBezTo>
                  <a:pt x="12438" y="634"/>
                  <a:pt x="12440" y="629"/>
                  <a:pt x="12444" y="625"/>
                </a:cubicBezTo>
                <a:cubicBezTo>
                  <a:pt x="12448" y="621"/>
                  <a:pt x="12453" y="619"/>
                  <a:pt x="12459" y="619"/>
                </a:cubicBezTo>
                <a:cubicBezTo>
                  <a:pt x="12465" y="619"/>
                  <a:pt x="12470" y="621"/>
                  <a:pt x="12475" y="625"/>
                </a:cubicBezTo>
                <a:cubicBezTo>
                  <a:pt x="12479" y="629"/>
                  <a:pt x="12481" y="634"/>
                  <a:pt x="12481" y="640"/>
                </a:cubicBezTo>
                <a:moveTo>
                  <a:pt x="12481" y="950"/>
                </a:moveTo>
                <a:lnTo>
                  <a:pt x="12481" y="1088"/>
                </a:lnTo>
                <a:cubicBezTo>
                  <a:pt x="12481" y="1094"/>
                  <a:pt x="12479" y="1099"/>
                  <a:pt x="12475" y="1103"/>
                </a:cubicBezTo>
                <a:cubicBezTo>
                  <a:pt x="12470" y="1108"/>
                  <a:pt x="12465" y="1110"/>
                  <a:pt x="12459" y="1110"/>
                </a:cubicBezTo>
                <a:cubicBezTo>
                  <a:pt x="12453" y="1110"/>
                  <a:pt x="12448" y="1108"/>
                  <a:pt x="12444" y="1103"/>
                </a:cubicBezTo>
                <a:cubicBezTo>
                  <a:pt x="12440" y="1099"/>
                  <a:pt x="12438" y="1094"/>
                  <a:pt x="12438" y="1088"/>
                </a:cubicBezTo>
                <a:lnTo>
                  <a:pt x="12438" y="950"/>
                </a:lnTo>
                <a:cubicBezTo>
                  <a:pt x="12438" y="944"/>
                  <a:pt x="12440" y="939"/>
                  <a:pt x="12444" y="935"/>
                </a:cubicBezTo>
                <a:cubicBezTo>
                  <a:pt x="12448" y="931"/>
                  <a:pt x="12453" y="929"/>
                  <a:pt x="12459" y="929"/>
                </a:cubicBezTo>
                <a:cubicBezTo>
                  <a:pt x="12465" y="929"/>
                  <a:pt x="12470" y="931"/>
                  <a:pt x="12475" y="935"/>
                </a:cubicBezTo>
                <a:cubicBezTo>
                  <a:pt x="12479" y="939"/>
                  <a:pt x="12481" y="944"/>
                  <a:pt x="12481" y="950"/>
                </a:cubicBezTo>
                <a:moveTo>
                  <a:pt x="12481" y="1261"/>
                </a:moveTo>
                <a:lnTo>
                  <a:pt x="12481" y="1399"/>
                </a:lnTo>
                <a:cubicBezTo>
                  <a:pt x="12481" y="1405"/>
                  <a:pt x="12479" y="1410"/>
                  <a:pt x="12475" y="1414"/>
                </a:cubicBezTo>
                <a:cubicBezTo>
                  <a:pt x="12470" y="1419"/>
                  <a:pt x="12465" y="1421"/>
                  <a:pt x="12459" y="1421"/>
                </a:cubicBezTo>
                <a:cubicBezTo>
                  <a:pt x="12453" y="1421"/>
                  <a:pt x="12448" y="1419"/>
                  <a:pt x="12444" y="1414"/>
                </a:cubicBezTo>
                <a:cubicBezTo>
                  <a:pt x="12440" y="1410"/>
                  <a:pt x="12438" y="1405"/>
                  <a:pt x="12438" y="1399"/>
                </a:cubicBezTo>
                <a:lnTo>
                  <a:pt x="12438" y="1261"/>
                </a:lnTo>
                <a:cubicBezTo>
                  <a:pt x="12438" y="1255"/>
                  <a:pt x="12440" y="1250"/>
                  <a:pt x="12444" y="1246"/>
                </a:cubicBezTo>
                <a:cubicBezTo>
                  <a:pt x="12448" y="1241"/>
                  <a:pt x="12453" y="1239"/>
                  <a:pt x="12459" y="1239"/>
                </a:cubicBezTo>
                <a:cubicBezTo>
                  <a:pt x="12465" y="1239"/>
                  <a:pt x="12470" y="1241"/>
                  <a:pt x="12475" y="1246"/>
                </a:cubicBezTo>
                <a:cubicBezTo>
                  <a:pt x="12479" y="1250"/>
                  <a:pt x="12481" y="1255"/>
                  <a:pt x="12481" y="1261"/>
                </a:cubicBezTo>
                <a:moveTo>
                  <a:pt x="12481" y="1572"/>
                </a:moveTo>
                <a:lnTo>
                  <a:pt x="12481" y="1711"/>
                </a:lnTo>
                <a:cubicBezTo>
                  <a:pt x="12481" y="1717"/>
                  <a:pt x="12479" y="1722"/>
                  <a:pt x="12475" y="1726"/>
                </a:cubicBezTo>
                <a:cubicBezTo>
                  <a:pt x="12470" y="1730"/>
                  <a:pt x="12465" y="1733"/>
                  <a:pt x="12459" y="1733"/>
                </a:cubicBezTo>
                <a:cubicBezTo>
                  <a:pt x="12453" y="1733"/>
                  <a:pt x="12448" y="1730"/>
                  <a:pt x="12444" y="1726"/>
                </a:cubicBezTo>
                <a:cubicBezTo>
                  <a:pt x="12440" y="1722"/>
                  <a:pt x="12438" y="1717"/>
                  <a:pt x="12438" y="1711"/>
                </a:cubicBezTo>
                <a:lnTo>
                  <a:pt x="12438" y="1572"/>
                </a:lnTo>
                <a:cubicBezTo>
                  <a:pt x="12438" y="1566"/>
                  <a:pt x="12440" y="1561"/>
                  <a:pt x="12444" y="1557"/>
                </a:cubicBezTo>
                <a:cubicBezTo>
                  <a:pt x="12448" y="1553"/>
                  <a:pt x="12453" y="1551"/>
                  <a:pt x="12459" y="1551"/>
                </a:cubicBezTo>
                <a:cubicBezTo>
                  <a:pt x="12465" y="1551"/>
                  <a:pt x="12470" y="1553"/>
                  <a:pt x="12475" y="1557"/>
                </a:cubicBezTo>
                <a:cubicBezTo>
                  <a:pt x="12479" y="1561"/>
                  <a:pt x="12481" y="1566"/>
                  <a:pt x="12481" y="1572"/>
                </a:cubicBezTo>
                <a:moveTo>
                  <a:pt x="12481" y="1885"/>
                </a:moveTo>
                <a:lnTo>
                  <a:pt x="12481" y="2024"/>
                </a:lnTo>
                <a:cubicBezTo>
                  <a:pt x="12481" y="2030"/>
                  <a:pt x="12479" y="2035"/>
                  <a:pt x="12475" y="2039"/>
                </a:cubicBezTo>
                <a:cubicBezTo>
                  <a:pt x="12470" y="2043"/>
                  <a:pt x="12465" y="2046"/>
                  <a:pt x="12459" y="2046"/>
                </a:cubicBezTo>
                <a:cubicBezTo>
                  <a:pt x="12453" y="2046"/>
                  <a:pt x="12448" y="2043"/>
                  <a:pt x="12444" y="2039"/>
                </a:cubicBezTo>
                <a:cubicBezTo>
                  <a:pt x="12440" y="2035"/>
                  <a:pt x="12438" y="2030"/>
                  <a:pt x="12438" y="2024"/>
                </a:cubicBezTo>
                <a:lnTo>
                  <a:pt x="12438" y="1885"/>
                </a:lnTo>
                <a:cubicBezTo>
                  <a:pt x="12438" y="1879"/>
                  <a:pt x="12440" y="1874"/>
                  <a:pt x="12444" y="1869"/>
                </a:cubicBezTo>
                <a:cubicBezTo>
                  <a:pt x="12448" y="1865"/>
                  <a:pt x="12453" y="1863"/>
                  <a:pt x="12459" y="1863"/>
                </a:cubicBezTo>
                <a:cubicBezTo>
                  <a:pt x="12465" y="1863"/>
                  <a:pt x="12470" y="1865"/>
                  <a:pt x="12475" y="1869"/>
                </a:cubicBezTo>
                <a:cubicBezTo>
                  <a:pt x="12479" y="1874"/>
                  <a:pt x="12481" y="1879"/>
                  <a:pt x="12481" y="1885"/>
                </a:cubicBezTo>
                <a:moveTo>
                  <a:pt x="12481" y="2198"/>
                </a:moveTo>
                <a:lnTo>
                  <a:pt x="12481" y="2335"/>
                </a:lnTo>
                <a:cubicBezTo>
                  <a:pt x="12481" y="2341"/>
                  <a:pt x="12479" y="2346"/>
                  <a:pt x="12475" y="2350"/>
                </a:cubicBezTo>
                <a:cubicBezTo>
                  <a:pt x="12470" y="2354"/>
                  <a:pt x="12465" y="2356"/>
                  <a:pt x="12459" y="2356"/>
                </a:cubicBezTo>
                <a:cubicBezTo>
                  <a:pt x="12453" y="2356"/>
                  <a:pt x="12448" y="2354"/>
                  <a:pt x="12444" y="2350"/>
                </a:cubicBezTo>
                <a:cubicBezTo>
                  <a:pt x="12440" y="2346"/>
                  <a:pt x="12438" y="2341"/>
                  <a:pt x="12438" y="2335"/>
                </a:cubicBezTo>
                <a:lnTo>
                  <a:pt x="12438" y="2198"/>
                </a:lnTo>
                <a:cubicBezTo>
                  <a:pt x="12438" y="2192"/>
                  <a:pt x="12440" y="2187"/>
                  <a:pt x="12444" y="2182"/>
                </a:cubicBezTo>
                <a:cubicBezTo>
                  <a:pt x="12448" y="2178"/>
                  <a:pt x="12453" y="2176"/>
                  <a:pt x="12459" y="2176"/>
                </a:cubicBezTo>
                <a:cubicBezTo>
                  <a:pt x="12465" y="2176"/>
                  <a:pt x="12470" y="2178"/>
                  <a:pt x="12475" y="2182"/>
                </a:cubicBezTo>
                <a:cubicBezTo>
                  <a:pt x="12479" y="2187"/>
                  <a:pt x="12481" y="2192"/>
                  <a:pt x="12481" y="2198"/>
                </a:cubicBezTo>
                <a:moveTo>
                  <a:pt x="12481" y="2507"/>
                </a:moveTo>
                <a:lnTo>
                  <a:pt x="12481" y="2644"/>
                </a:lnTo>
                <a:cubicBezTo>
                  <a:pt x="12481" y="2650"/>
                  <a:pt x="12479" y="2656"/>
                  <a:pt x="12475" y="2660"/>
                </a:cubicBezTo>
                <a:cubicBezTo>
                  <a:pt x="12470" y="2664"/>
                  <a:pt x="12465" y="2666"/>
                  <a:pt x="12459" y="2666"/>
                </a:cubicBezTo>
                <a:cubicBezTo>
                  <a:pt x="12453" y="2666"/>
                  <a:pt x="12448" y="2664"/>
                  <a:pt x="12444" y="2660"/>
                </a:cubicBezTo>
                <a:cubicBezTo>
                  <a:pt x="12440" y="2656"/>
                  <a:pt x="12438" y="2650"/>
                  <a:pt x="12438" y="2644"/>
                </a:cubicBezTo>
                <a:lnTo>
                  <a:pt x="12438" y="2507"/>
                </a:lnTo>
                <a:cubicBezTo>
                  <a:pt x="12438" y="2501"/>
                  <a:pt x="12440" y="2496"/>
                  <a:pt x="12444" y="2491"/>
                </a:cubicBezTo>
                <a:cubicBezTo>
                  <a:pt x="12448" y="2487"/>
                  <a:pt x="12453" y="2485"/>
                  <a:pt x="12459" y="2485"/>
                </a:cubicBezTo>
                <a:cubicBezTo>
                  <a:pt x="12465" y="2485"/>
                  <a:pt x="12470" y="2487"/>
                  <a:pt x="12475" y="2491"/>
                </a:cubicBezTo>
                <a:cubicBezTo>
                  <a:pt x="12479" y="2496"/>
                  <a:pt x="12481" y="2501"/>
                  <a:pt x="12481" y="2507"/>
                </a:cubicBezTo>
                <a:moveTo>
                  <a:pt x="12481" y="2817"/>
                </a:moveTo>
                <a:lnTo>
                  <a:pt x="12481" y="2956"/>
                </a:lnTo>
                <a:cubicBezTo>
                  <a:pt x="12481" y="2962"/>
                  <a:pt x="12479" y="2967"/>
                  <a:pt x="12475" y="2971"/>
                </a:cubicBezTo>
                <a:cubicBezTo>
                  <a:pt x="12470" y="2975"/>
                  <a:pt x="12465" y="2977"/>
                  <a:pt x="12459" y="2977"/>
                </a:cubicBezTo>
                <a:cubicBezTo>
                  <a:pt x="12453" y="2977"/>
                  <a:pt x="12448" y="2975"/>
                  <a:pt x="12444" y="2971"/>
                </a:cubicBezTo>
                <a:cubicBezTo>
                  <a:pt x="12440" y="2967"/>
                  <a:pt x="12438" y="2962"/>
                  <a:pt x="12438" y="2956"/>
                </a:cubicBezTo>
                <a:lnTo>
                  <a:pt x="12438" y="2817"/>
                </a:lnTo>
                <a:cubicBezTo>
                  <a:pt x="12438" y="2811"/>
                  <a:pt x="12440" y="2806"/>
                  <a:pt x="12444" y="2802"/>
                </a:cubicBezTo>
                <a:cubicBezTo>
                  <a:pt x="12448" y="2798"/>
                  <a:pt x="12453" y="2796"/>
                  <a:pt x="12459" y="2796"/>
                </a:cubicBezTo>
                <a:cubicBezTo>
                  <a:pt x="12465" y="2796"/>
                  <a:pt x="12470" y="2798"/>
                  <a:pt x="12475" y="2802"/>
                </a:cubicBezTo>
                <a:cubicBezTo>
                  <a:pt x="12479" y="2806"/>
                  <a:pt x="12481" y="2811"/>
                  <a:pt x="12481" y="2817"/>
                </a:cubicBezTo>
                <a:moveTo>
                  <a:pt x="12481" y="3130"/>
                </a:moveTo>
                <a:lnTo>
                  <a:pt x="12481" y="3269"/>
                </a:lnTo>
                <a:cubicBezTo>
                  <a:pt x="12481" y="3275"/>
                  <a:pt x="12479" y="3280"/>
                  <a:pt x="12475" y="3284"/>
                </a:cubicBezTo>
                <a:cubicBezTo>
                  <a:pt x="12470" y="3288"/>
                  <a:pt x="12465" y="3290"/>
                  <a:pt x="12459" y="3290"/>
                </a:cubicBezTo>
                <a:cubicBezTo>
                  <a:pt x="12453" y="3290"/>
                  <a:pt x="12448" y="3288"/>
                  <a:pt x="12444" y="3284"/>
                </a:cubicBezTo>
                <a:cubicBezTo>
                  <a:pt x="12440" y="3280"/>
                  <a:pt x="12438" y="3275"/>
                  <a:pt x="12438" y="3269"/>
                </a:cubicBezTo>
                <a:lnTo>
                  <a:pt x="12438" y="3130"/>
                </a:lnTo>
                <a:cubicBezTo>
                  <a:pt x="12438" y="3124"/>
                  <a:pt x="12440" y="3119"/>
                  <a:pt x="12444" y="3114"/>
                </a:cubicBezTo>
                <a:cubicBezTo>
                  <a:pt x="12448" y="3110"/>
                  <a:pt x="12453" y="3108"/>
                  <a:pt x="12459" y="3108"/>
                </a:cubicBezTo>
                <a:cubicBezTo>
                  <a:pt x="12465" y="3108"/>
                  <a:pt x="12470" y="3110"/>
                  <a:pt x="12475" y="3114"/>
                </a:cubicBezTo>
                <a:cubicBezTo>
                  <a:pt x="12479" y="3119"/>
                  <a:pt x="12481" y="3124"/>
                  <a:pt x="12481" y="3130"/>
                </a:cubicBezTo>
                <a:moveTo>
                  <a:pt x="12481" y="3440"/>
                </a:moveTo>
                <a:lnTo>
                  <a:pt x="12481" y="3577"/>
                </a:lnTo>
                <a:cubicBezTo>
                  <a:pt x="12481" y="3583"/>
                  <a:pt x="12479" y="3588"/>
                  <a:pt x="12475" y="3592"/>
                </a:cubicBezTo>
                <a:cubicBezTo>
                  <a:pt x="12470" y="3596"/>
                  <a:pt x="12465" y="3598"/>
                  <a:pt x="12459" y="3598"/>
                </a:cubicBezTo>
                <a:cubicBezTo>
                  <a:pt x="12453" y="3598"/>
                  <a:pt x="12448" y="3596"/>
                  <a:pt x="12444" y="3592"/>
                </a:cubicBezTo>
                <a:cubicBezTo>
                  <a:pt x="12440" y="3588"/>
                  <a:pt x="12438" y="3583"/>
                  <a:pt x="12438" y="3577"/>
                </a:cubicBezTo>
                <a:lnTo>
                  <a:pt x="12438" y="3440"/>
                </a:lnTo>
                <a:cubicBezTo>
                  <a:pt x="12438" y="3434"/>
                  <a:pt x="12440" y="3429"/>
                  <a:pt x="12444" y="3424"/>
                </a:cubicBezTo>
                <a:cubicBezTo>
                  <a:pt x="12448" y="3420"/>
                  <a:pt x="12453" y="3418"/>
                  <a:pt x="12459" y="3418"/>
                </a:cubicBezTo>
                <a:cubicBezTo>
                  <a:pt x="12465" y="3418"/>
                  <a:pt x="12470" y="3420"/>
                  <a:pt x="12475" y="3424"/>
                </a:cubicBezTo>
                <a:cubicBezTo>
                  <a:pt x="12479" y="3429"/>
                  <a:pt x="12481" y="3434"/>
                  <a:pt x="12481" y="3440"/>
                </a:cubicBezTo>
                <a:moveTo>
                  <a:pt x="12481" y="3749"/>
                </a:moveTo>
                <a:lnTo>
                  <a:pt x="12481" y="3887"/>
                </a:lnTo>
                <a:cubicBezTo>
                  <a:pt x="12481" y="3893"/>
                  <a:pt x="12479" y="3898"/>
                  <a:pt x="12475" y="3902"/>
                </a:cubicBezTo>
                <a:cubicBezTo>
                  <a:pt x="12470" y="3907"/>
                  <a:pt x="12465" y="3909"/>
                  <a:pt x="12459" y="3909"/>
                </a:cubicBezTo>
                <a:cubicBezTo>
                  <a:pt x="12453" y="3909"/>
                  <a:pt x="12448" y="3907"/>
                  <a:pt x="12444" y="3902"/>
                </a:cubicBezTo>
                <a:cubicBezTo>
                  <a:pt x="12440" y="3898"/>
                  <a:pt x="12438" y="3893"/>
                  <a:pt x="12438" y="3887"/>
                </a:cubicBezTo>
                <a:lnTo>
                  <a:pt x="12438" y="3749"/>
                </a:lnTo>
                <a:cubicBezTo>
                  <a:pt x="12438" y="3743"/>
                  <a:pt x="12440" y="3738"/>
                  <a:pt x="12444" y="3734"/>
                </a:cubicBezTo>
                <a:cubicBezTo>
                  <a:pt x="12448" y="3729"/>
                  <a:pt x="12453" y="3727"/>
                  <a:pt x="12459" y="3727"/>
                </a:cubicBezTo>
                <a:cubicBezTo>
                  <a:pt x="12465" y="3727"/>
                  <a:pt x="12470" y="3729"/>
                  <a:pt x="12475" y="3734"/>
                </a:cubicBezTo>
                <a:cubicBezTo>
                  <a:pt x="12479" y="3738"/>
                  <a:pt x="12481" y="3743"/>
                  <a:pt x="12481" y="3749"/>
                </a:cubicBezTo>
                <a:moveTo>
                  <a:pt x="12481" y="4061"/>
                </a:moveTo>
                <a:lnTo>
                  <a:pt x="12481" y="4200"/>
                </a:lnTo>
                <a:cubicBezTo>
                  <a:pt x="12481" y="4206"/>
                  <a:pt x="12479" y="4211"/>
                  <a:pt x="12475" y="4215"/>
                </a:cubicBezTo>
                <a:cubicBezTo>
                  <a:pt x="12470" y="4219"/>
                  <a:pt x="12465" y="4221"/>
                  <a:pt x="12459" y="4221"/>
                </a:cubicBezTo>
                <a:cubicBezTo>
                  <a:pt x="12453" y="4221"/>
                  <a:pt x="12448" y="4219"/>
                  <a:pt x="12444" y="4215"/>
                </a:cubicBezTo>
                <a:cubicBezTo>
                  <a:pt x="12440" y="4211"/>
                  <a:pt x="12438" y="4206"/>
                  <a:pt x="12438" y="4200"/>
                </a:cubicBezTo>
                <a:lnTo>
                  <a:pt x="12438" y="4061"/>
                </a:lnTo>
                <a:cubicBezTo>
                  <a:pt x="12438" y="4055"/>
                  <a:pt x="12440" y="4049"/>
                  <a:pt x="12444" y="4045"/>
                </a:cubicBezTo>
                <a:cubicBezTo>
                  <a:pt x="12448" y="4041"/>
                  <a:pt x="12453" y="4039"/>
                  <a:pt x="12459" y="4039"/>
                </a:cubicBezTo>
                <a:cubicBezTo>
                  <a:pt x="12465" y="4039"/>
                  <a:pt x="12470" y="4041"/>
                  <a:pt x="12475" y="4045"/>
                </a:cubicBezTo>
                <a:cubicBezTo>
                  <a:pt x="12479" y="4049"/>
                  <a:pt x="12481" y="4055"/>
                  <a:pt x="12481" y="4061"/>
                </a:cubicBezTo>
                <a:moveTo>
                  <a:pt x="12481" y="4374"/>
                </a:moveTo>
                <a:lnTo>
                  <a:pt x="12481" y="4511"/>
                </a:lnTo>
                <a:cubicBezTo>
                  <a:pt x="12481" y="4517"/>
                  <a:pt x="12479" y="4522"/>
                  <a:pt x="12475" y="4526"/>
                </a:cubicBezTo>
                <a:cubicBezTo>
                  <a:pt x="12470" y="4530"/>
                  <a:pt x="12465" y="4532"/>
                  <a:pt x="12459" y="4532"/>
                </a:cubicBezTo>
                <a:cubicBezTo>
                  <a:pt x="12453" y="4532"/>
                  <a:pt x="12448" y="4530"/>
                  <a:pt x="12444" y="4526"/>
                </a:cubicBezTo>
                <a:cubicBezTo>
                  <a:pt x="12440" y="4522"/>
                  <a:pt x="12438" y="4517"/>
                  <a:pt x="12438" y="4511"/>
                </a:cubicBezTo>
                <a:lnTo>
                  <a:pt x="12438" y="4374"/>
                </a:lnTo>
                <a:cubicBezTo>
                  <a:pt x="12438" y="4368"/>
                  <a:pt x="12440" y="4363"/>
                  <a:pt x="12444" y="4359"/>
                </a:cubicBezTo>
                <a:cubicBezTo>
                  <a:pt x="12448" y="4355"/>
                  <a:pt x="12453" y="4353"/>
                  <a:pt x="12459" y="4353"/>
                </a:cubicBezTo>
                <a:cubicBezTo>
                  <a:pt x="12465" y="4353"/>
                  <a:pt x="12470" y="4355"/>
                  <a:pt x="12475" y="4359"/>
                </a:cubicBezTo>
                <a:cubicBezTo>
                  <a:pt x="12479" y="4363"/>
                  <a:pt x="12481" y="4368"/>
                  <a:pt x="12481" y="4374"/>
                </a:cubicBezTo>
                <a:moveTo>
                  <a:pt x="12481" y="4682"/>
                </a:moveTo>
                <a:lnTo>
                  <a:pt x="12481" y="4819"/>
                </a:lnTo>
                <a:cubicBezTo>
                  <a:pt x="12481" y="4825"/>
                  <a:pt x="12479" y="4830"/>
                  <a:pt x="12475" y="4834"/>
                </a:cubicBezTo>
                <a:cubicBezTo>
                  <a:pt x="12470" y="4838"/>
                  <a:pt x="12465" y="4841"/>
                  <a:pt x="12459" y="4841"/>
                </a:cubicBezTo>
                <a:cubicBezTo>
                  <a:pt x="12453" y="4841"/>
                  <a:pt x="12448" y="4838"/>
                  <a:pt x="12444" y="4834"/>
                </a:cubicBezTo>
                <a:cubicBezTo>
                  <a:pt x="12440" y="4830"/>
                  <a:pt x="12438" y="4825"/>
                  <a:pt x="12438" y="4819"/>
                </a:cubicBezTo>
                <a:lnTo>
                  <a:pt x="12438" y="4682"/>
                </a:lnTo>
                <a:cubicBezTo>
                  <a:pt x="12438" y="4676"/>
                  <a:pt x="12440" y="4671"/>
                  <a:pt x="12444" y="4666"/>
                </a:cubicBezTo>
                <a:cubicBezTo>
                  <a:pt x="12448" y="4662"/>
                  <a:pt x="12453" y="4660"/>
                  <a:pt x="12459" y="4660"/>
                </a:cubicBezTo>
                <a:cubicBezTo>
                  <a:pt x="12465" y="4660"/>
                  <a:pt x="12470" y="4662"/>
                  <a:pt x="12475" y="4666"/>
                </a:cubicBezTo>
                <a:cubicBezTo>
                  <a:pt x="12479" y="4671"/>
                  <a:pt x="12481" y="4676"/>
                  <a:pt x="12481" y="4682"/>
                </a:cubicBezTo>
                <a:moveTo>
                  <a:pt x="12481" y="4992"/>
                </a:moveTo>
                <a:lnTo>
                  <a:pt x="12481" y="5130"/>
                </a:lnTo>
                <a:cubicBezTo>
                  <a:pt x="12481" y="5136"/>
                  <a:pt x="12479" y="5141"/>
                  <a:pt x="12475" y="5145"/>
                </a:cubicBezTo>
                <a:cubicBezTo>
                  <a:pt x="12470" y="5150"/>
                  <a:pt x="12465" y="5152"/>
                  <a:pt x="12459" y="5152"/>
                </a:cubicBezTo>
                <a:cubicBezTo>
                  <a:pt x="12453" y="5152"/>
                  <a:pt x="12448" y="5150"/>
                  <a:pt x="12444" y="5145"/>
                </a:cubicBezTo>
                <a:cubicBezTo>
                  <a:pt x="12440" y="5141"/>
                  <a:pt x="12438" y="5136"/>
                  <a:pt x="12438" y="5130"/>
                </a:cubicBezTo>
                <a:lnTo>
                  <a:pt x="12438" y="4992"/>
                </a:lnTo>
                <a:cubicBezTo>
                  <a:pt x="12438" y="4986"/>
                  <a:pt x="12440" y="4980"/>
                  <a:pt x="12444" y="4976"/>
                </a:cubicBezTo>
                <a:cubicBezTo>
                  <a:pt x="12448" y="4972"/>
                  <a:pt x="12453" y="4970"/>
                  <a:pt x="12459" y="4970"/>
                </a:cubicBezTo>
                <a:cubicBezTo>
                  <a:pt x="12465" y="4970"/>
                  <a:pt x="12470" y="4972"/>
                  <a:pt x="12475" y="4976"/>
                </a:cubicBezTo>
                <a:cubicBezTo>
                  <a:pt x="12479" y="4980"/>
                  <a:pt x="12481" y="4986"/>
                  <a:pt x="12481" y="4992"/>
                </a:cubicBezTo>
                <a:moveTo>
                  <a:pt x="12481" y="5304"/>
                </a:moveTo>
                <a:lnTo>
                  <a:pt x="12481" y="5444"/>
                </a:lnTo>
                <a:cubicBezTo>
                  <a:pt x="12481" y="5450"/>
                  <a:pt x="12479" y="5455"/>
                  <a:pt x="12475" y="5460"/>
                </a:cubicBezTo>
                <a:cubicBezTo>
                  <a:pt x="12470" y="5464"/>
                  <a:pt x="12465" y="5466"/>
                  <a:pt x="12459" y="5466"/>
                </a:cubicBezTo>
                <a:cubicBezTo>
                  <a:pt x="12453" y="5466"/>
                  <a:pt x="12448" y="5464"/>
                  <a:pt x="12444" y="5460"/>
                </a:cubicBezTo>
                <a:cubicBezTo>
                  <a:pt x="12440" y="5455"/>
                  <a:pt x="12438" y="5450"/>
                  <a:pt x="12438" y="5444"/>
                </a:cubicBezTo>
                <a:lnTo>
                  <a:pt x="12438" y="5304"/>
                </a:lnTo>
                <a:cubicBezTo>
                  <a:pt x="12438" y="5298"/>
                  <a:pt x="12440" y="5293"/>
                  <a:pt x="12444" y="5289"/>
                </a:cubicBezTo>
                <a:cubicBezTo>
                  <a:pt x="12448" y="5285"/>
                  <a:pt x="12453" y="5283"/>
                  <a:pt x="12459" y="5283"/>
                </a:cubicBezTo>
                <a:cubicBezTo>
                  <a:pt x="12465" y="5283"/>
                  <a:pt x="12470" y="5285"/>
                  <a:pt x="12475" y="5289"/>
                </a:cubicBezTo>
                <a:cubicBezTo>
                  <a:pt x="12479" y="5293"/>
                  <a:pt x="12481" y="5298"/>
                  <a:pt x="12481" y="5304"/>
                </a:cubicBezTo>
                <a:moveTo>
                  <a:pt x="12481" y="5616"/>
                </a:moveTo>
                <a:lnTo>
                  <a:pt x="12481" y="5753"/>
                </a:lnTo>
                <a:cubicBezTo>
                  <a:pt x="12481" y="5759"/>
                  <a:pt x="12479" y="5764"/>
                  <a:pt x="12475" y="5768"/>
                </a:cubicBezTo>
                <a:cubicBezTo>
                  <a:pt x="12470" y="5772"/>
                  <a:pt x="12465" y="5774"/>
                  <a:pt x="12459" y="5774"/>
                </a:cubicBezTo>
                <a:cubicBezTo>
                  <a:pt x="12453" y="5774"/>
                  <a:pt x="12448" y="5772"/>
                  <a:pt x="12444" y="5768"/>
                </a:cubicBezTo>
                <a:cubicBezTo>
                  <a:pt x="12440" y="5764"/>
                  <a:pt x="12438" y="5759"/>
                  <a:pt x="12438" y="5753"/>
                </a:cubicBezTo>
                <a:lnTo>
                  <a:pt x="12438" y="5616"/>
                </a:lnTo>
                <a:cubicBezTo>
                  <a:pt x="12438" y="5610"/>
                  <a:pt x="12440" y="5605"/>
                  <a:pt x="12444" y="5601"/>
                </a:cubicBezTo>
                <a:cubicBezTo>
                  <a:pt x="12448" y="5597"/>
                  <a:pt x="12453" y="5595"/>
                  <a:pt x="12459" y="5595"/>
                </a:cubicBezTo>
                <a:cubicBezTo>
                  <a:pt x="12465" y="5595"/>
                  <a:pt x="12470" y="5597"/>
                  <a:pt x="12475" y="5601"/>
                </a:cubicBezTo>
                <a:cubicBezTo>
                  <a:pt x="12479" y="5605"/>
                  <a:pt x="12481" y="5610"/>
                  <a:pt x="12481" y="5616"/>
                </a:cubicBezTo>
                <a:moveTo>
                  <a:pt x="12481" y="5924"/>
                </a:moveTo>
                <a:lnTo>
                  <a:pt x="12481" y="6061"/>
                </a:lnTo>
                <a:cubicBezTo>
                  <a:pt x="12481" y="6067"/>
                  <a:pt x="12479" y="6073"/>
                  <a:pt x="12475" y="6077"/>
                </a:cubicBezTo>
                <a:cubicBezTo>
                  <a:pt x="12470" y="6081"/>
                  <a:pt x="12465" y="6083"/>
                  <a:pt x="12459" y="6083"/>
                </a:cubicBezTo>
                <a:cubicBezTo>
                  <a:pt x="12453" y="6083"/>
                  <a:pt x="12448" y="6081"/>
                  <a:pt x="12444" y="6077"/>
                </a:cubicBezTo>
                <a:cubicBezTo>
                  <a:pt x="12440" y="6073"/>
                  <a:pt x="12438" y="6067"/>
                  <a:pt x="12438" y="6061"/>
                </a:cubicBezTo>
                <a:lnTo>
                  <a:pt x="12438" y="5924"/>
                </a:lnTo>
                <a:cubicBezTo>
                  <a:pt x="12438" y="5918"/>
                  <a:pt x="12440" y="5913"/>
                  <a:pt x="12444" y="5909"/>
                </a:cubicBezTo>
                <a:cubicBezTo>
                  <a:pt x="12448" y="5904"/>
                  <a:pt x="12453" y="5902"/>
                  <a:pt x="12459" y="5902"/>
                </a:cubicBezTo>
                <a:cubicBezTo>
                  <a:pt x="12465" y="5902"/>
                  <a:pt x="12470" y="5904"/>
                  <a:pt x="12475" y="5909"/>
                </a:cubicBezTo>
                <a:cubicBezTo>
                  <a:pt x="12479" y="5913"/>
                  <a:pt x="12481" y="5918"/>
                  <a:pt x="12481" y="5924"/>
                </a:cubicBezTo>
                <a:moveTo>
                  <a:pt x="12481" y="6234"/>
                </a:moveTo>
                <a:lnTo>
                  <a:pt x="12481" y="6373"/>
                </a:lnTo>
                <a:cubicBezTo>
                  <a:pt x="12481" y="6379"/>
                  <a:pt x="12479" y="6384"/>
                  <a:pt x="12475" y="6389"/>
                </a:cubicBezTo>
                <a:cubicBezTo>
                  <a:pt x="12470" y="6393"/>
                  <a:pt x="12465" y="6395"/>
                  <a:pt x="12459" y="6395"/>
                </a:cubicBezTo>
                <a:cubicBezTo>
                  <a:pt x="12453" y="6395"/>
                  <a:pt x="12448" y="6393"/>
                  <a:pt x="12444" y="6389"/>
                </a:cubicBezTo>
                <a:cubicBezTo>
                  <a:pt x="12440" y="6384"/>
                  <a:pt x="12438" y="6379"/>
                  <a:pt x="12438" y="6373"/>
                </a:cubicBezTo>
                <a:lnTo>
                  <a:pt x="12438" y="6234"/>
                </a:lnTo>
                <a:cubicBezTo>
                  <a:pt x="12438" y="6228"/>
                  <a:pt x="12440" y="6223"/>
                  <a:pt x="12444" y="6219"/>
                </a:cubicBezTo>
                <a:cubicBezTo>
                  <a:pt x="12448" y="6215"/>
                  <a:pt x="12453" y="6213"/>
                  <a:pt x="12459" y="6213"/>
                </a:cubicBezTo>
                <a:cubicBezTo>
                  <a:pt x="12465" y="6213"/>
                  <a:pt x="12470" y="6215"/>
                  <a:pt x="12475" y="6219"/>
                </a:cubicBezTo>
                <a:cubicBezTo>
                  <a:pt x="12479" y="6223"/>
                  <a:pt x="12481" y="6228"/>
                  <a:pt x="12481" y="6234"/>
                </a:cubicBezTo>
                <a:moveTo>
                  <a:pt x="12481" y="6548"/>
                </a:moveTo>
                <a:lnTo>
                  <a:pt x="12481" y="6689"/>
                </a:lnTo>
                <a:cubicBezTo>
                  <a:pt x="12481" y="6695"/>
                  <a:pt x="12479" y="6700"/>
                  <a:pt x="12475" y="6704"/>
                </a:cubicBezTo>
                <a:cubicBezTo>
                  <a:pt x="12470" y="6708"/>
                  <a:pt x="12465" y="6710"/>
                  <a:pt x="12459" y="6710"/>
                </a:cubicBezTo>
                <a:cubicBezTo>
                  <a:pt x="12453" y="6710"/>
                  <a:pt x="12448" y="6708"/>
                  <a:pt x="12444" y="6704"/>
                </a:cubicBezTo>
                <a:cubicBezTo>
                  <a:pt x="12440" y="6700"/>
                  <a:pt x="12438" y="6695"/>
                  <a:pt x="12438" y="6689"/>
                </a:cubicBezTo>
                <a:lnTo>
                  <a:pt x="12438" y="6548"/>
                </a:lnTo>
                <a:cubicBezTo>
                  <a:pt x="12438" y="6542"/>
                  <a:pt x="12440" y="6537"/>
                  <a:pt x="12444" y="6533"/>
                </a:cubicBezTo>
                <a:cubicBezTo>
                  <a:pt x="12448" y="6529"/>
                  <a:pt x="12453" y="6527"/>
                  <a:pt x="12459" y="6527"/>
                </a:cubicBezTo>
                <a:cubicBezTo>
                  <a:pt x="12465" y="6527"/>
                  <a:pt x="12470" y="6529"/>
                  <a:pt x="12475" y="6533"/>
                </a:cubicBezTo>
                <a:cubicBezTo>
                  <a:pt x="12479" y="6537"/>
                  <a:pt x="12481" y="6542"/>
                  <a:pt x="12481" y="6548"/>
                </a:cubicBezTo>
                <a:moveTo>
                  <a:pt x="12481" y="6861"/>
                </a:moveTo>
                <a:lnTo>
                  <a:pt x="12481" y="6999"/>
                </a:lnTo>
                <a:cubicBezTo>
                  <a:pt x="12481" y="7005"/>
                  <a:pt x="12479" y="7011"/>
                  <a:pt x="12475" y="7015"/>
                </a:cubicBezTo>
                <a:cubicBezTo>
                  <a:pt x="12470" y="7019"/>
                  <a:pt x="12465" y="7021"/>
                  <a:pt x="12459" y="7021"/>
                </a:cubicBezTo>
                <a:cubicBezTo>
                  <a:pt x="12453" y="7021"/>
                  <a:pt x="12448" y="7019"/>
                  <a:pt x="12444" y="7015"/>
                </a:cubicBezTo>
                <a:cubicBezTo>
                  <a:pt x="12440" y="7011"/>
                  <a:pt x="12438" y="7005"/>
                  <a:pt x="12438" y="6999"/>
                </a:cubicBezTo>
                <a:lnTo>
                  <a:pt x="12438" y="6861"/>
                </a:lnTo>
                <a:cubicBezTo>
                  <a:pt x="12438" y="6855"/>
                  <a:pt x="12440" y="6850"/>
                  <a:pt x="12444" y="6845"/>
                </a:cubicBezTo>
                <a:cubicBezTo>
                  <a:pt x="12448" y="6841"/>
                  <a:pt x="12453" y="6839"/>
                  <a:pt x="12459" y="6839"/>
                </a:cubicBezTo>
                <a:cubicBezTo>
                  <a:pt x="12465" y="6839"/>
                  <a:pt x="12470" y="6841"/>
                  <a:pt x="12475" y="6845"/>
                </a:cubicBezTo>
                <a:cubicBezTo>
                  <a:pt x="12479" y="6850"/>
                  <a:pt x="12481" y="6855"/>
                  <a:pt x="12481" y="6861"/>
                </a:cubicBezTo>
                <a:moveTo>
                  <a:pt x="12481" y="7173"/>
                </a:moveTo>
                <a:lnTo>
                  <a:pt x="12481" y="7312"/>
                </a:lnTo>
                <a:cubicBezTo>
                  <a:pt x="12481" y="7318"/>
                  <a:pt x="12479" y="7323"/>
                  <a:pt x="12475" y="7327"/>
                </a:cubicBezTo>
                <a:cubicBezTo>
                  <a:pt x="12470" y="7331"/>
                  <a:pt x="12465" y="7333"/>
                  <a:pt x="12459" y="7333"/>
                </a:cubicBezTo>
                <a:cubicBezTo>
                  <a:pt x="12453" y="7333"/>
                  <a:pt x="12448" y="7331"/>
                  <a:pt x="12444" y="7327"/>
                </a:cubicBezTo>
                <a:cubicBezTo>
                  <a:pt x="12440" y="7323"/>
                  <a:pt x="12438" y="7318"/>
                  <a:pt x="12438" y="7312"/>
                </a:cubicBezTo>
                <a:lnTo>
                  <a:pt x="12438" y="7173"/>
                </a:lnTo>
                <a:cubicBezTo>
                  <a:pt x="12438" y="7167"/>
                  <a:pt x="12440" y="7162"/>
                  <a:pt x="12444" y="7157"/>
                </a:cubicBezTo>
                <a:cubicBezTo>
                  <a:pt x="12448" y="7153"/>
                  <a:pt x="12453" y="7151"/>
                  <a:pt x="12459" y="7151"/>
                </a:cubicBezTo>
                <a:cubicBezTo>
                  <a:pt x="12465" y="7151"/>
                  <a:pt x="12470" y="7153"/>
                  <a:pt x="12475" y="7157"/>
                </a:cubicBezTo>
                <a:cubicBezTo>
                  <a:pt x="12479" y="7162"/>
                  <a:pt x="12481" y="7167"/>
                  <a:pt x="12481" y="7173"/>
                </a:cubicBezTo>
                <a:moveTo>
                  <a:pt x="12481" y="7483"/>
                </a:moveTo>
                <a:lnTo>
                  <a:pt x="12481" y="7621"/>
                </a:lnTo>
                <a:cubicBezTo>
                  <a:pt x="12481" y="7627"/>
                  <a:pt x="12479" y="7632"/>
                  <a:pt x="12475" y="7636"/>
                </a:cubicBezTo>
                <a:cubicBezTo>
                  <a:pt x="12470" y="7641"/>
                  <a:pt x="12465" y="7643"/>
                  <a:pt x="12459" y="7643"/>
                </a:cubicBezTo>
                <a:cubicBezTo>
                  <a:pt x="12453" y="7643"/>
                  <a:pt x="12448" y="7641"/>
                  <a:pt x="12444" y="7636"/>
                </a:cubicBezTo>
                <a:cubicBezTo>
                  <a:pt x="12440" y="7632"/>
                  <a:pt x="12438" y="7627"/>
                  <a:pt x="12438" y="7621"/>
                </a:cubicBezTo>
                <a:lnTo>
                  <a:pt x="12438" y="7483"/>
                </a:lnTo>
                <a:cubicBezTo>
                  <a:pt x="12438" y="7477"/>
                  <a:pt x="12440" y="7472"/>
                  <a:pt x="12444" y="7468"/>
                </a:cubicBezTo>
                <a:cubicBezTo>
                  <a:pt x="12448" y="7464"/>
                  <a:pt x="12453" y="7462"/>
                  <a:pt x="12459" y="7462"/>
                </a:cubicBezTo>
                <a:cubicBezTo>
                  <a:pt x="12465" y="7462"/>
                  <a:pt x="12470" y="7464"/>
                  <a:pt x="12475" y="7468"/>
                </a:cubicBezTo>
                <a:cubicBezTo>
                  <a:pt x="12479" y="7472"/>
                  <a:pt x="12481" y="7477"/>
                  <a:pt x="12481" y="7483"/>
                </a:cubicBezTo>
                <a:moveTo>
                  <a:pt x="12481" y="7794"/>
                </a:moveTo>
                <a:lnTo>
                  <a:pt x="12481" y="7934"/>
                </a:lnTo>
                <a:cubicBezTo>
                  <a:pt x="12481" y="7940"/>
                  <a:pt x="12479" y="7945"/>
                  <a:pt x="12475" y="7949"/>
                </a:cubicBezTo>
                <a:cubicBezTo>
                  <a:pt x="12470" y="7953"/>
                  <a:pt x="12465" y="7955"/>
                  <a:pt x="12459" y="7955"/>
                </a:cubicBezTo>
                <a:cubicBezTo>
                  <a:pt x="12453" y="7955"/>
                  <a:pt x="12448" y="7953"/>
                  <a:pt x="12444" y="7949"/>
                </a:cubicBezTo>
                <a:cubicBezTo>
                  <a:pt x="12440" y="7945"/>
                  <a:pt x="12438" y="7940"/>
                  <a:pt x="12438" y="7934"/>
                </a:cubicBezTo>
                <a:lnTo>
                  <a:pt x="12438" y="7794"/>
                </a:lnTo>
                <a:cubicBezTo>
                  <a:pt x="12438" y="7788"/>
                  <a:pt x="12440" y="7783"/>
                  <a:pt x="12444" y="7779"/>
                </a:cubicBezTo>
                <a:cubicBezTo>
                  <a:pt x="12448" y="7775"/>
                  <a:pt x="12453" y="7773"/>
                  <a:pt x="12459" y="7773"/>
                </a:cubicBezTo>
                <a:cubicBezTo>
                  <a:pt x="12465" y="7773"/>
                  <a:pt x="12470" y="7775"/>
                  <a:pt x="12475" y="7779"/>
                </a:cubicBezTo>
                <a:cubicBezTo>
                  <a:pt x="12479" y="7783"/>
                  <a:pt x="12481" y="7788"/>
                  <a:pt x="12481" y="7794"/>
                </a:cubicBezTo>
                <a:moveTo>
                  <a:pt x="12481" y="8105"/>
                </a:moveTo>
                <a:lnTo>
                  <a:pt x="12481" y="8243"/>
                </a:lnTo>
                <a:cubicBezTo>
                  <a:pt x="12481" y="8249"/>
                  <a:pt x="12479" y="8254"/>
                  <a:pt x="12475" y="8258"/>
                </a:cubicBezTo>
                <a:cubicBezTo>
                  <a:pt x="12470" y="8262"/>
                  <a:pt x="12465" y="8265"/>
                  <a:pt x="12459" y="8265"/>
                </a:cubicBezTo>
                <a:cubicBezTo>
                  <a:pt x="12453" y="8265"/>
                  <a:pt x="12448" y="8262"/>
                  <a:pt x="12444" y="8258"/>
                </a:cubicBezTo>
                <a:cubicBezTo>
                  <a:pt x="12440" y="8254"/>
                  <a:pt x="12438" y="8249"/>
                  <a:pt x="12438" y="8243"/>
                </a:cubicBezTo>
                <a:lnTo>
                  <a:pt x="12438" y="8105"/>
                </a:lnTo>
                <a:cubicBezTo>
                  <a:pt x="12438" y="8099"/>
                  <a:pt x="12440" y="8094"/>
                  <a:pt x="12444" y="8090"/>
                </a:cubicBezTo>
                <a:cubicBezTo>
                  <a:pt x="12448" y="8086"/>
                  <a:pt x="12453" y="8084"/>
                  <a:pt x="12459" y="8084"/>
                </a:cubicBezTo>
                <a:cubicBezTo>
                  <a:pt x="12465" y="8084"/>
                  <a:pt x="12470" y="8086"/>
                  <a:pt x="12475" y="8090"/>
                </a:cubicBezTo>
                <a:cubicBezTo>
                  <a:pt x="12479" y="8094"/>
                  <a:pt x="12481" y="8099"/>
                  <a:pt x="12481" y="8105"/>
                </a:cubicBezTo>
                <a:moveTo>
                  <a:pt x="12481" y="8416"/>
                </a:moveTo>
                <a:lnTo>
                  <a:pt x="12481" y="8555"/>
                </a:lnTo>
                <a:cubicBezTo>
                  <a:pt x="12481" y="8561"/>
                  <a:pt x="12479" y="8566"/>
                  <a:pt x="12475" y="8571"/>
                </a:cubicBezTo>
                <a:cubicBezTo>
                  <a:pt x="12470" y="8575"/>
                  <a:pt x="12465" y="8577"/>
                  <a:pt x="12459" y="8577"/>
                </a:cubicBezTo>
                <a:cubicBezTo>
                  <a:pt x="12453" y="8577"/>
                  <a:pt x="12448" y="8575"/>
                  <a:pt x="12444" y="8571"/>
                </a:cubicBezTo>
                <a:cubicBezTo>
                  <a:pt x="12440" y="8566"/>
                  <a:pt x="12438" y="8561"/>
                  <a:pt x="12438" y="8555"/>
                </a:cubicBezTo>
                <a:lnTo>
                  <a:pt x="12438" y="8416"/>
                </a:lnTo>
                <a:cubicBezTo>
                  <a:pt x="12438" y="8410"/>
                  <a:pt x="12440" y="8405"/>
                  <a:pt x="12444" y="8401"/>
                </a:cubicBezTo>
                <a:cubicBezTo>
                  <a:pt x="12448" y="8397"/>
                  <a:pt x="12453" y="8394"/>
                  <a:pt x="12459" y="8394"/>
                </a:cubicBezTo>
                <a:cubicBezTo>
                  <a:pt x="12465" y="8394"/>
                  <a:pt x="12470" y="8397"/>
                  <a:pt x="12475" y="8401"/>
                </a:cubicBezTo>
                <a:cubicBezTo>
                  <a:pt x="12479" y="8405"/>
                  <a:pt x="12481" y="8410"/>
                  <a:pt x="12481" y="8416"/>
                </a:cubicBezTo>
                <a:moveTo>
                  <a:pt x="12481" y="8727"/>
                </a:moveTo>
                <a:lnTo>
                  <a:pt x="12481" y="8865"/>
                </a:lnTo>
                <a:cubicBezTo>
                  <a:pt x="12481" y="8871"/>
                  <a:pt x="12479" y="8876"/>
                  <a:pt x="12475" y="8880"/>
                </a:cubicBezTo>
                <a:cubicBezTo>
                  <a:pt x="12470" y="8884"/>
                  <a:pt x="12465" y="8886"/>
                  <a:pt x="12459" y="8886"/>
                </a:cubicBezTo>
                <a:cubicBezTo>
                  <a:pt x="12453" y="8886"/>
                  <a:pt x="12448" y="8884"/>
                  <a:pt x="12444" y="8880"/>
                </a:cubicBezTo>
                <a:cubicBezTo>
                  <a:pt x="12440" y="8876"/>
                  <a:pt x="12438" y="8871"/>
                  <a:pt x="12438" y="8865"/>
                </a:cubicBezTo>
                <a:lnTo>
                  <a:pt x="12438" y="8727"/>
                </a:lnTo>
                <a:cubicBezTo>
                  <a:pt x="12438" y="8721"/>
                  <a:pt x="12440" y="8716"/>
                  <a:pt x="12444" y="8712"/>
                </a:cubicBezTo>
                <a:cubicBezTo>
                  <a:pt x="12448" y="8708"/>
                  <a:pt x="12453" y="8706"/>
                  <a:pt x="12459" y="8706"/>
                </a:cubicBezTo>
                <a:cubicBezTo>
                  <a:pt x="12465" y="8706"/>
                  <a:pt x="12470" y="8708"/>
                  <a:pt x="12475" y="8712"/>
                </a:cubicBezTo>
                <a:cubicBezTo>
                  <a:pt x="12479" y="8716"/>
                  <a:pt x="12481" y="8721"/>
                  <a:pt x="12481" y="8727"/>
                </a:cubicBezTo>
                <a:moveTo>
                  <a:pt x="12481" y="9038"/>
                </a:moveTo>
                <a:lnTo>
                  <a:pt x="12481" y="9177"/>
                </a:lnTo>
                <a:cubicBezTo>
                  <a:pt x="12481" y="9183"/>
                  <a:pt x="12479" y="9188"/>
                  <a:pt x="12475" y="9192"/>
                </a:cubicBezTo>
                <a:cubicBezTo>
                  <a:pt x="12470" y="9196"/>
                  <a:pt x="12465" y="9198"/>
                  <a:pt x="12459" y="9198"/>
                </a:cubicBezTo>
                <a:cubicBezTo>
                  <a:pt x="12453" y="9198"/>
                  <a:pt x="12448" y="9196"/>
                  <a:pt x="12444" y="9192"/>
                </a:cubicBezTo>
                <a:cubicBezTo>
                  <a:pt x="12440" y="9188"/>
                  <a:pt x="12438" y="9183"/>
                  <a:pt x="12438" y="9177"/>
                </a:cubicBezTo>
                <a:lnTo>
                  <a:pt x="12438" y="9038"/>
                </a:lnTo>
                <a:cubicBezTo>
                  <a:pt x="12438" y="9032"/>
                  <a:pt x="12440" y="9027"/>
                  <a:pt x="12444" y="9022"/>
                </a:cubicBezTo>
                <a:cubicBezTo>
                  <a:pt x="12448" y="9018"/>
                  <a:pt x="12453" y="9016"/>
                  <a:pt x="12459" y="9016"/>
                </a:cubicBezTo>
                <a:cubicBezTo>
                  <a:pt x="12465" y="9016"/>
                  <a:pt x="12470" y="9018"/>
                  <a:pt x="12475" y="9022"/>
                </a:cubicBezTo>
                <a:cubicBezTo>
                  <a:pt x="12479" y="9027"/>
                  <a:pt x="12481" y="9032"/>
                  <a:pt x="12481" y="9038"/>
                </a:cubicBezTo>
                <a:moveTo>
                  <a:pt x="12459" y="9286"/>
                </a:moveTo>
                <a:lnTo>
                  <a:pt x="12322" y="9286"/>
                </a:lnTo>
                <a:cubicBezTo>
                  <a:pt x="12316" y="9286"/>
                  <a:pt x="12311" y="9284"/>
                  <a:pt x="12306" y="9279"/>
                </a:cubicBezTo>
                <a:cubicBezTo>
                  <a:pt x="12302" y="9275"/>
                  <a:pt x="12300" y="9270"/>
                  <a:pt x="12300" y="9264"/>
                </a:cubicBezTo>
                <a:cubicBezTo>
                  <a:pt x="12300" y="9258"/>
                  <a:pt x="12302" y="9253"/>
                  <a:pt x="12306" y="9249"/>
                </a:cubicBezTo>
                <a:cubicBezTo>
                  <a:pt x="12311" y="9245"/>
                  <a:pt x="12316" y="9242"/>
                  <a:pt x="12322" y="9242"/>
                </a:cubicBezTo>
                <a:lnTo>
                  <a:pt x="12459" y="9242"/>
                </a:lnTo>
                <a:cubicBezTo>
                  <a:pt x="12465" y="9242"/>
                  <a:pt x="12470" y="9245"/>
                  <a:pt x="12475" y="9249"/>
                </a:cubicBezTo>
                <a:cubicBezTo>
                  <a:pt x="12479" y="9253"/>
                  <a:pt x="12481" y="9258"/>
                  <a:pt x="12481" y="9264"/>
                </a:cubicBezTo>
                <a:cubicBezTo>
                  <a:pt x="12481" y="9270"/>
                  <a:pt x="12479" y="9275"/>
                  <a:pt x="12475" y="9279"/>
                </a:cubicBezTo>
                <a:cubicBezTo>
                  <a:pt x="12470" y="9284"/>
                  <a:pt x="12465" y="9286"/>
                  <a:pt x="12459" y="9286"/>
                </a:cubicBezTo>
                <a:moveTo>
                  <a:pt x="12149" y="9286"/>
                </a:moveTo>
                <a:lnTo>
                  <a:pt x="12011" y="9286"/>
                </a:lnTo>
                <a:cubicBezTo>
                  <a:pt x="12005" y="9286"/>
                  <a:pt x="12000" y="9284"/>
                  <a:pt x="11996" y="9279"/>
                </a:cubicBezTo>
                <a:cubicBezTo>
                  <a:pt x="11992" y="9275"/>
                  <a:pt x="11990" y="9270"/>
                  <a:pt x="11990" y="9264"/>
                </a:cubicBezTo>
                <a:cubicBezTo>
                  <a:pt x="11990" y="9258"/>
                  <a:pt x="11992" y="9253"/>
                  <a:pt x="11996" y="9249"/>
                </a:cubicBezTo>
                <a:cubicBezTo>
                  <a:pt x="12000" y="9245"/>
                  <a:pt x="12005" y="9242"/>
                  <a:pt x="12011" y="9242"/>
                </a:cubicBezTo>
                <a:lnTo>
                  <a:pt x="12149" y="9242"/>
                </a:lnTo>
                <a:cubicBezTo>
                  <a:pt x="12155" y="9242"/>
                  <a:pt x="12160" y="9245"/>
                  <a:pt x="12164" y="9249"/>
                </a:cubicBezTo>
                <a:cubicBezTo>
                  <a:pt x="12169" y="9253"/>
                  <a:pt x="12171" y="9258"/>
                  <a:pt x="12171" y="9264"/>
                </a:cubicBezTo>
                <a:cubicBezTo>
                  <a:pt x="12171" y="9270"/>
                  <a:pt x="12169" y="9275"/>
                  <a:pt x="12164" y="9279"/>
                </a:cubicBezTo>
                <a:cubicBezTo>
                  <a:pt x="12160" y="9284"/>
                  <a:pt x="12155" y="9286"/>
                  <a:pt x="12149" y="9286"/>
                </a:cubicBezTo>
                <a:moveTo>
                  <a:pt x="11838" y="9286"/>
                </a:moveTo>
                <a:lnTo>
                  <a:pt x="11700" y="9286"/>
                </a:lnTo>
                <a:cubicBezTo>
                  <a:pt x="11694" y="9286"/>
                  <a:pt x="11689" y="9284"/>
                  <a:pt x="11684" y="9279"/>
                </a:cubicBezTo>
                <a:cubicBezTo>
                  <a:pt x="11680" y="9275"/>
                  <a:pt x="11678" y="9270"/>
                  <a:pt x="11678" y="9264"/>
                </a:cubicBezTo>
                <a:cubicBezTo>
                  <a:pt x="11678" y="9258"/>
                  <a:pt x="11680" y="9253"/>
                  <a:pt x="11684" y="9249"/>
                </a:cubicBezTo>
                <a:cubicBezTo>
                  <a:pt x="11689" y="9245"/>
                  <a:pt x="11694" y="9242"/>
                  <a:pt x="11700" y="9242"/>
                </a:cubicBezTo>
                <a:lnTo>
                  <a:pt x="11838" y="9242"/>
                </a:lnTo>
                <a:cubicBezTo>
                  <a:pt x="11844" y="9242"/>
                  <a:pt x="11849" y="9245"/>
                  <a:pt x="11853" y="9249"/>
                </a:cubicBezTo>
                <a:cubicBezTo>
                  <a:pt x="11857" y="9253"/>
                  <a:pt x="11859" y="9258"/>
                  <a:pt x="11859" y="9264"/>
                </a:cubicBezTo>
                <a:cubicBezTo>
                  <a:pt x="11859" y="9270"/>
                  <a:pt x="11857" y="9275"/>
                  <a:pt x="11853" y="9279"/>
                </a:cubicBezTo>
                <a:cubicBezTo>
                  <a:pt x="11849" y="9284"/>
                  <a:pt x="11844" y="9286"/>
                  <a:pt x="11838" y="9286"/>
                </a:cubicBezTo>
                <a:moveTo>
                  <a:pt x="11527" y="9286"/>
                </a:moveTo>
                <a:lnTo>
                  <a:pt x="11388" y="9286"/>
                </a:lnTo>
                <a:cubicBezTo>
                  <a:pt x="11382" y="9286"/>
                  <a:pt x="11377" y="9284"/>
                  <a:pt x="11373" y="9279"/>
                </a:cubicBezTo>
                <a:cubicBezTo>
                  <a:pt x="11369" y="9275"/>
                  <a:pt x="11367" y="9270"/>
                  <a:pt x="11367" y="9264"/>
                </a:cubicBezTo>
                <a:cubicBezTo>
                  <a:pt x="11367" y="9258"/>
                  <a:pt x="11369" y="9253"/>
                  <a:pt x="11373" y="9249"/>
                </a:cubicBezTo>
                <a:cubicBezTo>
                  <a:pt x="11377" y="9245"/>
                  <a:pt x="11382" y="9242"/>
                  <a:pt x="11388" y="9242"/>
                </a:cubicBezTo>
                <a:lnTo>
                  <a:pt x="11527" y="9242"/>
                </a:lnTo>
                <a:cubicBezTo>
                  <a:pt x="11533" y="9242"/>
                  <a:pt x="11538" y="9245"/>
                  <a:pt x="11542" y="9249"/>
                </a:cubicBezTo>
                <a:cubicBezTo>
                  <a:pt x="11546" y="9253"/>
                  <a:pt x="11548" y="9258"/>
                  <a:pt x="11548" y="9264"/>
                </a:cubicBezTo>
                <a:cubicBezTo>
                  <a:pt x="11548" y="9270"/>
                  <a:pt x="11546" y="9275"/>
                  <a:pt x="11542" y="9279"/>
                </a:cubicBezTo>
                <a:cubicBezTo>
                  <a:pt x="11538" y="9284"/>
                  <a:pt x="11533" y="9286"/>
                  <a:pt x="11527" y="9286"/>
                </a:cubicBezTo>
                <a:moveTo>
                  <a:pt x="11215" y="9286"/>
                </a:moveTo>
                <a:lnTo>
                  <a:pt x="11077" y="9286"/>
                </a:lnTo>
                <a:cubicBezTo>
                  <a:pt x="11071" y="9286"/>
                  <a:pt x="11066" y="9284"/>
                  <a:pt x="11062" y="9279"/>
                </a:cubicBezTo>
                <a:cubicBezTo>
                  <a:pt x="11057" y="9275"/>
                  <a:pt x="11055" y="9270"/>
                  <a:pt x="11055" y="9264"/>
                </a:cubicBezTo>
                <a:cubicBezTo>
                  <a:pt x="11055" y="9258"/>
                  <a:pt x="11057" y="9253"/>
                  <a:pt x="11062" y="9249"/>
                </a:cubicBezTo>
                <a:cubicBezTo>
                  <a:pt x="11066" y="9245"/>
                  <a:pt x="11071" y="9242"/>
                  <a:pt x="11077" y="9242"/>
                </a:cubicBezTo>
                <a:lnTo>
                  <a:pt x="11215" y="9242"/>
                </a:lnTo>
                <a:cubicBezTo>
                  <a:pt x="11221" y="9242"/>
                  <a:pt x="11226" y="9245"/>
                  <a:pt x="11230" y="9249"/>
                </a:cubicBezTo>
                <a:cubicBezTo>
                  <a:pt x="11235" y="9253"/>
                  <a:pt x="11237" y="9258"/>
                  <a:pt x="11237" y="9264"/>
                </a:cubicBezTo>
                <a:cubicBezTo>
                  <a:pt x="11237" y="9270"/>
                  <a:pt x="11235" y="9275"/>
                  <a:pt x="11230" y="9279"/>
                </a:cubicBezTo>
                <a:cubicBezTo>
                  <a:pt x="11226" y="9284"/>
                  <a:pt x="11221" y="9286"/>
                  <a:pt x="11215" y="9286"/>
                </a:cubicBezTo>
                <a:moveTo>
                  <a:pt x="10906" y="9286"/>
                </a:moveTo>
                <a:lnTo>
                  <a:pt x="10768" y="9286"/>
                </a:lnTo>
                <a:cubicBezTo>
                  <a:pt x="10762" y="9286"/>
                  <a:pt x="10757" y="9284"/>
                  <a:pt x="10753" y="9279"/>
                </a:cubicBezTo>
                <a:cubicBezTo>
                  <a:pt x="10749" y="9275"/>
                  <a:pt x="10747" y="9270"/>
                  <a:pt x="10747" y="9264"/>
                </a:cubicBezTo>
                <a:cubicBezTo>
                  <a:pt x="10747" y="9258"/>
                  <a:pt x="10749" y="9253"/>
                  <a:pt x="10753" y="9249"/>
                </a:cubicBezTo>
                <a:cubicBezTo>
                  <a:pt x="10757" y="9245"/>
                  <a:pt x="10762" y="9242"/>
                  <a:pt x="10768" y="9242"/>
                </a:cubicBezTo>
                <a:lnTo>
                  <a:pt x="10906" y="9242"/>
                </a:lnTo>
                <a:cubicBezTo>
                  <a:pt x="10912" y="9242"/>
                  <a:pt x="10917" y="9245"/>
                  <a:pt x="10921" y="9249"/>
                </a:cubicBezTo>
                <a:cubicBezTo>
                  <a:pt x="10925" y="9253"/>
                  <a:pt x="10927" y="9258"/>
                  <a:pt x="10927" y="9264"/>
                </a:cubicBezTo>
                <a:cubicBezTo>
                  <a:pt x="10927" y="9270"/>
                  <a:pt x="10925" y="9275"/>
                  <a:pt x="10921" y="9279"/>
                </a:cubicBezTo>
                <a:cubicBezTo>
                  <a:pt x="10917" y="9284"/>
                  <a:pt x="10912" y="9286"/>
                  <a:pt x="10906" y="9286"/>
                </a:cubicBezTo>
                <a:moveTo>
                  <a:pt x="10596" y="9286"/>
                </a:moveTo>
                <a:lnTo>
                  <a:pt x="10458" y="9286"/>
                </a:lnTo>
                <a:cubicBezTo>
                  <a:pt x="10452" y="9286"/>
                  <a:pt x="10447" y="9284"/>
                  <a:pt x="10443" y="9279"/>
                </a:cubicBezTo>
                <a:cubicBezTo>
                  <a:pt x="10439" y="9275"/>
                  <a:pt x="10437" y="9270"/>
                  <a:pt x="10437" y="9264"/>
                </a:cubicBezTo>
                <a:cubicBezTo>
                  <a:pt x="10437" y="9258"/>
                  <a:pt x="10439" y="9253"/>
                  <a:pt x="10443" y="9249"/>
                </a:cubicBezTo>
                <a:cubicBezTo>
                  <a:pt x="10447" y="9245"/>
                  <a:pt x="10452" y="9242"/>
                  <a:pt x="10458" y="9242"/>
                </a:cubicBezTo>
                <a:lnTo>
                  <a:pt x="10596" y="9242"/>
                </a:lnTo>
                <a:cubicBezTo>
                  <a:pt x="10602" y="9242"/>
                  <a:pt x="10607" y="9245"/>
                  <a:pt x="10612" y="9249"/>
                </a:cubicBezTo>
                <a:cubicBezTo>
                  <a:pt x="10616" y="9253"/>
                  <a:pt x="10618" y="9258"/>
                  <a:pt x="10618" y="9264"/>
                </a:cubicBezTo>
                <a:cubicBezTo>
                  <a:pt x="10618" y="9270"/>
                  <a:pt x="10616" y="9275"/>
                  <a:pt x="10612" y="9279"/>
                </a:cubicBezTo>
                <a:cubicBezTo>
                  <a:pt x="10607" y="9284"/>
                  <a:pt x="10602" y="9286"/>
                  <a:pt x="10596" y="9286"/>
                </a:cubicBezTo>
                <a:moveTo>
                  <a:pt x="10286" y="9286"/>
                </a:moveTo>
                <a:lnTo>
                  <a:pt x="10147" y="9286"/>
                </a:lnTo>
                <a:cubicBezTo>
                  <a:pt x="10141" y="9286"/>
                  <a:pt x="10136" y="9284"/>
                  <a:pt x="10132" y="9279"/>
                </a:cubicBezTo>
                <a:cubicBezTo>
                  <a:pt x="10127" y="9275"/>
                  <a:pt x="10125" y="9270"/>
                  <a:pt x="10125" y="9264"/>
                </a:cubicBezTo>
                <a:cubicBezTo>
                  <a:pt x="10125" y="9258"/>
                  <a:pt x="10127" y="9253"/>
                  <a:pt x="10132" y="9249"/>
                </a:cubicBezTo>
                <a:cubicBezTo>
                  <a:pt x="10136" y="9245"/>
                  <a:pt x="10141" y="9242"/>
                  <a:pt x="10147" y="9242"/>
                </a:cubicBezTo>
                <a:lnTo>
                  <a:pt x="10286" y="9242"/>
                </a:lnTo>
                <a:cubicBezTo>
                  <a:pt x="10292" y="9242"/>
                  <a:pt x="10297" y="9245"/>
                  <a:pt x="10301" y="9249"/>
                </a:cubicBezTo>
                <a:cubicBezTo>
                  <a:pt x="10305" y="9253"/>
                  <a:pt x="10307" y="9258"/>
                  <a:pt x="10307" y="9264"/>
                </a:cubicBezTo>
                <a:cubicBezTo>
                  <a:pt x="10307" y="9270"/>
                  <a:pt x="10305" y="9275"/>
                  <a:pt x="10301" y="9279"/>
                </a:cubicBezTo>
                <a:cubicBezTo>
                  <a:pt x="10297" y="9284"/>
                  <a:pt x="10292" y="9286"/>
                  <a:pt x="10286" y="9286"/>
                </a:cubicBezTo>
                <a:moveTo>
                  <a:pt x="9973" y="9286"/>
                </a:moveTo>
                <a:lnTo>
                  <a:pt x="9834" y="9286"/>
                </a:lnTo>
                <a:cubicBezTo>
                  <a:pt x="9828" y="9286"/>
                  <a:pt x="9823" y="9284"/>
                  <a:pt x="9818" y="9279"/>
                </a:cubicBezTo>
                <a:cubicBezTo>
                  <a:pt x="9814" y="9275"/>
                  <a:pt x="9812" y="9270"/>
                  <a:pt x="9812" y="9264"/>
                </a:cubicBezTo>
                <a:cubicBezTo>
                  <a:pt x="9812" y="9258"/>
                  <a:pt x="9814" y="9253"/>
                  <a:pt x="9818" y="9249"/>
                </a:cubicBezTo>
                <a:cubicBezTo>
                  <a:pt x="9823" y="9245"/>
                  <a:pt x="9828" y="9242"/>
                  <a:pt x="9834" y="9242"/>
                </a:cubicBezTo>
                <a:lnTo>
                  <a:pt x="9973" y="9242"/>
                </a:lnTo>
                <a:cubicBezTo>
                  <a:pt x="9979" y="9242"/>
                  <a:pt x="9984" y="9245"/>
                  <a:pt x="9988" y="9249"/>
                </a:cubicBezTo>
                <a:cubicBezTo>
                  <a:pt x="9993" y="9253"/>
                  <a:pt x="9995" y="9258"/>
                  <a:pt x="9995" y="9264"/>
                </a:cubicBezTo>
                <a:cubicBezTo>
                  <a:pt x="9995" y="9270"/>
                  <a:pt x="9993" y="9275"/>
                  <a:pt x="9988" y="9279"/>
                </a:cubicBezTo>
                <a:cubicBezTo>
                  <a:pt x="9984" y="9284"/>
                  <a:pt x="9979" y="9286"/>
                  <a:pt x="9973" y="9286"/>
                </a:cubicBezTo>
                <a:moveTo>
                  <a:pt x="9661" y="9286"/>
                </a:moveTo>
                <a:lnTo>
                  <a:pt x="9523" y="9286"/>
                </a:lnTo>
                <a:cubicBezTo>
                  <a:pt x="9517" y="9286"/>
                  <a:pt x="9512" y="9284"/>
                  <a:pt x="9508" y="9279"/>
                </a:cubicBezTo>
                <a:cubicBezTo>
                  <a:pt x="9504" y="9275"/>
                  <a:pt x="9501" y="9270"/>
                  <a:pt x="9501" y="9264"/>
                </a:cubicBezTo>
                <a:cubicBezTo>
                  <a:pt x="9501" y="9258"/>
                  <a:pt x="9504" y="9253"/>
                  <a:pt x="9508" y="9249"/>
                </a:cubicBezTo>
                <a:cubicBezTo>
                  <a:pt x="9512" y="9245"/>
                  <a:pt x="9517" y="9242"/>
                  <a:pt x="9523" y="9242"/>
                </a:cubicBezTo>
                <a:lnTo>
                  <a:pt x="9661" y="9242"/>
                </a:lnTo>
                <a:cubicBezTo>
                  <a:pt x="9667" y="9242"/>
                  <a:pt x="9672" y="9245"/>
                  <a:pt x="9676" y="9249"/>
                </a:cubicBezTo>
                <a:cubicBezTo>
                  <a:pt x="9680" y="9253"/>
                  <a:pt x="9682" y="9258"/>
                  <a:pt x="9682" y="9264"/>
                </a:cubicBezTo>
                <a:cubicBezTo>
                  <a:pt x="9682" y="9270"/>
                  <a:pt x="9680" y="9275"/>
                  <a:pt x="9676" y="9279"/>
                </a:cubicBezTo>
                <a:cubicBezTo>
                  <a:pt x="9672" y="9284"/>
                  <a:pt x="9667" y="9286"/>
                  <a:pt x="9661" y="9286"/>
                </a:cubicBezTo>
                <a:moveTo>
                  <a:pt x="9350" y="9286"/>
                </a:moveTo>
                <a:lnTo>
                  <a:pt x="9212" y="9286"/>
                </a:lnTo>
                <a:cubicBezTo>
                  <a:pt x="9206" y="9286"/>
                  <a:pt x="9201" y="9284"/>
                  <a:pt x="9197" y="9279"/>
                </a:cubicBezTo>
                <a:cubicBezTo>
                  <a:pt x="9192" y="9275"/>
                  <a:pt x="9190" y="9270"/>
                  <a:pt x="9190" y="9264"/>
                </a:cubicBezTo>
                <a:cubicBezTo>
                  <a:pt x="9190" y="9258"/>
                  <a:pt x="9192" y="9253"/>
                  <a:pt x="9197" y="9249"/>
                </a:cubicBezTo>
                <a:cubicBezTo>
                  <a:pt x="9201" y="9245"/>
                  <a:pt x="9206" y="9242"/>
                  <a:pt x="9212" y="9242"/>
                </a:cubicBezTo>
                <a:lnTo>
                  <a:pt x="9350" y="9242"/>
                </a:lnTo>
                <a:cubicBezTo>
                  <a:pt x="9356" y="9242"/>
                  <a:pt x="9362" y="9245"/>
                  <a:pt x="9366" y="9249"/>
                </a:cubicBezTo>
                <a:cubicBezTo>
                  <a:pt x="9370" y="9253"/>
                  <a:pt x="9372" y="9258"/>
                  <a:pt x="9372" y="9264"/>
                </a:cubicBezTo>
                <a:cubicBezTo>
                  <a:pt x="9372" y="9270"/>
                  <a:pt x="9370" y="9275"/>
                  <a:pt x="9366" y="9279"/>
                </a:cubicBezTo>
                <a:cubicBezTo>
                  <a:pt x="9362" y="9284"/>
                  <a:pt x="9356" y="9286"/>
                  <a:pt x="9350" y="9286"/>
                </a:cubicBezTo>
                <a:moveTo>
                  <a:pt x="9038" y="9286"/>
                </a:moveTo>
                <a:lnTo>
                  <a:pt x="8901" y="9286"/>
                </a:lnTo>
                <a:cubicBezTo>
                  <a:pt x="8895" y="9286"/>
                  <a:pt x="8890" y="9284"/>
                  <a:pt x="8886" y="9279"/>
                </a:cubicBezTo>
                <a:cubicBezTo>
                  <a:pt x="8882" y="9275"/>
                  <a:pt x="8880" y="9270"/>
                  <a:pt x="8880" y="9264"/>
                </a:cubicBezTo>
                <a:cubicBezTo>
                  <a:pt x="8880" y="9258"/>
                  <a:pt x="8882" y="9253"/>
                  <a:pt x="8886" y="9249"/>
                </a:cubicBezTo>
                <a:cubicBezTo>
                  <a:pt x="8890" y="9245"/>
                  <a:pt x="8895" y="9242"/>
                  <a:pt x="8901" y="9242"/>
                </a:cubicBezTo>
                <a:lnTo>
                  <a:pt x="9038" y="9242"/>
                </a:lnTo>
                <a:cubicBezTo>
                  <a:pt x="9044" y="9242"/>
                  <a:pt x="9049" y="9245"/>
                  <a:pt x="9054" y="9249"/>
                </a:cubicBezTo>
                <a:cubicBezTo>
                  <a:pt x="9058" y="9253"/>
                  <a:pt x="9060" y="9258"/>
                  <a:pt x="9060" y="9264"/>
                </a:cubicBezTo>
                <a:cubicBezTo>
                  <a:pt x="9060" y="9270"/>
                  <a:pt x="9058" y="9275"/>
                  <a:pt x="9054" y="9279"/>
                </a:cubicBezTo>
                <a:cubicBezTo>
                  <a:pt x="9049" y="9284"/>
                  <a:pt x="9044" y="9286"/>
                  <a:pt x="9038" y="9286"/>
                </a:cubicBezTo>
                <a:moveTo>
                  <a:pt x="8729" y="9286"/>
                </a:moveTo>
                <a:lnTo>
                  <a:pt x="8591" y="9286"/>
                </a:lnTo>
                <a:cubicBezTo>
                  <a:pt x="8585" y="9286"/>
                  <a:pt x="8580" y="9284"/>
                  <a:pt x="8575" y="9279"/>
                </a:cubicBezTo>
                <a:cubicBezTo>
                  <a:pt x="8571" y="9275"/>
                  <a:pt x="8569" y="9270"/>
                  <a:pt x="8569" y="9264"/>
                </a:cubicBezTo>
                <a:cubicBezTo>
                  <a:pt x="8569" y="9258"/>
                  <a:pt x="8571" y="9253"/>
                  <a:pt x="8575" y="9249"/>
                </a:cubicBezTo>
                <a:cubicBezTo>
                  <a:pt x="8580" y="9245"/>
                  <a:pt x="8585" y="9242"/>
                  <a:pt x="8591" y="9242"/>
                </a:cubicBezTo>
                <a:lnTo>
                  <a:pt x="8729" y="9242"/>
                </a:lnTo>
                <a:cubicBezTo>
                  <a:pt x="8735" y="9242"/>
                  <a:pt x="8740" y="9245"/>
                  <a:pt x="8744" y="9249"/>
                </a:cubicBezTo>
                <a:cubicBezTo>
                  <a:pt x="8748" y="9253"/>
                  <a:pt x="8751" y="9258"/>
                  <a:pt x="8751" y="9264"/>
                </a:cubicBezTo>
                <a:cubicBezTo>
                  <a:pt x="8751" y="9270"/>
                  <a:pt x="8748" y="9275"/>
                  <a:pt x="8744" y="9279"/>
                </a:cubicBezTo>
                <a:cubicBezTo>
                  <a:pt x="8740" y="9284"/>
                  <a:pt x="8735" y="9286"/>
                  <a:pt x="8729" y="9286"/>
                </a:cubicBezTo>
                <a:moveTo>
                  <a:pt x="8417" y="9286"/>
                </a:moveTo>
                <a:lnTo>
                  <a:pt x="8279" y="9286"/>
                </a:lnTo>
                <a:cubicBezTo>
                  <a:pt x="8273" y="9286"/>
                  <a:pt x="8268" y="9284"/>
                  <a:pt x="8264" y="9279"/>
                </a:cubicBezTo>
                <a:cubicBezTo>
                  <a:pt x="8259" y="9275"/>
                  <a:pt x="8257" y="9270"/>
                  <a:pt x="8257" y="9264"/>
                </a:cubicBezTo>
                <a:cubicBezTo>
                  <a:pt x="8257" y="9258"/>
                  <a:pt x="8259" y="9253"/>
                  <a:pt x="8264" y="9249"/>
                </a:cubicBezTo>
                <a:cubicBezTo>
                  <a:pt x="8268" y="9245"/>
                  <a:pt x="8273" y="9242"/>
                  <a:pt x="8279" y="9242"/>
                </a:cubicBezTo>
                <a:lnTo>
                  <a:pt x="8417" y="9242"/>
                </a:lnTo>
                <a:cubicBezTo>
                  <a:pt x="8423" y="9242"/>
                  <a:pt x="8428" y="9245"/>
                  <a:pt x="8432" y="9249"/>
                </a:cubicBezTo>
                <a:cubicBezTo>
                  <a:pt x="8436" y="9253"/>
                  <a:pt x="8439" y="9258"/>
                  <a:pt x="8439" y="9264"/>
                </a:cubicBezTo>
                <a:cubicBezTo>
                  <a:pt x="8439" y="9270"/>
                  <a:pt x="8436" y="9275"/>
                  <a:pt x="8432" y="9279"/>
                </a:cubicBezTo>
                <a:cubicBezTo>
                  <a:pt x="8428" y="9284"/>
                  <a:pt x="8423" y="9286"/>
                  <a:pt x="8417" y="9286"/>
                </a:cubicBezTo>
                <a:moveTo>
                  <a:pt x="8107" y="9286"/>
                </a:moveTo>
                <a:lnTo>
                  <a:pt x="7969" y="9286"/>
                </a:lnTo>
                <a:cubicBezTo>
                  <a:pt x="7963" y="9286"/>
                  <a:pt x="7958" y="9284"/>
                  <a:pt x="7954" y="9279"/>
                </a:cubicBezTo>
                <a:cubicBezTo>
                  <a:pt x="7950" y="9275"/>
                  <a:pt x="7948" y="9270"/>
                  <a:pt x="7948" y="9264"/>
                </a:cubicBezTo>
                <a:cubicBezTo>
                  <a:pt x="7948" y="9258"/>
                  <a:pt x="7950" y="9253"/>
                  <a:pt x="7954" y="9249"/>
                </a:cubicBezTo>
                <a:cubicBezTo>
                  <a:pt x="7958" y="9245"/>
                  <a:pt x="7963" y="9242"/>
                  <a:pt x="7969" y="9242"/>
                </a:cubicBezTo>
                <a:lnTo>
                  <a:pt x="8107" y="9242"/>
                </a:lnTo>
                <a:cubicBezTo>
                  <a:pt x="8113" y="9242"/>
                  <a:pt x="8118" y="9245"/>
                  <a:pt x="8122" y="9249"/>
                </a:cubicBezTo>
                <a:cubicBezTo>
                  <a:pt x="8127" y="9253"/>
                  <a:pt x="8129" y="9258"/>
                  <a:pt x="8129" y="9264"/>
                </a:cubicBezTo>
                <a:cubicBezTo>
                  <a:pt x="8129" y="9270"/>
                  <a:pt x="8127" y="9275"/>
                  <a:pt x="8122" y="9279"/>
                </a:cubicBezTo>
                <a:cubicBezTo>
                  <a:pt x="8118" y="9284"/>
                  <a:pt x="8113" y="9286"/>
                  <a:pt x="8107" y="9286"/>
                </a:cubicBezTo>
                <a:moveTo>
                  <a:pt x="7796" y="9286"/>
                </a:moveTo>
                <a:lnTo>
                  <a:pt x="7657" y="9286"/>
                </a:lnTo>
                <a:cubicBezTo>
                  <a:pt x="7651" y="9286"/>
                  <a:pt x="7646" y="9284"/>
                  <a:pt x="7641" y="9279"/>
                </a:cubicBezTo>
                <a:cubicBezTo>
                  <a:pt x="7637" y="9275"/>
                  <a:pt x="7635" y="9270"/>
                  <a:pt x="7635" y="9264"/>
                </a:cubicBezTo>
                <a:cubicBezTo>
                  <a:pt x="7635" y="9258"/>
                  <a:pt x="7637" y="9253"/>
                  <a:pt x="7641" y="9249"/>
                </a:cubicBezTo>
                <a:cubicBezTo>
                  <a:pt x="7646" y="9245"/>
                  <a:pt x="7651" y="9242"/>
                  <a:pt x="7657" y="9242"/>
                </a:cubicBezTo>
                <a:lnTo>
                  <a:pt x="7796" y="9242"/>
                </a:lnTo>
                <a:cubicBezTo>
                  <a:pt x="7802" y="9242"/>
                  <a:pt x="7807" y="9245"/>
                  <a:pt x="7811" y="9249"/>
                </a:cubicBezTo>
                <a:cubicBezTo>
                  <a:pt x="7815" y="9253"/>
                  <a:pt x="7818" y="9258"/>
                  <a:pt x="7818" y="9264"/>
                </a:cubicBezTo>
                <a:cubicBezTo>
                  <a:pt x="7818" y="9270"/>
                  <a:pt x="7815" y="9275"/>
                  <a:pt x="7811" y="9279"/>
                </a:cubicBezTo>
                <a:cubicBezTo>
                  <a:pt x="7807" y="9284"/>
                  <a:pt x="7802" y="9286"/>
                  <a:pt x="7796" y="9286"/>
                </a:cubicBezTo>
                <a:moveTo>
                  <a:pt x="7485" y="9286"/>
                </a:moveTo>
                <a:lnTo>
                  <a:pt x="7348" y="9286"/>
                </a:lnTo>
                <a:cubicBezTo>
                  <a:pt x="7342" y="9286"/>
                  <a:pt x="7336" y="9284"/>
                  <a:pt x="7332" y="9279"/>
                </a:cubicBezTo>
                <a:cubicBezTo>
                  <a:pt x="7328" y="9275"/>
                  <a:pt x="7326" y="9270"/>
                  <a:pt x="7326" y="9264"/>
                </a:cubicBezTo>
                <a:cubicBezTo>
                  <a:pt x="7326" y="9258"/>
                  <a:pt x="7328" y="9253"/>
                  <a:pt x="7332" y="9249"/>
                </a:cubicBezTo>
                <a:cubicBezTo>
                  <a:pt x="7336" y="9245"/>
                  <a:pt x="7342" y="9242"/>
                  <a:pt x="7348" y="9242"/>
                </a:cubicBezTo>
                <a:lnTo>
                  <a:pt x="7485" y="9242"/>
                </a:lnTo>
                <a:cubicBezTo>
                  <a:pt x="7491" y="9242"/>
                  <a:pt x="7496" y="9245"/>
                  <a:pt x="7500" y="9249"/>
                </a:cubicBezTo>
                <a:cubicBezTo>
                  <a:pt x="7504" y="9253"/>
                  <a:pt x="7507" y="9258"/>
                  <a:pt x="7507" y="9264"/>
                </a:cubicBezTo>
                <a:cubicBezTo>
                  <a:pt x="7507" y="9270"/>
                  <a:pt x="7504" y="9275"/>
                  <a:pt x="7500" y="9279"/>
                </a:cubicBezTo>
                <a:cubicBezTo>
                  <a:pt x="7496" y="9284"/>
                  <a:pt x="7491" y="9286"/>
                  <a:pt x="7485" y="9286"/>
                </a:cubicBezTo>
                <a:moveTo>
                  <a:pt x="7175" y="9286"/>
                </a:moveTo>
                <a:lnTo>
                  <a:pt x="7036" y="9286"/>
                </a:lnTo>
                <a:cubicBezTo>
                  <a:pt x="7030" y="9286"/>
                  <a:pt x="7025" y="9284"/>
                  <a:pt x="7021" y="9279"/>
                </a:cubicBezTo>
                <a:cubicBezTo>
                  <a:pt x="7016" y="9275"/>
                  <a:pt x="7014" y="9270"/>
                  <a:pt x="7014" y="9264"/>
                </a:cubicBezTo>
                <a:cubicBezTo>
                  <a:pt x="7014" y="9258"/>
                  <a:pt x="7016" y="9253"/>
                  <a:pt x="7021" y="9249"/>
                </a:cubicBezTo>
                <a:cubicBezTo>
                  <a:pt x="7025" y="9245"/>
                  <a:pt x="7030" y="9242"/>
                  <a:pt x="7036" y="9242"/>
                </a:cubicBezTo>
                <a:lnTo>
                  <a:pt x="7175" y="9242"/>
                </a:lnTo>
                <a:cubicBezTo>
                  <a:pt x="7181" y="9242"/>
                  <a:pt x="7186" y="9245"/>
                  <a:pt x="7190" y="9249"/>
                </a:cubicBezTo>
                <a:cubicBezTo>
                  <a:pt x="7194" y="9253"/>
                  <a:pt x="7196" y="9258"/>
                  <a:pt x="7196" y="9264"/>
                </a:cubicBezTo>
                <a:cubicBezTo>
                  <a:pt x="7196" y="9270"/>
                  <a:pt x="7194" y="9275"/>
                  <a:pt x="7190" y="9279"/>
                </a:cubicBezTo>
                <a:cubicBezTo>
                  <a:pt x="7186" y="9284"/>
                  <a:pt x="7181" y="9286"/>
                  <a:pt x="7175" y="9286"/>
                </a:cubicBezTo>
                <a:moveTo>
                  <a:pt x="6862" y="9286"/>
                </a:moveTo>
                <a:lnTo>
                  <a:pt x="6725" y="9286"/>
                </a:lnTo>
                <a:cubicBezTo>
                  <a:pt x="6719" y="9286"/>
                  <a:pt x="6714" y="9284"/>
                  <a:pt x="6710" y="9279"/>
                </a:cubicBezTo>
                <a:cubicBezTo>
                  <a:pt x="6706" y="9275"/>
                  <a:pt x="6704" y="9270"/>
                  <a:pt x="6704" y="9264"/>
                </a:cubicBezTo>
                <a:cubicBezTo>
                  <a:pt x="6704" y="9258"/>
                  <a:pt x="6706" y="9253"/>
                  <a:pt x="6710" y="9249"/>
                </a:cubicBezTo>
                <a:cubicBezTo>
                  <a:pt x="6714" y="9245"/>
                  <a:pt x="6719" y="9242"/>
                  <a:pt x="6725" y="9242"/>
                </a:cubicBezTo>
                <a:lnTo>
                  <a:pt x="6862" y="9242"/>
                </a:lnTo>
                <a:cubicBezTo>
                  <a:pt x="6868" y="9242"/>
                  <a:pt x="6873" y="9245"/>
                  <a:pt x="6877" y="9249"/>
                </a:cubicBezTo>
                <a:cubicBezTo>
                  <a:pt x="6881" y="9253"/>
                  <a:pt x="6884" y="9258"/>
                  <a:pt x="6884" y="9264"/>
                </a:cubicBezTo>
                <a:cubicBezTo>
                  <a:pt x="6884" y="9270"/>
                  <a:pt x="6881" y="9275"/>
                  <a:pt x="6877" y="9279"/>
                </a:cubicBezTo>
                <a:cubicBezTo>
                  <a:pt x="6873" y="9284"/>
                  <a:pt x="6868" y="9286"/>
                  <a:pt x="6862" y="9286"/>
                </a:cubicBezTo>
                <a:moveTo>
                  <a:pt x="6553" y="9286"/>
                </a:moveTo>
                <a:lnTo>
                  <a:pt x="6415" y="9286"/>
                </a:lnTo>
                <a:cubicBezTo>
                  <a:pt x="6409" y="9286"/>
                  <a:pt x="6404" y="9284"/>
                  <a:pt x="6400" y="9279"/>
                </a:cubicBezTo>
                <a:cubicBezTo>
                  <a:pt x="6396" y="9275"/>
                  <a:pt x="6393" y="9270"/>
                  <a:pt x="6393" y="9264"/>
                </a:cubicBezTo>
                <a:cubicBezTo>
                  <a:pt x="6393" y="9258"/>
                  <a:pt x="6396" y="9253"/>
                  <a:pt x="6400" y="9249"/>
                </a:cubicBezTo>
                <a:cubicBezTo>
                  <a:pt x="6404" y="9245"/>
                  <a:pt x="6409" y="9242"/>
                  <a:pt x="6415" y="9242"/>
                </a:cubicBezTo>
                <a:lnTo>
                  <a:pt x="6553" y="9242"/>
                </a:lnTo>
                <a:cubicBezTo>
                  <a:pt x="6559" y="9242"/>
                  <a:pt x="6564" y="9245"/>
                  <a:pt x="6569" y="9249"/>
                </a:cubicBezTo>
                <a:cubicBezTo>
                  <a:pt x="6573" y="9253"/>
                  <a:pt x="6575" y="9258"/>
                  <a:pt x="6575" y="9264"/>
                </a:cubicBezTo>
                <a:cubicBezTo>
                  <a:pt x="6575" y="9270"/>
                  <a:pt x="6573" y="9275"/>
                  <a:pt x="6569" y="9279"/>
                </a:cubicBezTo>
                <a:cubicBezTo>
                  <a:pt x="6564" y="9284"/>
                  <a:pt x="6559" y="9286"/>
                  <a:pt x="6553" y="9286"/>
                </a:cubicBezTo>
                <a:moveTo>
                  <a:pt x="6241" y="9286"/>
                </a:moveTo>
                <a:lnTo>
                  <a:pt x="6102" y="9286"/>
                </a:lnTo>
                <a:cubicBezTo>
                  <a:pt x="6096" y="9286"/>
                  <a:pt x="6091" y="9284"/>
                  <a:pt x="6087" y="9279"/>
                </a:cubicBezTo>
                <a:cubicBezTo>
                  <a:pt x="6082" y="9275"/>
                  <a:pt x="6080" y="9270"/>
                  <a:pt x="6080" y="9264"/>
                </a:cubicBezTo>
                <a:cubicBezTo>
                  <a:pt x="6080" y="9258"/>
                  <a:pt x="6082" y="9253"/>
                  <a:pt x="6087" y="9249"/>
                </a:cubicBezTo>
                <a:cubicBezTo>
                  <a:pt x="6091" y="9245"/>
                  <a:pt x="6096" y="9242"/>
                  <a:pt x="6102" y="9242"/>
                </a:cubicBezTo>
                <a:lnTo>
                  <a:pt x="6241" y="9242"/>
                </a:lnTo>
                <a:cubicBezTo>
                  <a:pt x="6247" y="9242"/>
                  <a:pt x="6252" y="9245"/>
                  <a:pt x="6257" y="9249"/>
                </a:cubicBezTo>
                <a:cubicBezTo>
                  <a:pt x="6261" y="9253"/>
                  <a:pt x="6263" y="9258"/>
                  <a:pt x="6263" y="9264"/>
                </a:cubicBezTo>
                <a:cubicBezTo>
                  <a:pt x="6263" y="9270"/>
                  <a:pt x="6261" y="9275"/>
                  <a:pt x="6257" y="9279"/>
                </a:cubicBezTo>
                <a:cubicBezTo>
                  <a:pt x="6252" y="9284"/>
                  <a:pt x="6247" y="9286"/>
                  <a:pt x="6241" y="9286"/>
                </a:cubicBezTo>
                <a:moveTo>
                  <a:pt x="5931" y="9286"/>
                </a:moveTo>
                <a:lnTo>
                  <a:pt x="5794" y="9286"/>
                </a:lnTo>
                <a:cubicBezTo>
                  <a:pt x="5788" y="9286"/>
                  <a:pt x="5783" y="9284"/>
                  <a:pt x="5778" y="9279"/>
                </a:cubicBezTo>
                <a:cubicBezTo>
                  <a:pt x="5774" y="9275"/>
                  <a:pt x="5772" y="9270"/>
                  <a:pt x="5772" y="9264"/>
                </a:cubicBezTo>
                <a:cubicBezTo>
                  <a:pt x="5772" y="9258"/>
                  <a:pt x="5774" y="9253"/>
                  <a:pt x="5778" y="9249"/>
                </a:cubicBezTo>
                <a:cubicBezTo>
                  <a:pt x="5783" y="9245"/>
                  <a:pt x="5788" y="9242"/>
                  <a:pt x="5794" y="9242"/>
                </a:cubicBezTo>
                <a:lnTo>
                  <a:pt x="5931" y="9242"/>
                </a:lnTo>
                <a:cubicBezTo>
                  <a:pt x="5937" y="9242"/>
                  <a:pt x="5942" y="9245"/>
                  <a:pt x="5946" y="9249"/>
                </a:cubicBezTo>
                <a:cubicBezTo>
                  <a:pt x="5951" y="9253"/>
                  <a:pt x="5953" y="9258"/>
                  <a:pt x="5953" y="9264"/>
                </a:cubicBezTo>
                <a:cubicBezTo>
                  <a:pt x="5953" y="9270"/>
                  <a:pt x="5951" y="9275"/>
                  <a:pt x="5946" y="9279"/>
                </a:cubicBezTo>
                <a:cubicBezTo>
                  <a:pt x="5942" y="9284"/>
                  <a:pt x="5937" y="9286"/>
                  <a:pt x="5931" y="9286"/>
                </a:cubicBezTo>
                <a:moveTo>
                  <a:pt x="5621" y="9286"/>
                </a:moveTo>
                <a:lnTo>
                  <a:pt x="5482" y="9286"/>
                </a:lnTo>
                <a:cubicBezTo>
                  <a:pt x="5476" y="9286"/>
                  <a:pt x="5470" y="9284"/>
                  <a:pt x="5466" y="9279"/>
                </a:cubicBezTo>
                <a:cubicBezTo>
                  <a:pt x="5462" y="9275"/>
                  <a:pt x="5460" y="9270"/>
                  <a:pt x="5460" y="9264"/>
                </a:cubicBezTo>
                <a:cubicBezTo>
                  <a:pt x="5460" y="9258"/>
                  <a:pt x="5462" y="9253"/>
                  <a:pt x="5466" y="9249"/>
                </a:cubicBezTo>
                <a:cubicBezTo>
                  <a:pt x="5470" y="9245"/>
                  <a:pt x="5476" y="9242"/>
                  <a:pt x="5482" y="9242"/>
                </a:cubicBezTo>
                <a:lnTo>
                  <a:pt x="5621" y="9242"/>
                </a:lnTo>
                <a:cubicBezTo>
                  <a:pt x="5627" y="9242"/>
                  <a:pt x="5632" y="9245"/>
                  <a:pt x="5636" y="9249"/>
                </a:cubicBezTo>
                <a:cubicBezTo>
                  <a:pt x="5640" y="9253"/>
                  <a:pt x="5642" y="9258"/>
                  <a:pt x="5642" y="9264"/>
                </a:cubicBezTo>
                <a:cubicBezTo>
                  <a:pt x="5642" y="9270"/>
                  <a:pt x="5640" y="9275"/>
                  <a:pt x="5636" y="9279"/>
                </a:cubicBezTo>
                <a:cubicBezTo>
                  <a:pt x="5632" y="9284"/>
                  <a:pt x="5627" y="9286"/>
                  <a:pt x="5621" y="9286"/>
                </a:cubicBezTo>
                <a:moveTo>
                  <a:pt x="5307" y="9286"/>
                </a:moveTo>
                <a:lnTo>
                  <a:pt x="5171" y="9286"/>
                </a:lnTo>
                <a:cubicBezTo>
                  <a:pt x="5165" y="9286"/>
                  <a:pt x="5160" y="9284"/>
                  <a:pt x="5156" y="9279"/>
                </a:cubicBezTo>
                <a:cubicBezTo>
                  <a:pt x="5151" y="9275"/>
                  <a:pt x="5149" y="9270"/>
                  <a:pt x="5149" y="9264"/>
                </a:cubicBezTo>
                <a:cubicBezTo>
                  <a:pt x="5149" y="9258"/>
                  <a:pt x="5151" y="9253"/>
                  <a:pt x="5156" y="9249"/>
                </a:cubicBezTo>
                <a:cubicBezTo>
                  <a:pt x="5160" y="9245"/>
                  <a:pt x="5165" y="9242"/>
                  <a:pt x="5171" y="9242"/>
                </a:cubicBezTo>
                <a:lnTo>
                  <a:pt x="5307" y="9242"/>
                </a:lnTo>
                <a:cubicBezTo>
                  <a:pt x="5313" y="9242"/>
                  <a:pt x="5319" y="9245"/>
                  <a:pt x="5323" y="9249"/>
                </a:cubicBezTo>
                <a:cubicBezTo>
                  <a:pt x="5327" y="9253"/>
                  <a:pt x="5329" y="9258"/>
                  <a:pt x="5329" y="9264"/>
                </a:cubicBezTo>
                <a:cubicBezTo>
                  <a:pt x="5329" y="9270"/>
                  <a:pt x="5327" y="9275"/>
                  <a:pt x="5323" y="9279"/>
                </a:cubicBezTo>
                <a:cubicBezTo>
                  <a:pt x="5319" y="9284"/>
                  <a:pt x="5313" y="9286"/>
                  <a:pt x="5307" y="9286"/>
                </a:cubicBezTo>
                <a:moveTo>
                  <a:pt x="4999" y="9286"/>
                </a:moveTo>
                <a:lnTo>
                  <a:pt x="4861" y="9286"/>
                </a:lnTo>
                <a:cubicBezTo>
                  <a:pt x="4855" y="9286"/>
                  <a:pt x="4850" y="9284"/>
                  <a:pt x="4846" y="9279"/>
                </a:cubicBezTo>
                <a:cubicBezTo>
                  <a:pt x="4842" y="9275"/>
                  <a:pt x="4839" y="9270"/>
                  <a:pt x="4839" y="9264"/>
                </a:cubicBezTo>
                <a:cubicBezTo>
                  <a:pt x="4839" y="9258"/>
                  <a:pt x="4842" y="9253"/>
                  <a:pt x="4846" y="9249"/>
                </a:cubicBezTo>
                <a:cubicBezTo>
                  <a:pt x="4850" y="9245"/>
                  <a:pt x="4855" y="9242"/>
                  <a:pt x="4861" y="9242"/>
                </a:cubicBezTo>
                <a:lnTo>
                  <a:pt x="4999" y="9242"/>
                </a:lnTo>
                <a:cubicBezTo>
                  <a:pt x="5005" y="9242"/>
                  <a:pt x="5010" y="9245"/>
                  <a:pt x="5015" y="9249"/>
                </a:cubicBezTo>
                <a:cubicBezTo>
                  <a:pt x="5019" y="9253"/>
                  <a:pt x="5021" y="9258"/>
                  <a:pt x="5021" y="9264"/>
                </a:cubicBezTo>
                <a:cubicBezTo>
                  <a:pt x="5021" y="9270"/>
                  <a:pt x="5019" y="9275"/>
                  <a:pt x="5015" y="9279"/>
                </a:cubicBezTo>
                <a:cubicBezTo>
                  <a:pt x="5010" y="9284"/>
                  <a:pt x="5005" y="9286"/>
                  <a:pt x="4999" y="9286"/>
                </a:cubicBezTo>
                <a:moveTo>
                  <a:pt x="4687" y="9286"/>
                </a:moveTo>
                <a:lnTo>
                  <a:pt x="4547" y="9286"/>
                </a:lnTo>
                <a:cubicBezTo>
                  <a:pt x="4541" y="9286"/>
                  <a:pt x="4536" y="9284"/>
                  <a:pt x="4532" y="9279"/>
                </a:cubicBezTo>
                <a:cubicBezTo>
                  <a:pt x="4528" y="9275"/>
                  <a:pt x="4526" y="9270"/>
                  <a:pt x="4526" y="9264"/>
                </a:cubicBezTo>
                <a:cubicBezTo>
                  <a:pt x="4526" y="9258"/>
                  <a:pt x="4528" y="9253"/>
                  <a:pt x="4532" y="9249"/>
                </a:cubicBezTo>
                <a:cubicBezTo>
                  <a:pt x="4536" y="9245"/>
                  <a:pt x="4541" y="9242"/>
                  <a:pt x="4547" y="9242"/>
                </a:cubicBezTo>
                <a:lnTo>
                  <a:pt x="4687" y="9242"/>
                </a:lnTo>
                <a:cubicBezTo>
                  <a:pt x="4693" y="9242"/>
                  <a:pt x="4698" y="9245"/>
                  <a:pt x="4702" y="9249"/>
                </a:cubicBezTo>
                <a:cubicBezTo>
                  <a:pt x="4707" y="9253"/>
                  <a:pt x="4709" y="9258"/>
                  <a:pt x="4709" y="9264"/>
                </a:cubicBezTo>
                <a:cubicBezTo>
                  <a:pt x="4709" y="9270"/>
                  <a:pt x="4707" y="9275"/>
                  <a:pt x="4702" y="9279"/>
                </a:cubicBezTo>
                <a:cubicBezTo>
                  <a:pt x="4698" y="9284"/>
                  <a:pt x="4693" y="9286"/>
                  <a:pt x="4687" y="9286"/>
                </a:cubicBezTo>
                <a:moveTo>
                  <a:pt x="4376" y="9286"/>
                </a:moveTo>
                <a:lnTo>
                  <a:pt x="4239" y="9286"/>
                </a:lnTo>
                <a:cubicBezTo>
                  <a:pt x="4233" y="9286"/>
                  <a:pt x="4228" y="9284"/>
                  <a:pt x="4224" y="9279"/>
                </a:cubicBezTo>
                <a:cubicBezTo>
                  <a:pt x="4220" y="9275"/>
                  <a:pt x="4218" y="9270"/>
                  <a:pt x="4218" y="9264"/>
                </a:cubicBezTo>
                <a:cubicBezTo>
                  <a:pt x="4218" y="9258"/>
                  <a:pt x="4220" y="9253"/>
                  <a:pt x="4224" y="9249"/>
                </a:cubicBezTo>
                <a:cubicBezTo>
                  <a:pt x="4228" y="9245"/>
                  <a:pt x="4233" y="9242"/>
                  <a:pt x="4239" y="9242"/>
                </a:cubicBezTo>
                <a:lnTo>
                  <a:pt x="4376" y="9242"/>
                </a:lnTo>
                <a:cubicBezTo>
                  <a:pt x="4382" y="9242"/>
                  <a:pt x="4387" y="9245"/>
                  <a:pt x="4392" y="9249"/>
                </a:cubicBezTo>
                <a:cubicBezTo>
                  <a:pt x="4396" y="9253"/>
                  <a:pt x="4398" y="9258"/>
                  <a:pt x="4398" y="9264"/>
                </a:cubicBezTo>
                <a:cubicBezTo>
                  <a:pt x="4398" y="9270"/>
                  <a:pt x="4396" y="9275"/>
                  <a:pt x="4392" y="9279"/>
                </a:cubicBezTo>
                <a:cubicBezTo>
                  <a:pt x="4387" y="9284"/>
                  <a:pt x="4382" y="9286"/>
                  <a:pt x="4376" y="9286"/>
                </a:cubicBezTo>
                <a:moveTo>
                  <a:pt x="4067" y="9286"/>
                </a:moveTo>
                <a:lnTo>
                  <a:pt x="3928" y="9286"/>
                </a:lnTo>
                <a:cubicBezTo>
                  <a:pt x="3922" y="9286"/>
                  <a:pt x="3917" y="9284"/>
                  <a:pt x="3913" y="9279"/>
                </a:cubicBezTo>
                <a:cubicBezTo>
                  <a:pt x="3909" y="9275"/>
                  <a:pt x="3906" y="9270"/>
                  <a:pt x="3906" y="9264"/>
                </a:cubicBezTo>
                <a:cubicBezTo>
                  <a:pt x="3906" y="9258"/>
                  <a:pt x="3909" y="9253"/>
                  <a:pt x="3913" y="9249"/>
                </a:cubicBezTo>
                <a:cubicBezTo>
                  <a:pt x="3917" y="9245"/>
                  <a:pt x="3922" y="9242"/>
                  <a:pt x="3928" y="9242"/>
                </a:cubicBezTo>
                <a:lnTo>
                  <a:pt x="4067" y="9242"/>
                </a:lnTo>
                <a:cubicBezTo>
                  <a:pt x="4073" y="9242"/>
                  <a:pt x="4078" y="9245"/>
                  <a:pt x="4082" y="9249"/>
                </a:cubicBezTo>
                <a:cubicBezTo>
                  <a:pt x="4086" y="9253"/>
                  <a:pt x="4088" y="9258"/>
                  <a:pt x="4088" y="9264"/>
                </a:cubicBezTo>
                <a:cubicBezTo>
                  <a:pt x="4088" y="9270"/>
                  <a:pt x="4086" y="9275"/>
                  <a:pt x="4082" y="9279"/>
                </a:cubicBezTo>
                <a:cubicBezTo>
                  <a:pt x="4078" y="9284"/>
                  <a:pt x="4073" y="9286"/>
                  <a:pt x="4067" y="9286"/>
                </a:cubicBezTo>
                <a:moveTo>
                  <a:pt x="3753" y="9286"/>
                </a:moveTo>
                <a:lnTo>
                  <a:pt x="3615" y="9286"/>
                </a:lnTo>
                <a:cubicBezTo>
                  <a:pt x="3609" y="9286"/>
                  <a:pt x="3604" y="9284"/>
                  <a:pt x="3600" y="9279"/>
                </a:cubicBezTo>
                <a:cubicBezTo>
                  <a:pt x="3596" y="9275"/>
                  <a:pt x="3594" y="9270"/>
                  <a:pt x="3594" y="9264"/>
                </a:cubicBezTo>
                <a:cubicBezTo>
                  <a:pt x="3594" y="9258"/>
                  <a:pt x="3596" y="9253"/>
                  <a:pt x="3600" y="9249"/>
                </a:cubicBezTo>
                <a:cubicBezTo>
                  <a:pt x="3604" y="9245"/>
                  <a:pt x="3609" y="9242"/>
                  <a:pt x="3615" y="9242"/>
                </a:cubicBezTo>
                <a:lnTo>
                  <a:pt x="3753" y="9242"/>
                </a:lnTo>
                <a:cubicBezTo>
                  <a:pt x="3759" y="9242"/>
                  <a:pt x="3764" y="9245"/>
                  <a:pt x="3769" y="9249"/>
                </a:cubicBezTo>
                <a:cubicBezTo>
                  <a:pt x="3773" y="9253"/>
                  <a:pt x="3775" y="9258"/>
                  <a:pt x="3775" y="9264"/>
                </a:cubicBezTo>
                <a:cubicBezTo>
                  <a:pt x="3775" y="9270"/>
                  <a:pt x="3773" y="9275"/>
                  <a:pt x="3769" y="9279"/>
                </a:cubicBezTo>
                <a:cubicBezTo>
                  <a:pt x="3764" y="9284"/>
                  <a:pt x="3759" y="9286"/>
                  <a:pt x="3753" y="9286"/>
                </a:cubicBezTo>
                <a:moveTo>
                  <a:pt x="3445" y="9286"/>
                </a:moveTo>
                <a:lnTo>
                  <a:pt x="3307" y="9286"/>
                </a:lnTo>
                <a:cubicBezTo>
                  <a:pt x="3301" y="9286"/>
                  <a:pt x="3296" y="9284"/>
                  <a:pt x="3292" y="9279"/>
                </a:cubicBezTo>
                <a:cubicBezTo>
                  <a:pt x="3288" y="9275"/>
                  <a:pt x="3286" y="9270"/>
                  <a:pt x="3286" y="9264"/>
                </a:cubicBezTo>
                <a:cubicBezTo>
                  <a:pt x="3286" y="9258"/>
                  <a:pt x="3288" y="9253"/>
                  <a:pt x="3292" y="9249"/>
                </a:cubicBezTo>
                <a:cubicBezTo>
                  <a:pt x="3296" y="9245"/>
                  <a:pt x="3301" y="9242"/>
                  <a:pt x="3307" y="9242"/>
                </a:cubicBezTo>
                <a:lnTo>
                  <a:pt x="3445" y="9242"/>
                </a:lnTo>
                <a:cubicBezTo>
                  <a:pt x="3451" y="9242"/>
                  <a:pt x="3456" y="9245"/>
                  <a:pt x="3460" y="9249"/>
                </a:cubicBezTo>
                <a:cubicBezTo>
                  <a:pt x="3464" y="9253"/>
                  <a:pt x="3466" y="9258"/>
                  <a:pt x="3466" y="9264"/>
                </a:cubicBezTo>
                <a:cubicBezTo>
                  <a:pt x="3466" y="9270"/>
                  <a:pt x="3464" y="9275"/>
                  <a:pt x="3460" y="9279"/>
                </a:cubicBezTo>
                <a:cubicBezTo>
                  <a:pt x="3456" y="9284"/>
                  <a:pt x="3451" y="9286"/>
                  <a:pt x="3445" y="9286"/>
                </a:cubicBezTo>
                <a:moveTo>
                  <a:pt x="3134" y="9286"/>
                </a:moveTo>
                <a:lnTo>
                  <a:pt x="2995" y="9286"/>
                </a:lnTo>
                <a:cubicBezTo>
                  <a:pt x="2989" y="9286"/>
                  <a:pt x="2984" y="9284"/>
                  <a:pt x="2979" y="9279"/>
                </a:cubicBezTo>
                <a:cubicBezTo>
                  <a:pt x="2975" y="9275"/>
                  <a:pt x="2973" y="9270"/>
                  <a:pt x="2973" y="9264"/>
                </a:cubicBezTo>
                <a:cubicBezTo>
                  <a:pt x="2973" y="9258"/>
                  <a:pt x="2975" y="9253"/>
                  <a:pt x="2979" y="9249"/>
                </a:cubicBezTo>
                <a:cubicBezTo>
                  <a:pt x="2984" y="9245"/>
                  <a:pt x="2989" y="9242"/>
                  <a:pt x="2995" y="9242"/>
                </a:cubicBezTo>
                <a:lnTo>
                  <a:pt x="3134" y="9242"/>
                </a:lnTo>
                <a:cubicBezTo>
                  <a:pt x="3140" y="9242"/>
                  <a:pt x="3145" y="9245"/>
                  <a:pt x="3149" y="9249"/>
                </a:cubicBezTo>
                <a:cubicBezTo>
                  <a:pt x="3154" y="9253"/>
                  <a:pt x="3156" y="9258"/>
                  <a:pt x="3156" y="9264"/>
                </a:cubicBezTo>
                <a:cubicBezTo>
                  <a:pt x="3156" y="9270"/>
                  <a:pt x="3154" y="9275"/>
                  <a:pt x="3149" y="9279"/>
                </a:cubicBezTo>
                <a:cubicBezTo>
                  <a:pt x="3145" y="9284"/>
                  <a:pt x="3140" y="9286"/>
                  <a:pt x="3134" y="9286"/>
                </a:cubicBezTo>
                <a:moveTo>
                  <a:pt x="2820" y="9286"/>
                </a:moveTo>
                <a:lnTo>
                  <a:pt x="2684" y="9286"/>
                </a:lnTo>
                <a:cubicBezTo>
                  <a:pt x="2678" y="9286"/>
                  <a:pt x="2673" y="9284"/>
                  <a:pt x="2668" y="9279"/>
                </a:cubicBezTo>
                <a:cubicBezTo>
                  <a:pt x="2664" y="9275"/>
                  <a:pt x="2662" y="9270"/>
                  <a:pt x="2662" y="9264"/>
                </a:cubicBezTo>
                <a:cubicBezTo>
                  <a:pt x="2662" y="9258"/>
                  <a:pt x="2664" y="9253"/>
                  <a:pt x="2668" y="9249"/>
                </a:cubicBezTo>
                <a:cubicBezTo>
                  <a:pt x="2673" y="9245"/>
                  <a:pt x="2678" y="9242"/>
                  <a:pt x="2684" y="9242"/>
                </a:cubicBezTo>
                <a:lnTo>
                  <a:pt x="2820" y="9242"/>
                </a:lnTo>
                <a:cubicBezTo>
                  <a:pt x="2826" y="9242"/>
                  <a:pt x="2831" y="9245"/>
                  <a:pt x="2835" y="9249"/>
                </a:cubicBezTo>
                <a:cubicBezTo>
                  <a:pt x="2839" y="9253"/>
                  <a:pt x="2841" y="9258"/>
                  <a:pt x="2841" y="9264"/>
                </a:cubicBezTo>
                <a:cubicBezTo>
                  <a:pt x="2841" y="9270"/>
                  <a:pt x="2839" y="9275"/>
                  <a:pt x="2835" y="9279"/>
                </a:cubicBezTo>
                <a:cubicBezTo>
                  <a:pt x="2831" y="9284"/>
                  <a:pt x="2826" y="9286"/>
                  <a:pt x="2820" y="9286"/>
                </a:cubicBezTo>
                <a:moveTo>
                  <a:pt x="2512" y="9286"/>
                </a:moveTo>
                <a:lnTo>
                  <a:pt x="2375" y="9286"/>
                </a:lnTo>
                <a:cubicBezTo>
                  <a:pt x="2369" y="9286"/>
                  <a:pt x="2364" y="9284"/>
                  <a:pt x="2359" y="9279"/>
                </a:cubicBezTo>
                <a:cubicBezTo>
                  <a:pt x="2355" y="9275"/>
                  <a:pt x="2353" y="9270"/>
                  <a:pt x="2353" y="9264"/>
                </a:cubicBezTo>
                <a:cubicBezTo>
                  <a:pt x="2353" y="9258"/>
                  <a:pt x="2355" y="9253"/>
                  <a:pt x="2359" y="9249"/>
                </a:cubicBezTo>
                <a:cubicBezTo>
                  <a:pt x="2364" y="9245"/>
                  <a:pt x="2369" y="9242"/>
                  <a:pt x="2375" y="9242"/>
                </a:cubicBezTo>
                <a:lnTo>
                  <a:pt x="2512" y="9242"/>
                </a:lnTo>
                <a:cubicBezTo>
                  <a:pt x="2518" y="9242"/>
                  <a:pt x="2524" y="9245"/>
                  <a:pt x="2528" y="9249"/>
                </a:cubicBezTo>
                <a:cubicBezTo>
                  <a:pt x="2532" y="9253"/>
                  <a:pt x="2534" y="9258"/>
                  <a:pt x="2534" y="9264"/>
                </a:cubicBezTo>
                <a:cubicBezTo>
                  <a:pt x="2534" y="9270"/>
                  <a:pt x="2532" y="9275"/>
                  <a:pt x="2528" y="9279"/>
                </a:cubicBezTo>
                <a:cubicBezTo>
                  <a:pt x="2524" y="9284"/>
                  <a:pt x="2518" y="9286"/>
                  <a:pt x="2512" y="9286"/>
                </a:cubicBezTo>
                <a:moveTo>
                  <a:pt x="2201" y="9286"/>
                </a:moveTo>
                <a:lnTo>
                  <a:pt x="2062" y="9286"/>
                </a:lnTo>
                <a:cubicBezTo>
                  <a:pt x="2056" y="9286"/>
                  <a:pt x="2051" y="9284"/>
                  <a:pt x="2046" y="9279"/>
                </a:cubicBezTo>
                <a:cubicBezTo>
                  <a:pt x="2042" y="9275"/>
                  <a:pt x="2040" y="9270"/>
                  <a:pt x="2040" y="9264"/>
                </a:cubicBezTo>
                <a:cubicBezTo>
                  <a:pt x="2040" y="9258"/>
                  <a:pt x="2042" y="9253"/>
                  <a:pt x="2046" y="9249"/>
                </a:cubicBezTo>
                <a:cubicBezTo>
                  <a:pt x="2051" y="9245"/>
                  <a:pt x="2056" y="9242"/>
                  <a:pt x="2062" y="9242"/>
                </a:cubicBezTo>
                <a:lnTo>
                  <a:pt x="2201" y="9242"/>
                </a:lnTo>
                <a:cubicBezTo>
                  <a:pt x="2207" y="9242"/>
                  <a:pt x="2212" y="9245"/>
                  <a:pt x="2217" y="9249"/>
                </a:cubicBezTo>
                <a:cubicBezTo>
                  <a:pt x="2221" y="9253"/>
                  <a:pt x="2223" y="9258"/>
                  <a:pt x="2223" y="9264"/>
                </a:cubicBezTo>
                <a:cubicBezTo>
                  <a:pt x="2223" y="9270"/>
                  <a:pt x="2221" y="9275"/>
                  <a:pt x="2217" y="9279"/>
                </a:cubicBezTo>
                <a:cubicBezTo>
                  <a:pt x="2212" y="9284"/>
                  <a:pt x="2207" y="9286"/>
                  <a:pt x="2201" y="9286"/>
                </a:cubicBezTo>
                <a:moveTo>
                  <a:pt x="1888" y="9286"/>
                </a:moveTo>
                <a:lnTo>
                  <a:pt x="1751" y="9286"/>
                </a:lnTo>
                <a:cubicBezTo>
                  <a:pt x="1745" y="9286"/>
                  <a:pt x="1740" y="9284"/>
                  <a:pt x="1736" y="9279"/>
                </a:cubicBezTo>
                <a:cubicBezTo>
                  <a:pt x="1732" y="9275"/>
                  <a:pt x="1730" y="9270"/>
                  <a:pt x="1730" y="9264"/>
                </a:cubicBezTo>
                <a:cubicBezTo>
                  <a:pt x="1730" y="9258"/>
                  <a:pt x="1732" y="9253"/>
                  <a:pt x="1736" y="9249"/>
                </a:cubicBezTo>
                <a:cubicBezTo>
                  <a:pt x="1740" y="9245"/>
                  <a:pt x="1745" y="9242"/>
                  <a:pt x="1751" y="9242"/>
                </a:cubicBezTo>
                <a:lnTo>
                  <a:pt x="1888" y="9242"/>
                </a:lnTo>
                <a:cubicBezTo>
                  <a:pt x="1893" y="9242"/>
                  <a:pt x="1899" y="9245"/>
                  <a:pt x="1903" y="9249"/>
                </a:cubicBezTo>
                <a:cubicBezTo>
                  <a:pt x="1907" y="9253"/>
                  <a:pt x="1909" y="9258"/>
                  <a:pt x="1909" y="9264"/>
                </a:cubicBezTo>
                <a:cubicBezTo>
                  <a:pt x="1909" y="9270"/>
                  <a:pt x="1907" y="9275"/>
                  <a:pt x="1903" y="9279"/>
                </a:cubicBezTo>
                <a:cubicBezTo>
                  <a:pt x="1899" y="9284"/>
                  <a:pt x="1893" y="9286"/>
                  <a:pt x="1888" y="9286"/>
                </a:cubicBezTo>
                <a:moveTo>
                  <a:pt x="1580" y="9286"/>
                </a:moveTo>
                <a:lnTo>
                  <a:pt x="1442" y="9286"/>
                </a:lnTo>
                <a:cubicBezTo>
                  <a:pt x="1436" y="9286"/>
                  <a:pt x="1431" y="9284"/>
                  <a:pt x="1427" y="9279"/>
                </a:cubicBezTo>
                <a:cubicBezTo>
                  <a:pt x="1423" y="9275"/>
                  <a:pt x="1421" y="9270"/>
                  <a:pt x="1421" y="9264"/>
                </a:cubicBezTo>
                <a:cubicBezTo>
                  <a:pt x="1421" y="9258"/>
                  <a:pt x="1423" y="9253"/>
                  <a:pt x="1427" y="9249"/>
                </a:cubicBezTo>
                <a:cubicBezTo>
                  <a:pt x="1431" y="9245"/>
                  <a:pt x="1436" y="9242"/>
                  <a:pt x="1442" y="9242"/>
                </a:cubicBezTo>
                <a:lnTo>
                  <a:pt x="1580" y="9242"/>
                </a:lnTo>
                <a:cubicBezTo>
                  <a:pt x="1586" y="9242"/>
                  <a:pt x="1591" y="9245"/>
                  <a:pt x="1595" y="9249"/>
                </a:cubicBezTo>
                <a:cubicBezTo>
                  <a:pt x="1600" y="9253"/>
                  <a:pt x="1602" y="9258"/>
                  <a:pt x="1602" y="9264"/>
                </a:cubicBezTo>
                <a:cubicBezTo>
                  <a:pt x="1602" y="9270"/>
                  <a:pt x="1600" y="9275"/>
                  <a:pt x="1595" y="9279"/>
                </a:cubicBezTo>
                <a:cubicBezTo>
                  <a:pt x="1591" y="9284"/>
                  <a:pt x="1586" y="9286"/>
                  <a:pt x="1580" y="9286"/>
                </a:cubicBezTo>
                <a:moveTo>
                  <a:pt x="1269" y="9286"/>
                </a:moveTo>
                <a:lnTo>
                  <a:pt x="1129" y="9286"/>
                </a:lnTo>
                <a:cubicBezTo>
                  <a:pt x="1123" y="9286"/>
                  <a:pt x="1118" y="9284"/>
                  <a:pt x="1114" y="9279"/>
                </a:cubicBezTo>
                <a:cubicBezTo>
                  <a:pt x="1109" y="9275"/>
                  <a:pt x="1107" y="9270"/>
                  <a:pt x="1107" y="9264"/>
                </a:cubicBezTo>
                <a:cubicBezTo>
                  <a:pt x="1107" y="9258"/>
                  <a:pt x="1109" y="9253"/>
                  <a:pt x="1114" y="9249"/>
                </a:cubicBezTo>
                <a:cubicBezTo>
                  <a:pt x="1118" y="9245"/>
                  <a:pt x="1123" y="9242"/>
                  <a:pt x="1129" y="9242"/>
                </a:cubicBezTo>
                <a:lnTo>
                  <a:pt x="1269" y="9242"/>
                </a:lnTo>
                <a:cubicBezTo>
                  <a:pt x="1275" y="9242"/>
                  <a:pt x="1280" y="9245"/>
                  <a:pt x="1284" y="9249"/>
                </a:cubicBezTo>
                <a:cubicBezTo>
                  <a:pt x="1288" y="9253"/>
                  <a:pt x="1290" y="9258"/>
                  <a:pt x="1290" y="9264"/>
                </a:cubicBezTo>
                <a:cubicBezTo>
                  <a:pt x="1290" y="9270"/>
                  <a:pt x="1288" y="9275"/>
                  <a:pt x="1284" y="9279"/>
                </a:cubicBezTo>
                <a:cubicBezTo>
                  <a:pt x="1280" y="9284"/>
                  <a:pt x="1275" y="9286"/>
                  <a:pt x="1269" y="9286"/>
                </a:cubicBezTo>
                <a:moveTo>
                  <a:pt x="955" y="9286"/>
                </a:moveTo>
                <a:lnTo>
                  <a:pt x="819" y="9286"/>
                </a:lnTo>
                <a:cubicBezTo>
                  <a:pt x="813" y="9286"/>
                  <a:pt x="808" y="9284"/>
                  <a:pt x="803" y="9279"/>
                </a:cubicBezTo>
                <a:cubicBezTo>
                  <a:pt x="799" y="9275"/>
                  <a:pt x="797" y="9270"/>
                  <a:pt x="797" y="9264"/>
                </a:cubicBezTo>
                <a:cubicBezTo>
                  <a:pt x="797" y="9258"/>
                  <a:pt x="799" y="9253"/>
                  <a:pt x="803" y="9249"/>
                </a:cubicBezTo>
                <a:cubicBezTo>
                  <a:pt x="808" y="9245"/>
                  <a:pt x="813" y="9242"/>
                  <a:pt x="819" y="9242"/>
                </a:cubicBezTo>
                <a:lnTo>
                  <a:pt x="955" y="9242"/>
                </a:lnTo>
                <a:cubicBezTo>
                  <a:pt x="961" y="9242"/>
                  <a:pt x="966" y="9245"/>
                  <a:pt x="970" y="9249"/>
                </a:cubicBezTo>
                <a:cubicBezTo>
                  <a:pt x="974" y="9253"/>
                  <a:pt x="976" y="9258"/>
                  <a:pt x="976" y="9264"/>
                </a:cubicBezTo>
                <a:cubicBezTo>
                  <a:pt x="976" y="9270"/>
                  <a:pt x="974" y="9275"/>
                  <a:pt x="970" y="9279"/>
                </a:cubicBezTo>
                <a:cubicBezTo>
                  <a:pt x="966" y="9284"/>
                  <a:pt x="961" y="9286"/>
                  <a:pt x="955" y="9286"/>
                </a:cubicBezTo>
                <a:moveTo>
                  <a:pt x="648" y="9286"/>
                </a:moveTo>
                <a:lnTo>
                  <a:pt x="510" y="9286"/>
                </a:lnTo>
                <a:cubicBezTo>
                  <a:pt x="504" y="9286"/>
                  <a:pt x="499" y="9284"/>
                  <a:pt x="494" y="9279"/>
                </a:cubicBezTo>
                <a:cubicBezTo>
                  <a:pt x="490" y="9275"/>
                  <a:pt x="488" y="9270"/>
                  <a:pt x="488" y="9264"/>
                </a:cubicBezTo>
                <a:cubicBezTo>
                  <a:pt x="488" y="9258"/>
                  <a:pt x="490" y="9253"/>
                  <a:pt x="494" y="9249"/>
                </a:cubicBezTo>
                <a:cubicBezTo>
                  <a:pt x="499" y="9245"/>
                  <a:pt x="504" y="9242"/>
                  <a:pt x="510" y="9242"/>
                </a:cubicBezTo>
                <a:lnTo>
                  <a:pt x="648" y="9242"/>
                </a:lnTo>
                <a:cubicBezTo>
                  <a:pt x="653" y="9242"/>
                  <a:pt x="659" y="9245"/>
                  <a:pt x="663" y="9249"/>
                </a:cubicBezTo>
                <a:cubicBezTo>
                  <a:pt x="667" y="9253"/>
                  <a:pt x="669" y="9258"/>
                  <a:pt x="669" y="9264"/>
                </a:cubicBezTo>
                <a:cubicBezTo>
                  <a:pt x="669" y="9270"/>
                  <a:pt x="667" y="9275"/>
                  <a:pt x="663" y="9279"/>
                </a:cubicBezTo>
                <a:cubicBezTo>
                  <a:pt x="659" y="9284"/>
                  <a:pt x="653" y="9286"/>
                  <a:pt x="648" y="9286"/>
                </a:cubicBezTo>
                <a:moveTo>
                  <a:pt x="336" y="9286"/>
                </a:moveTo>
                <a:lnTo>
                  <a:pt x="197" y="9286"/>
                </a:lnTo>
                <a:cubicBezTo>
                  <a:pt x="191" y="9286"/>
                  <a:pt x="186" y="9284"/>
                  <a:pt x="182" y="9279"/>
                </a:cubicBezTo>
                <a:cubicBezTo>
                  <a:pt x="177" y="9275"/>
                  <a:pt x="175" y="9270"/>
                  <a:pt x="175" y="9264"/>
                </a:cubicBezTo>
                <a:cubicBezTo>
                  <a:pt x="175" y="9258"/>
                  <a:pt x="177" y="9253"/>
                  <a:pt x="182" y="9249"/>
                </a:cubicBezTo>
                <a:cubicBezTo>
                  <a:pt x="186" y="9245"/>
                  <a:pt x="191" y="9242"/>
                  <a:pt x="197" y="9242"/>
                </a:cubicBezTo>
                <a:lnTo>
                  <a:pt x="336" y="9242"/>
                </a:lnTo>
                <a:cubicBezTo>
                  <a:pt x="342" y="9242"/>
                  <a:pt x="347" y="9245"/>
                  <a:pt x="352" y="9249"/>
                </a:cubicBezTo>
                <a:cubicBezTo>
                  <a:pt x="356" y="9253"/>
                  <a:pt x="358" y="9258"/>
                  <a:pt x="358" y="9264"/>
                </a:cubicBezTo>
                <a:cubicBezTo>
                  <a:pt x="358" y="9270"/>
                  <a:pt x="356" y="9275"/>
                  <a:pt x="352" y="9279"/>
                </a:cubicBezTo>
                <a:cubicBezTo>
                  <a:pt x="347" y="9284"/>
                  <a:pt x="342" y="9286"/>
                  <a:pt x="336" y="9286"/>
                </a:cubicBezTo>
                <a:moveTo>
                  <a:pt x="0" y="9264"/>
                </a:moveTo>
                <a:lnTo>
                  <a:pt x="0" y="9126"/>
                </a:lnTo>
                <a:cubicBezTo>
                  <a:pt x="0" y="9120"/>
                  <a:pt x="2" y="9115"/>
                  <a:pt x="6" y="9110"/>
                </a:cubicBezTo>
                <a:cubicBezTo>
                  <a:pt x="10" y="9106"/>
                  <a:pt x="15" y="9104"/>
                  <a:pt x="21" y="9104"/>
                </a:cubicBezTo>
                <a:cubicBezTo>
                  <a:pt x="27" y="9104"/>
                  <a:pt x="32" y="9106"/>
                  <a:pt x="36" y="9110"/>
                </a:cubicBezTo>
                <a:cubicBezTo>
                  <a:pt x="41" y="9115"/>
                  <a:pt x="43" y="9120"/>
                  <a:pt x="43" y="9126"/>
                </a:cubicBezTo>
                <a:lnTo>
                  <a:pt x="43" y="9264"/>
                </a:lnTo>
                <a:cubicBezTo>
                  <a:pt x="43" y="9270"/>
                  <a:pt x="41" y="9275"/>
                  <a:pt x="36" y="9279"/>
                </a:cubicBezTo>
                <a:cubicBezTo>
                  <a:pt x="32" y="9284"/>
                  <a:pt x="27" y="9286"/>
                  <a:pt x="21" y="9286"/>
                </a:cubicBezTo>
                <a:cubicBezTo>
                  <a:pt x="15" y="9286"/>
                  <a:pt x="10" y="9284"/>
                  <a:pt x="6" y="9279"/>
                </a:cubicBezTo>
                <a:cubicBezTo>
                  <a:pt x="2" y="9275"/>
                  <a:pt x="0" y="9270"/>
                  <a:pt x="0" y="9264"/>
                </a:cubicBezTo>
                <a:moveTo>
                  <a:pt x="0" y="8953"/>
                </a:moveTo>
                <a:lnTo>
                  <a:pt x="0" y="8814"/>
                </a:lnTo>
                <a:cubicBezTo>
                  <a:pt x="0" y="8808"/>
                  <a:pt x="2" y="8803"/>
                  <a:pt x="6" y="8799"/>
                </a:cubicBezTo>
                <a:cubicBezTo>
                  <a:pt x="10" y="8795"/>
                  <a:pt x="15" y="8793"/>
                  <a:pt x="21" y="8793"/>
                </a:cubicBezTo>
                <a:cubicBezTo>
                  <a:pt x="27" y="8793"/>
                  <a:pt x="32" y="8795"/>
                  <a:pt x="36" y="8799"/>
                </a:cubicBezTo>
                <a:cubicBezTo>
                  <a:pt x="41" y="8803"/>
                  <a:pt x="43" y="8808"/>
                  <a:pt x="43" y="8814"/>
                </a:cubicBezTo>
                <a:lnTo>
                  <a:pt x="43" y="8953"/>
                </a:lnTo>
                <a:cubicBezTo>
                  <a:pt x="43" y="8959"/>
                  <a:pt x="41" y="8964"/>
                  <a:pt x="36" y="8968"/>
                </a:cubicBezTo>
                <a:cubicBezTo>
                  <a:pt x="32" y="8972"/>
                  <a:pt x="27" y="8974"/>
                  <a:pt x="21" y="8974"/>
                </a:cubicBezTo>
                <a:cubicBezTo>
                  <a:pt x="15" y="8974"/>
                  <a:pt x="10" y="8972"/>
                  <a:pt x="6" y="8968"/>
                </a:cubicBezTo>
                <a:cubicBezTo>
                  <a:pt x="2" y="8964"/>
                  <a:pt x="0" y="8959"/>
                  <a:pt x="0" y="8953"/>
                </a:cubicBezTo>
                <a:moveTo>
                  <a:pt x="0" y="8641"/>
                </a:moveTo>
                <a:lnTo>
                  <a:pt x="0" y="8503"/>
                </a:lnTo>
                <a:cubicBezTo>
                  <a:pt x="0" y="8497"/>
                  <a:pt x="2" y="8492"/>
                  <a:pt x="6" y="8488"/>
                </a:cubicBezTo>
                <a:cubicBezTo>
                  <a:pt x="10" y="8483"/>
                  <a:pt x="15" y="8481"/>
                  <a:pt x="21" y="8481"/>
                </a:cubicBezTo>
                <a:cubicBezTo>
                  <a:pt x="27" y="8481"/>
                  <a:pt x="32" y="8483"/>
                  <a:pt x="36" y="8488"/>
                </a:cubicBezTo>
                <a:cubicBezTo>
                  <a:pt x="41" y="8492"/>
                  <a:pt x="43" y="8497"/>
                  <a:pt x="43" y="8503"/>
                </a:cubicBezTo>
                <a:lnTo>
                  <a:pt x="43" y="8641"/>
                </a:lnTo>
                <a:cubicBezTo>
                  <a:pt x="43" y="8647"/>
                  <a:pt x="41" y="8652"/>
                  <a:pt x="36" y="8657"/>
                </a:cubicBezTo>
                <a:cubicBezTo>
                  <a:pt x="32" y="8661"/>
                  <a:pt x="27" y="8663"/>
                  <a:pt x="21" y="8663"/>
                </a:cubicBezTo>
                <a:cubicBezTo>
                  <a:pt x="15" y="8663"/>
                  <a:pt x="10" y="8661"/>
                  <a:pt x="6" y="8657"/>
                </a:cubicBezTo>
                <a:cubicBezTo>
                  <a:pt x="2" y="8652"/>
                  <a:pt x="0" y="8647"/>
                  <a:pt x="0" y="8641"/>
                </a:cubicBezTo>
                <a:moveTo>
                  <a:pt x="0" y="8330"/>
                </a:moveTo>
                <a:lnTo>
                  <a:pt x="0" y="8192"/>
                </a:lnTo>
                <a:cubicBezTo>
                  <a:pt x="0" y="8186"/>
                  <a:pt x="2" y="8181"/>
                  <a:pt x="6" y="8176"/>
                </a:cubicBezTo>
                <a:cubicBezTo>
                  <a:pt x="10" y="8172"/>
                  <a:pt x="15" y="8170"/>
                  <a:pt x="21" y="8170"/>
                </a:cubicBezTo>
                <a:cubicBezTo>
                  <a:pt x="27" y="8170"/>
                  <a:pt x="32" y="8172"/>
                  <a:pt x="36" y="8176"/>
                </a:cubicBezTo>
                <a:cubicBezTo>
                  <a:pt x="41" y="8181"/>
                  <a:pt x="43" y="8186"/>
                  <a:pt x="43" y="8192"/>
                </a:cubicBezTo>
                <a:lnTo>
                  <a:pt x="43" y="8330"/>
                </a:lnTo>
                <a:cubicBezTo>
                  <a:pt x="43" y="8336"/>
                  <a:pt x="41" y="8341"/>
                  <a:pt x="36" y="8345"/>
                </a:cubicBezTo>
                <a:cubicBezTo>
                  <a:pt x="32" y="8349"/>
                  <a:pt x="27" y="8352"/>
                  <a:pt x="21" y="8352"/>
                </a:cubicBezTo>
                <a:cubicBezTo>
                  <a:pt x="15" y="8352"/>
                  <a:pt x="10" y="8349"/>
                  <a:pt x="6" y="8345"/>
                </a:cubicBezTo>
                <a:cubicBezTo>
                  <a:pt x="2" y="8341"/>
                  <a:pt x="0" y="8336"/>
                  <a:pt x="0" y="8330"/>
                </a:cubicBezTo>
                <a:moveTo>
                  <a:pt x="0" y="8019"/>
                </a:moveTo>
                <a:lnTo>
                  <a:pt x="0" y="7881"/>
                </a:lnTo>
                <a:cubicBezTo>
                  <a:pt x="0" y="7875"/>
                  <a:pt x="2" y="7870"/>
                  <a:pt x="6" y="7865"/>
                </a:cubicBezTo>
                <a:cubicBezTo>
                  <a:pt x="10" y="7861"/>
                  <a:pt x="15" y="7859"/>
                  <a:pt x="21" y="7859"/>
                </a:cubicBezTo>
                <a:cubicBezTo>
                  <a:pt x="27" y="7859"/>
                  <a:pt x="32" y="7861"/>
                  <a:pt x="36" y="7865"/>
                </a:cubicBezTo>
                <a:cubicBezTo>
                  <a:pt x="41" y="7870"/>
                  <a:pt x="43" y="7875"/>
                  <a:pt x="43" y="7881"/>
                </a:cubicBezTo>
                <a:lnTo>
                  <a:pt x="43" y="8019"/>
                </a:lnTo>
                <a:cubicBezTo>
                  <a:pt x="43" y="8025"/>
                  <a:pt x="41" y="8030"/>
                  <a:pt x="36" y="8034"/>
                </a:cubicBezTo>
                <a:cubicBezTo>
                  <a:pt x="32" y="8038"/>
                  <a:pt x="27" y="8040"/>
                  <a:pt x="21" y="8040"/>
                </a:cubicBezTo>
                <a:cubicBezTo>
                  <a:pt x="15" y="8040"/>
                  <a:pt x="10" y="8038"/>
                  <a:pt x="6" y="8034"/>
                </a:cubicBezTo>
                <a:cubicBezTo>
                  <a:pt x="2" y="8030"/>
                  <a:pt x="0" y="8025"/>
                  <a:pt x="0" y="8019"/>
                </a:cubicBezTo>
                <a:moveTo>
                  <a:pt x="0" y="7708"/>
                </a:moveTo>
                <a:lnTo>
                  <a:pt x="0" y="7570"/>
                </a:lnTo>
                <a:cubicBezTo>
                  <a:pt x="0" y="7564"/>
                  <a:pt x="2" y="7559"/>
                  <a:pt x="6" y="7555"/>
                </a:cubicBezTo>
                <a:cubicBezTo>
                  <a:pt x="10" y="7550"/>
                  <a:pt x="15" y="7548"/>
                  <a:pt x="21" y="7548"/>
                </a:cubicBezTo>
                <a:cubicBezTo>
                  <a:pt x="27" y="7548"/>
                  <a:pt x="32" y="7550"/>
                  <a:pt x="36" y="7555"/>
                </a:cubicBezTo>
                <a:cubicBezTo>
                  <a:pt x="41" y="7559"/>
                  <a:pt x="43" y="7564"/>
                  <a:pt x="43" y="7570"/>
                </a:cubicBezTo>
                <a:lnTo>
                  <a:pt x="43" y="7708"/>
                </a:lnTo>
                <a:cubicBezTo>
                  <a:pt x="43" y="7714"/>
                  <a:pt x="41" y="7719"/>
                  <a:pt x="36" y="7723"/>
                </a:cubicBezTo>
                <a:cubicBezTo>
                  <a:pt x="32" y="7727"/>
                  <a:pt x="27" y="7730"/>
                  <a:pt x="21" y="7730"/>
                </a:cubicBezTo>
                <a:cubicBezTo>
                  <a:pt x="15" y="7730"/>
                  <a:pt x="10" y="7727"/>
                  <a:pt x="6" y="7723"/>
                </a:cubicBezTo>
                <a:cubicBezTo>
                  <a:pt x="2" y="7719"/>
                  <a:pt x="0" y="7714"/>
                  <a:pt x="0" y="7708"/>
                </a:cubicBezTo>
                <a:moveTo>
                  <a:pt x="0" y="7397"/>
                </a:moveTo>
                <a:lnTo>
                  <a:pt x="0" y="7259"/>
                </a:lnTo>
                <a:cubicBezTo>
                  <a:pt x="0" y="7253"/>
                  <a:pt x="2" y="7248"/>
                  <a:pt x="6" y="7244"/>
                </a:cubicBezTo>
                <a:cubicBezTo>
                  <a:pt x="10" y="7240"/>
                  <a:pt x="15" y="7238"/>
                  <a:pt x="21" y="7238"/>
                </a:cubicBezTo>
                <a:cubicBezTo>
                  <a:pt x="27" y="7238"/>
                  <a:pt x="32" y="7240"/>
                  <a:pt x="36" y="7244"/>
                </a:cubicBezTo>
                <a:cubicBezTo>
                  <a:pt x="41" y="7248"/>
                  <a:pt x="43" y="7253"/>
                  <a:pt x="43" y="7259"/>
                </a:cubicBezTo>
                <a:lnTo>
                  <a:pt x="43" y="7397"/>
                </a:lnTo>
                <a:cubicBezTo>
                  <a:pt x="43" y="7403"/>
                  <a:pt x="41" y="7408"/>
                  <a:pt x="36" y="7413"/>
                </a:cubicBezTo>
                <a:cubicBezTo>
                  <a:pt x="32" y="7417"/>
                  <a:pt x="27" y="7419"/>
                  <a:pt x="21" y="7419"/>
                </a:cubicBezTo>
                <a:cubicBezTo>
                  <a:pt x="15" y="7419"/>
                  <a:pt x="10" y="7417"/>
                  <a:pt x="6" y="7413"/>
                </a:cubicBezTo>
                <a:cubicBezTo>
                  <a:pt x="2" y="7408"/>
                  <a:pt x="0" y="7403"/>
                  <a:pt x="0" y="7397"/>
                </a:cubicBezTo>
                <a:moveTo>
                  <a:pt x="0" y="7087"/>
                </a:moveTo>
                <a:lnTo>
                  <a:pt x="0" y="6948"/>
                </a:lnTo>
                <a:cubicBezTo>
                  <a:pt x="0" y="6942"/>
                  <a:pt x="2" y="6937"/>
                  <a:pt x="6" y="6933"/>
                </a:cubicBezTo>
                <a:cubicBezTo>
                  <a:pt x="10" y="6929"/>
                  <a:pt x="15" y="6927"/>
                  <a:pt x="21" y="6927"/>
                </a:cubicBezTo>
                <a:cubicBezTo>
                  <a:pt x="27" y="6927"/>
                  <a:pt x="32" y="6929"/>
                  <a:pt x="36" y="6933"/>
                </a:cubicBezTo>
                <a:cubicBezTo>
                  <a:pt x="41" y="6937"/>
                  <a:pt x="43" y="6942"/>
                  <a:pt x="43" y="6948"/>
                </a:cubicBezTo>
                <a:lnTo>
                  <a:pt x="43" y="7087"/>
                </a:lnTo>
                <a:cubicBezTo>
                  <a:pt x="43" y="7093"/>
                  <a:pt x="41" y="7098"/>
                  <a:pt x="36" y="7102"/>
                </a:cubicBezTo>
                <a:cubicBezTo>
                  <a:pt x="32" y="7106"/>
                  <a:pt x="27" y="7109"/>
                  <a:pt x="21" y="7109"/>
                </a:cubicBezTo>
                <a:cubicBezTo>
                  <a:pt x="15" y="7109"/>
                  <a:pt x="10" y="7106"/>
                  <a:pt x="6" y="7102"/>
                </a:cubicBezTo>
                <a:cubicBezTo>
                  <a:pt x="2" y="7098"/>
                  <a:pt x="0" y="7093"/>
                  <a:pt x="0" y="7087"/>
                </a:cubicBezTo>
                <a:moveTo>
                  <a:pt x="0" y="6775"/>
                </a:moveTo>
                <a:lnTo>
                  <a:pt x="0" y="6636"/>
                </a:lnTo>
                <a:cubicBezTo>
                  <a:pt x="0" y="6630"/>
                  <a:pt x="2" y="6625"/>
                  <a:pt x="6" y="6621"/>
                </a:cubicBezTo>
                <a:cubicBezTo>
                  <a:pt x="10" y="6616"/>
                  <a:pt x="15" y="6614"/>
                  <a:pt x="21" y="6614"/>
                </a:cubicBezTo>
                <a:cubicBezTo>
                  <a:pt x="27" y="6614"/>
                  <a:pt x="32" y="6616"/>
                  <a:pt x="36" y="6621"/>
                </a:cubicBezTo>
                <a:cubicBezTo>
                  <a:pt x="41" y="6625"/>
                  <a:pt x="43" y="6630"/>
                  <a:pt x="43" y="6636"/>
                </a:cubicBezTo>
                <a:lnTo>
                  <a:pt x="43" y="6775"/>
                </a:lnTo>
                <a:cubicBezTo>
                  <a:pt x="43" y="6781"/>
                  <a:pt x="41" y="6786"/>
                  <a:pt x="36" y="6790"/>
                </a:cubicBezTo>
                <a:cubicBezTo>
                  <a:pt x="32" y="6794"/>
                  <a:pt x="27" y="6796"/>
                  <a:pt x="21" y="6796"/>
                </a:cubicBezTo>
                <a:cubicBezTo>
                  <a:pt x="15" y="6796"/>
                  <a:pt x="10" y="6794"/>
                  <a:pt x="6" y="6790"/>
                </a:cubicBezTo>
                <a:cubicBezTo>
                  <a:pt x="2" y="6786"/>
                  <a:pt x="0" y="6781"/>
                  <a:pt x="0" y="6775"/>
                </a:cubicBezTo>
                <a:moveTo>
                  <a:pt x="0" y="6462"/>
                </a:moveTo>
                <a:lnTo>
                  <a:pt x="0" y="6324"/>
                </a:lnTo>
                <a:cubicBezTo>
                  <a:pt x="0" y="6318"/>
                  <a:pt x="2" y="6312"/>
                  <a:pt x="6" y="6308"/>
                </a:cubicBezTo>
                <a:cubicBezTo>
                  <a:pt x="10" y="6304"/>
                  <a:pt x="15" y="6302"/>
                  <a:pt x="21" y="6302"/>
                </a:cubicBezTo>
                <a:cubicBezTo>
                  <a:pt x="27" y="6302"/>
                  <a:pt x="32" y="6304"/>
                  <a:pt x="36" y="6308"/>
                </a:cubicBezTo>
                <a:cubicBezTo>
                  <a:pt x="41" y="6312"/>
                  <a:pt x="43" y="6318"/>
                  <a:pt x="43" y="6324"/>
                </a:cubicBezTo>
                <a:lnTo>
                  <a:pt x="43" y="6462"/>
                </a:lnTo>
                <a:cubicBezTo>
                  <a:pt x="43" y="6468"/>
                  <a:pt x="41" y="6473"/>
                  <a:pt x="36" y="6478"/>
                </a:cubicBezTo>
                <a:cubicBezTo>
                  <a:pt x="32" y="6482"/>
                  <a:pt x="27" y="6484"/>
                  <a:pt x="21" y="6484"/>
                </a:cubicBezTo>
                <a:cubicBezTo>
                  <a:pt x="15" y="6484"/>
                  <a:pt x="10" y="6482"/>
                  <a:pt x="6" y="6478"/>
                </a:cubicBezTo>
                <a:cubicBezTo>
                  <a:pt x="2" y="6473"/>
                  <a:pt x="0" y="6468"/>
                  <a:pt x="0" y="6462"/>
                </a:cubicBezTo>
                <a:moveTo>
                  <a:pt x="0" y="6150"/>
                </a:moveTo>
                <a:lnTo>
                  <a:pt x="0" y="6012"/>
                </a:lnTo>
                <a:cubicBezTo>
                  <a:pt x="0" y="6006"/>
                  <a:pt x="2" y="6001"/>
                  <a:pt x="6" y="5996"/>
                </a:cubicBezTo>
                <a:cubicBezTo>
                  <a:pt x="10" y="5992"/>
                  <a:pt x="15" y="5990"/>
                  <a:pt x="21" y="5990"/>
                </a:cubicBezTo>
                <a:cubicBezTo>
                  <a:pt x="27" y="5990"/>
                  <a:pt x="32" y="5992"/>
                  <a:pt x="36" y="5996"/>
                </a:cubicBezTo>
                <a:cubicBezTo>
                  <a:pt x="41" y="6001"/>
                  <a:pt x="43" y="6006"/>
                  <a:pt x="43" y="6012"/>
                </a:cubicBezTo>
                <a:lnTo>
                  <a:pt x="43" y="6150"/>
                </a:lnTo>
                <a:cubicBezTo>
                  <a:pt x="43" y="6156"/>
                  <a:pt x="41" y="6161"/>
                  <a:pt x="36" y="6165"/>
                </a:cubicBezTo>
                <a:cubicBezTo>
                  <a:pt x="32" y="6170"/>
                  <a:pt x="27" y="6172"/>
                  <a:pt x="21" y="6172"/>
                </a:cubicBezTo>
                <a:cubicBezTo>
                  <a:pt x="15" y="6172"/>
                  <a:pt x="10" y="6170"/>
                  <a:pt x="6" y="6165"/>
                </a:cubicBezTo>
                <a:cubicBezTo>
                  <a:pt x="2" y="6161"/>
                  <a:pt x="0" y="6156"/>
                  <a:pt x="0" y="6150"/>
                </a:cubicBezTo>
                <a:moveTo>
                  <a:pt x="0" y="5839"/>
                </a:moveTo>
                <a:lnTo>
                  <a:pt x="0" y="5700"/>
                </a:lnTo>
                <a:cubicBezTo>
                  <a:pt x="0" y="5694"/>
                  <a:pt x="2" y="5689"/>
                  <a:pt x="6" y="5685"/>
                </a:cubicBezTo>
                <a:cubicBezTo>
                  <a:pt x="10" y="5681"/>
                  <a:pt x="15" y="5679"/>
                  <a:pt x="21" y="5679"/>
                </a:cubicBezTo>
                <a:cubicBezTo>
                  <a:pt x="27" y="5679"/>
                  <a:pt x="32" y="5681"/>
                  <a:pt x="36" y="5685"/>
                </a:cubicBezTo>
                <a:cubicBezTo>
                  <a:pt x="41" y="5689"/>
                  <a:pt x="43" y="5694"/>
                  <a:pt x="43" y="5700"/>
                </a:cubicBezTo>
                <a:lnTo>
                  <a:pt x="43" y="5839"/>
                </a:lnTo>
                <a:cubicBezTo>
                  <a:pt x="43" y="5845"/>
                  <a:pt x="41" y="5850"/>
                  <a:pt x="36" y="5854"/>
                </a:cubicBezTo>
                <a:cubicBezTo>
                  <a:pt x="32" y="5858"/>
                  <a:pt x="27" y="5860"/>
                  <a:pt x="21" y="5860"/>
                </a:cubicBezTo>
                <a:cubicBezTo>
                  <a:pt x="15" y="5860"/>
                  <a:pt x="10" y="5858"/>
                  <a:pt x="6" y="5854"/>
                </a:cubicBezTo>
                <a:cubicBezTo>
                  <a:pt x="2" y="5850"/>
                  <a:pt x="0" y="5845"/>
                  <a:pt x="0" y="5839"/>
                </a:cubicBezTo>
                <a:moveTo>
                  <a:pt x="0" y="5528"/>
                </a:moveTo>
                <a:lnTo>
                  <a:pt x="0" y="5390"/>
                </a:lnTo>
                <a:cubicBezTo>
                  <a:pt x="0" y="5384"/>
                  <a:pt x="2" y="5379"/>
                  <a:pt x="6" y="5374"/>
                </a:cubicBezTo>
                <a:cubicBezTo>
                  <a:pt x="10" y="5370"/>
                  <a:pt x="15" y="5368"/>
                  <a:pt x="21" y="5368"/>
                </a:cubicBezTo>
                <a:cubicBezTo>
                  <a:pt x="27" y="5368"/>
                  <a:pt x="32" y="5370"/>
                  <a:pt x="36" y="5374"/>
                </a:cubicBezTo>
                <a:cubicBezTo>
                  <a:pt x="41" y="5379"/>
                  <a:pt x="43" y="5384"/>
                  <a:pt x="43" y="5390"/>
                </a:cubicBezTo>
                <a:lnTo>
                  <a:pt x="43" y="5528"/>
                </a:lnTo>
                <a:cubicBezTo>
                  <a:pt x="43" y="5534"/>
                  <a:pt x="41" y="5539"/>
                  <a:pt x="36" y="5543"/>
                </a:cubicBezTo>
                <a:cubicBezTo>
                  <a:pt x="32" y="5547"/>
                  <a:pt x="27" y="5549"/>
                  <a:pt x="21" y="5549"/>
                </a:cubicBezTo>
                <a:cubicBezTo>
                  <a:pt x="15" y="5549"/>
                  <a:pt x="10" y="5547"/>
                  <a:pt x="6" y="5543"/>
                </a:cubicBezTo>
                <a:cubicBezTo>
                  <a:pt x="2" y="5539"/>
                  <a:pt x="0" y="5534"/>
                  <a:pt x="0" y="5528"/>
                </a:cubicBezTo>
                <a:moveTo>
                  <a:pt x="0" y="5217"/>
                </a:moveTo>
                <a:lnTo>
                  <a:pt x="0" y="5080"/>
                </a:lnTo>
                <a:cubicBezTo>
                  <a:pt x="0" y="5074"/>
                  <a:pt x="2" y="5069"/>
                  <a:pt x="6" y="5064"/>
                </a:cubicBezTo>
                <a:cubicBezTo>
                  <a:pt x="10" y="5060"/>
                  <a:pt x="15" y="5058"/>
                  <a:pt x="21" y="5058"/>
                </a:cubicBezTo>
                <a:cubicBezTo>
                  <a:pt x="27" y="5058"/>
                  <a:pt x="32" y="5060"/>
                  <a:pt x="36" y="5064"/>
                </a:cubicBezTo>
                <a:cubicBezTo>
                  <a:pt x="41" y="5069"/>
                  <a:pt x="43" y="5074"/>
                  <a:pt x="43" y="5080"/>
                </a:cubicBezTo>
                <a:lnTo>
                  <a:pt x="43" y="5217"/>
                </a:lnTo>
                <a:cubicBezTo>
                  <a:pt x="43" y="5223"/>
                  <a:pt x="41" y="5228"/>
                  <a:pt x="36" y="5233"/>
                </a:cubicBezTo>
                <a:cubicBezTo>
                  <a:pt x="32" y="5237"/>
                  <a:pt x="27" y="5239"/>
                  <a:pt x="21" y="5239"/>
                </a:cubicBezTo>
                <a:cubicBezTo>
                  <a:pt x="15" y="5239"/>
                  <a:pt x="10" y="5237"/>
                  <a:pt x="6" y="5233"/>
                </a:cubicBezTo>
                <a:cubicBezTo>
                  <a:pt x="2" y="5228"/>
                  <a:pt x="0" y="5223"/>
                  <a:pt x="0" y="5217"/>
                </a:cubicBezTo>
                <a:moveTo>
                  <a:pt x="0" y="4908"/>
                </a:moveTo>
                <a:lnTo>
                  <a:pt x="0" y="4770"/>
                </a:lnTo>
                <a:cubicBezTo>
                  <a:pt x="0" y="4764"/>
                  <a:pt x="2" y="4759"/>
                  <a:pt x="6" y="4755"/>
                </a:cubicBezTo>
                <a:cubicBezTo>
                  <a:pt x="10" y="4751"/>
                  <a:pt x="15" y="4749"/>
                  <a:pt x="21" y="4749"/>
                </a:cubicBezTo>
                <a:cubicBezTo>
                  <a:pt x="27" y="4749"/>
                  <a:pt x="32" y="4751"/>
                  <a:pt x="36" y="4755"/>
                </a:cubicBezTo>
                <a:cubicBezTo>
                  <a:pt x="41" y="4759"/>
                  <a:pt x="43" y="4764"/>
                  <a:pt x="43" y="4770"/>
                </a:cubicBezTo>
                <a:lnTo>
                  <a:pt x="43" y="4908"/>
                </a:lnTo>
                <a:cubicBezTo>
                  <a:pt x="43" y="4914"/>
                  <a:pt x="41" y="4919"/>
                  <a:pt x="36" y="4923"/>
                </a:cubicBezTo>
                <a:cubicBezTo>
                  <a:pt x="32" y="4927"/>
                  <a:pt x="27" y="4929"/>
                  <a:pt x="21" y="4929"/>
                </a:cubicBezTo>
                <a:cubicBezTo>
                  <a:pt x="15" y="4929"/>
                  <a:pt x="10" y="4927"/>
                  <a:pt x="6" y="4923"/>
                </a:cubicBezTo>
                <a:cubicBezTo>
                  <a:pt x="2" y="4919"/>
                  <a:pt x="0" y="4914"/>
                  <a:pt x="0" y="4908"/>
                </a:cubicBezTo>
                <a:moveTo>
                  <a:pt x="0" y="4599"/>
                </a:moveTo>
                <a:lnTo>
                  <a:pt x="0" y="4460"/>
                </a:lnTo>
                <a:cubicBezTo>
                  <a:pt x="0" y="4454"/>
                  <a:pt x="2" y="4449"/>
                  <a:pt x="6" y="4445"/>
                </a:cubicBezTo>
                <a:cubicBezTo>
                  <a:pt x="10" y="4441"/>
                  <a:pt x="15" y="4439"/>
                  <a:pt x="21" y="4439"/>
                </a:cubicBezTo>
                <a:cubicBezTo>
                  <a:pt x="27" y="4439"/>
                  <a:pt x="32" y="4441"/>
                  <a:pt x="36" y="4445"/>
                </a:cubicBezTo>
                <a:cubicBezTo>
                  <a:pt x="41" y="4449"/>
                  <a:pt x="43" y="4454"/>
                  <a:pt x="43" y="4460"/>
                </a:cubicBezTo>
                <a:lnTo>
                  <a:pt x="43" y="4599"/>
                </a:lnTo>
                <a:cubicBezTo>
                  <a:pt x="43" y="4605"/>
                  <a:pt x="41" y="4610"/>
                  <a:pt x="36" y="4614"/>
                </a:cubicBezTo>
                <a:cubicBezTo>
                  <a:pt x="32" y="4618"/>
                  <a:pt x="27" y="4620"/>
                  <a:pt x="21" y="4620"/>
                </a:cubicBezTo>
                <a:cubicBezTo>
                  <a:pt x="15" y="4620"/>
                  <a:pt x="10" y="4618"/>
                  <a:pt x="6" y="4614"/>
                </a:cubicBezTo>
                <a:cubicBezTo>
                  <a:pt x="2" y="4610"/>
                  <a:pt x="0" y="4605"/>
                  <a:pt x="0" y="4599"/>
                </a:cubicBezTo>
                <a:moveTo>
                  <a:pt x="0" y="4287"/>
                </a:moveTo>
                <a:lnTo>
                  <a:pt x="0" y="4149"/>
                </a:lnTo>
                <a:cubicBezTo>
                  <a:pt x="0" y="4143"/>
                  <a:pt x="2" y="4137"/>
                  <a:pt x="6" y="4133"/>
                </a:cubicBezTo>
                <a:cubicBezTo>
                  <a:pt x="10" y="4129"/>
                  <a:pt x="15" y="4127"/>
                  <a:pt x="21" y="4127"/>
                </a:cubicBezTo>
                <a:cubicBezTo>
                  <a:pt x="27" y="4127"/>
                  <a:pt x="32" y="4129"/>
                  <a:pt x="36" y="4133"/>
                </a:cubicBezTo>
                <a:cubicBezTo>
                  <a:pt x="41" y="4137"/>
                  <a:pt x="43" y="4143"/>
                  <a:pt x="43" y="4149"/>
                </a:cubicBezTo>
                <a:lnTo>
                  <a:pt x="43" y="4287"/>
                </a:lnTo>
                <a:cubicBezTo>
                  <a:pt x="43" y="4293"/>
                  <a:pt x="41" y="4298"/>
                  <a:pt x="36" y="4302"/>
                </a:cubicBezTo>
                <a:cubicBezTo>
                  <a:pt x="32" y="4307"/>
                  <a:pt x="27" y="4309"/>
                  <a:pt x="21" y="4309"/>
                </a:cubicBezTo>
                <a:cubicBezTo>
                  <a:pt x="15" y="4309"/>
                  <a:pt x="10" y="4307"/>
                  <a:pt x="6" y="4302"/>
                </a:cubicBezTo>
                <a:cubicBezTo>
                  <a:pt x="2" y="4298"/>
                  <a:pt x="0" y="4293"/>
                  <a:pt x="0" y="4287"/>
                </a:cubicBezTo>
                <a:moveTo>
                  <a:pt x="0" y="3976"/>
                </a:moveTo>
                <a:lnTo>
                  <a:pt x="0" y="3838"/>
                </a:lnTo>
                <a:cubicBezTo>
                  <a:pt x="0" y="3832"/>
                  <a:pt x="2" y="3826"/>
                  <a:pt x="6" y="3822"/>
                </a:cubicBezTo>
                <a:cubicBezTo>
                  <a:pt x="10" y="3818"/>
                  <a:pt x="15" y="3816"/>
                  <a:pt x="21" y="3816"/>
                </a:cubicBezTo>
                <a:cubicBezTo>
                  <a:pt x="27" y="3816"/>
                  <a:pt x="32" y="3818"/>
                  <a:pt x="36" y="3822"/>
                </a:cubicBezTo>
                <a:cubicBezTo>
                  <a:pt x="41" y="3826"/>
                  <a:pt x="43" y="3832"/>
                  <a:pt x="43" y="3838"/>
                </a:cubicBezTo>
                <a:lnTo>
                  <a:pt x="43" y="3976"/>
                </a:lnTo>
                <a:cubicBezTo>
                  <a:pt x="43" y="3982"/>
                  <a:pt x="41" y="3987"/>
                  <a:pt x="36" y="3991"/>
                </a:cubicBezTo>
                <a:cubicBezTo>
                  <a:pt x="32" y="3995"/>
                  <a:pt x="27" y="3997"/>
                  <a:pt x="21" y="3997"/>
                </a:cubicBezTo>
                <a:cubicBezTo>
                  <a:pt x="15" y="3997"/>
                  <a:pt x="10" y="3995"/>
                  <a:pt x="6" y="3991"/>
                </a:cubicBezTo>
                <a:cubicBezTo>
                  <a:pt x="2" y="3987"/>
                  <a:pt x="0" y="3982"/>
                  <a:pt x="0" y="3976"/>
                </a:cubicBezTo>
                <a:moveTo>
                  <a:pt x="0" y="3665"/>
                </a:moveTo>
                <a:lnTo>
                  <a:pt x="0" y="3527"/>
                </a:lnTo>
                <a:cubicBezTo>
                  <a:pt x="0" y="3521"/>
                  <a:pt x="2" y="3516"/>
                  <a:pt x="6" y="3512"/>
                </a:cubicBezTo>
                <a:cubicBezTo>
                  <a:pt x="10" y="3508"/>
                  <a:pt x="15" y="3506"/>
                  <a:pt x="21" y="3506"/>
                </a:cubicBezTo>
                <a:cubicBezTo>
                  <a:pt x="27" y="3506"/>
                  <a:pt x="32" y="3508"/>
                  <a:pt x="36" y="3512"/>
                </a:cubicBezTo>
                <a:cubicBezTo>
                  <a:pt x="41" y="3516"/>
                  <a:pt x="43" y="3521"/>
                  <a:pt x="43" y="3527"/>
                </a:cubicBezTo>
                <a:lnTo>
                  <a:pt x="43" y="3665"/>
                </a:lnTo>
                <a:cubicBezTo>
                  <a:pt x="43" y="3671"/>
                  <a:pt x="41" y="3676"/>
                  <a:pt x="36" y="3680"/>
                </a:cubicBezTo>
                <a:cubicBezTo>
                  <a:pt x="32" y="3685"/>
                  <a:pt x="27" y="3687"/>
                  <a:pt x="21" y="3687"/>
                </a:cubicBezTo>
                <a:cubicBezTo>
                  <a:pt x="15" y="3687"/>
                  <a:pt x="10" y="3685"/>
                  <a:pt x="6" y="3680"/>
                </a:cubicBezTo>
                <a:cubicBezTo>
                  <a:pt x="2" y="3676"/>
                  <a:pt x="0" y="3671"/>
                  <a:pt x="0" y="3665"/>
                </a:cubicBezTo>
                <a:moveTo>
                  <a:pt x="0" y="3355"/>
                </a:moveTo>
                <a:lnTo>
                  <a:pt x="0" y="3216"/>
                </a:lnTo>
                <a:cubicBezTo>
                  <a:pt x="0" y="3210"/>
                  <a:pt x="2" y="3205"/>
                  <a:pt x="6" y="3201"/>
                </a:cubicBezTo>
                <a:cubicBezTo>
                  <a:pt x="10" y="3197"/>
                  <a:pt x="15" y="3195"/>
                  <a:pt x="21" y="3195"/>
                </a:cubicBezTo>
                <a:cubicBezTo>
                  <a:pt x="27" y="3195"/>
                  <a:pt x="32" y="3197"/>
                  <a:pt x="36" y="3201"/>
                </a:cubicBezTo>
                <a:cubicBezTo>
                  <a:pt x="41" y="3205"/>
                  <a:pt x="43" y="3210"/>
                  <a:pt x="43" y="3216"/>
                </a:cubicBezTo>
                <a:lnTo>
                  <a:pt x="43" y="3355"/>
                </a:lnTo>
                <a:cubicBezTo>
                  <a:pt x="43" y="3361"/>
                  <a:pt x="41" y="3366"/>
                  <a:pt x="36" y="3370"/>
                </a:cubicBezTo>
                <a:cubicBezTo>
                  <a:pt x="32" y="3375"/>
                  <a:pt x="27" y="3377"/>
                  <a:pt x="21" y="3377"/>
                </a:cubicBezTo>
                <a:cubicBezTo>
                  <a:pt x="15" y="3377"/>
                  <a:pt x="10" y="3375"/>
                  <a:pt x="6" y="3370"/>
                </a:cubicBezTo>
                <a:cubicBezTo>
                  <a:pt x="2" y="3366"/>
                  <a:pt x="0" y="3361"/>
                  <a:pt x="0" y="3355"/>
                </a:cubicBezTo>
                <a:moveTo>
                  <a:pt x="0" y="3043"/>
                </a:moveTo>
                <a:lnTo>
                  <a:pt x="0" y="2904"/>
                </a:lnTo>
                <a:cubicBezTo>
                  <a:pt x="0" y="2898"/>
                  <a:pt x="2" y="2893"/>
                  <a:pt x="6" y="2889"/>
                </a:cubicBezTo>
                <a:cubicBezTo>
                  <a:pt x="10" y="2885"/>
                  <a:pt x="15" y="2883"/>
                  <a:pt x="21" y="2883"/>
                </a:cubicBezTo>
                <a:cubicBezTo>
                  <a:pt x="27" y="2883"/>
                  <a:pt x="32" y="2885"/>
                  <a:pt x="36" y="2889"/>
                </a:cubicBezTo>
                <a:cubicBezTo>
                  <a:pt x="41" y="2893"/>
                  <a:pt x="43" y="2898"/>
                  <a:pt x="43" y="2904"/>
                </a:cubicBezTo>
                <a:lnTo>
                  <a:pt x="43" y="3043"/>
                </a:lnTo>
                <a:cubicBezTo>
                  <a:pt x="43" y="3049"/>
                  <a:pt x="41" y="3054"/>
                  <a:pt x="36" y="3058"/>
                </a:cubicBezTo>
                <a:cubicBezTo>
                  <a:pt x="32" y="3062"/>
                  <a:pt x="27" y="3064"/>
                  <a:pt x="21" y="3064"/>
                </a:cubicBezTo>
                <a:cubicBezTo>
                  <a:pt x="15" y="3064"/>
                  <a:pt x="10" y="3062"/>
                  <a:pt x="6" y="3058"/>
                </a:cubicBezTo>
                <a:cubicBezTo>
                  <a:pt x="2" y="3054"/>
                  <a:pt x="0" y="3049"/>
                  <a:pt x="0" y="3043"/>
                </a:cubicBezTo>
                <a:moveTo>
                  <a:pt x="0" y="2732"/>
                </a:moveTo>
                <a:lnTo>
                  <a:pt x="0" y="2594"/>
                </a:lnTo>
                <a:cubicBezTo>
                  <a:pt x="0" y="2588"/>
                  <a:pt x="2" y="2583"/>
                  <a:pt x="6" y="2578"/>
                </a:cubicBezTo>
                <a:cubicBezTo>
                  <a:pt x="10" y="2574"/>
                  <a:pt x="15" y="2572"/>
                  <a:pt x="21" y="2572"/>
                </a:cubicBezTo>
                <a:cubicBezTo>
                  <a:pt x="27" y="2572"/>
                  <a:pt x="32" y="2574"/>
                  <a:pt x="36" y="2578"/>
                </a:cubicBezTo>
                <a:cubicBezTo>
                  <a:pt x="41" y="2583"/>
                  <a:pt x="43" y="2588"/>
                  <a:pt x="43" y="2594"/>
                </a:cubicBezTo>
                <a:lnTo>
                  <a:pt x="43" y="2732"/>
                </a:lnTo>
                <a:cubicBezTo>
                  <a:pt x="43" y="2738"/>
                  <a:pt x="41" y="2743"/>
                  <a:pt x="36" y="2747"/>
                </a:cubicBezTo>
                <a:cubicBezTo>
                  <a:pt x="32" y="2751"/>
                  <a:pt x="27" y="2753"/>
                  <a:pt x="21" y="2753"/>
                </a:cubicBezTo>
                <a:cubicBezTo>
                  <a:pt x="15" y="2753"/>
                  <a:pt x="10" y="2751"/>
                  <a:pt x="6" y="2747"/>
                </a:cubicBezTo>
                <a:cubicBezTo>
                  <a:pt x="2" y="2743"/>
                  <a:pt x="0" y="2738"/>
                  <a:pt x="0" y="2732"/>
                </a:cubicBezTo>
                <a:moveTo>
                  <a:pt x="0" y="2422"/>
                </a:moveTo>
                <a:lnTo>
                  <a:pt x="0" y="2284"/>
                </a:lnTo>
                <a:cubicBezTo>
                  <a:pt x="0" y="2278"/>
                  <a:pt x="2" y="2273"/>
                  <a:pt x="6" y="2269"/>
                </a:cubicBezTo>
                <a:cubicBezTo>
                  <a:pt x="10" y="2265"/>
                  <a:pt x="15" y="2263"/>
                  <a:pt x="21" y="2263"/>
                </a:cubicBezTo>
                <a:cubicBezTo>
                  <a:pt x="27" y="2263"/>
                  <a:pt x="32" y="2265"/>
                  <a:pt x="36" y="2269"/>
                </a:cubicBezTo>
                <a:cubicBezTo>
                  <a:pt x="41" y="2273"/>
                  <a:pt x="43" y="2278"/>
                  <a:pt x="43" y="2284"/>
                </a:cubicBezTo>
                <a:lnTo>
                  <a:pt x="43" y="2422"/>
                </a:lnTo>
                <a:cubicBezTo>
                  <a:pt x="43" y="2428"/>
                  <a:pt x="41" y="2433"/>
                  <a:pt x="36" y="2437"/>
                </a:cubicBezTo>
                <a:cubicBezTo>
                  <a:pt x="32" y="2441"/>
                  <a:pt x="27" y="2443"/>
                  <a:pt x="21" y="2443"/>
                </a:cubicBezTo>
                <a:cubicBezTo>
                  <a:pt x="15" y="2443"/>
                  <a:pt x="10" y="2441"/>
                  <a:pt x="6" y="2437"/>
                </a:cubicBezTo>
                <a:cubicBezTo>
                  <a:pt x="2" y="2433"/>
                  <a:pt x="0" y="2428"/>
                  <a:pt x="0" y="2422"/>
                </a:cubicBezTo>
                <a:moveTo>
                  <a:pt x="0" y="2111"/>
                </a:moveTo>
                <a:lnTo>
                  <a:pt x="0" y="1972"/>
                </a:lnTo>
                <a:cubicBezTo>
                  <a:pt x="0" y="1966"/>
                  <a:pt x="2" y="1961"/>
                  <a:pt x="6" y="1956"/>
                </a:cubicBezTo>
                <a:cubicBezTo>
                  <a:pt x="10" y="1952"/>
                  <a:pt x="15" y="1950"/>
                  <a:pt x="21" y="1950"/>
                </a:cubicBezTo>
                <a:cubicBezTo>
                  <a:pt x="27" y="1950"/>
                  <a:pt x="32" y="1952"/>
                  <a:pt x="36" y="1956"/>
                </a:cubicBezTo>
                <a:cubicBezTo>
                  <a:pt x="41" y="1961"/>
                  <a:pt x="43" y="1966"/>
                  <a:pt x="43" y="1972"/>
                </a:cubicBezTo>
                <a:lnTo>
                  <a:pt x="43" y="2111"/>
                </a:lnTo>
                <a:cubicBezTo>
                  <a:pt x="43" y="2117"/>
                  <a:pt x="41" y="2122"/>
                  <a:pt x="36" y="2126"/>
                </a:cubicBezTo>
                <a:cubicBezTo>
                  <a:pt x="32" y="2130"/>
                  <a:pt x="27" y="2132"/>
                  <a:pt x="21" y="2132"/>
                </a:cubicBezTo>
                <a:cubicBezTo>
                  <a:pt x="15" y="2132"/>
                  <a:pt x="10" y="2130"/>
                  <a:pt x="6" y="2126"/>
                </a:cubicBezTo>
                <a:cubicBezTo>
                  <a:pt x="2" y="2122"/>
                  <a:pt x="0" y="2117"/>
                  <a:pt x="0" y="2111"/>
                </a:cubicBezTo>
                <a:moveTo>
                  <a:pt x="0" y="1799"/>
                </a:moveTo>
                <a:lnTo>
                  <a:pt x="0" y="1660"/>
                </a:lnTo>
                <a:cubicBezTo>
                  <a:pt x="0" y="1654"/>
                  <a:pt x="2" y="1649"/>
                  <a:pt x="6" y="1645"/>
                </a:cubicBezTo>
                <a:cubicBezTo>
                  <a:pt x="10" y="1641"/>
                  <a:pt x="15" y="1639"/>
                  <a:pt x="21" y="1639"/>
                </a:cubicBezTo>
                <a:cubicBezTo>
                  <a:pt x="27" y="1639"/>
                  <a:pt x="32" y="1641"/>
                  <a:pt x="36" y="1645"/>
                </a:cubicBezTo>
                <a:cubicBezTo>
                  <a:pt x="41" y="1649"/>
                  <a:pt x="43" y="1654"/>
                  <a:pt x="43" y="1660"/>
                </a:cubicBezTo>
                <a:lnTo>
                  <a:pt x="43" y="1799"/>
                </a:lnTo>
                <a:cubicBezTo>
                  <a:pt x="43" y="1804"/>
                  <a:pt x="41" y="1810"/>
                  <a:pt x="36" y="1814"/>
                </a:cubicBezTo>
                <a:cubicBezTo>
                  <a:pt x="32" y="1818"/>
                  <a:pt x="27" y="1820"/>
                  <a:pt x="21" y="1820"/>
                </a:cubicBezTo>
                <a:cubicBezTo>
                  <a:pt x="15" y="1820"/>
                  <a:pt x="10" y="1818"/>
                  <a:pt x="6" y="1814"/>
                </a:cubicBezTo>
                <a:cubicBezTo>
                  <a:pt x="2" y="1810"/>
                  <a:pt x="0" y="1804"/>
                  <a:pt x="0" y="1799"/>
                </a:cubicBezTo>
                <a:moveTo>
                  <a:pt x="0" y="1488"/>
                </a:moveTo>
                <a:lnTo>
                  <a:pt x="0" y="1350"/>
                </a:lnTo>
                <a:cubicBezTo>
                  <a:pt x="0" y="1344"/>
                  <a:pt x="2" y="1339"/>
                  <a:pt x="6" y="1335"/>
                </a:cubicBezTo>
                <a:cubicBezTo>
                  <a:pt x="10" y="1331"/>
                  <a:pt x="15" y="1328"/>
                  <a:pt x="21" y="1328"/>
                </a:cubicBezTo>
                <a:cubicBezTo>
                  <a:pt x="27" y="1328"/>
                  <a:pt x="32" y="1331"/>
                  <a:pt x="36" y="1335"/>
                </a:cubicBezTo>
                <a:cubicBezTo>
                  <a:pt x="41" y="1339"/>
                  <a:pt x="43" y="1344"/>
                  <a:pt x="43" y="1350"/>
                </a:cubicBezTo>
                <a:lnTo>
                  <a:pt x="43" y="1488"/>
                </a:lnTo>
                <a:cubicBezTo>
                  <a:pt x="43" y="1494"/>
                  <a:pt x="41" y="1499"/>
                  <a:pt x="36" y="1503"/>
                </a:cubicBezTo>
                <a:cubicBezTo>
                  <a:pt x="32" y="1507"/>
                  <a:pt x="27" y="1509"/>
                  <a:pt x="21" y="1509"/>
                </a:cubicBezTo>
                <a:cubicBezTo>
                  <a:pt x="15" y="1509"/>
                  <a:pt x="10" y="1507"/>
                  <a:pt x="6" y="1503"/>
                </a:cubicBezTo>
                <a:cubicBezTo>
                  <a:pt x="2" y="1499"/>
                  <a:pt x="0" y="1494"/>
                  <a:pt x="0" y="1488"/>
                </a:cubicBezTo>
                <a:moveTo>
                  <a:pt x="0" y="1178"/>
                </a:moveTo>
                <a:lnTo>
                  <a:pt x="0" y="1040"/>
                </a:lnTo>
                <a:cubicBezTo>
                  <a:pt x="0" y="1034"/>
                  <a:pt x="2" y="1029"/>
                  <a:pt x="6" y="1025"/>
                </a:cubicBezTo>
                <a:cubicBezTo>
                  <a:pt x="10" y="1020"/>
                  <a:pt x="15" y="1018"/>
                  <a:pt x="21" y="1018"/>
                </a:cubicBezTo>
                <a:cubicBezTo>
                  <a:pt x="27" y="1018"/>
                  <a:pt x="32" y="1020"/>
                  <a:pt x="36" y="1025"/>
                </a:cubicBezTo>
                <a:cubicBezTo>
                  <a:pt x="41" y="1029"/>
                  <a:pt x="43" y="1034"/>
                  <a:pt x="43" y="1040"/>
                </a:cubicBezTo>
                <a:lnTo>
                  <a:pt x="43" y="1178"/>
                </a:lnTo>
                <a:cubicBezTo>
                  <a:pt x="43" y="1184"/>
                  <a:pt x="41" y="1189"/>
                  <a:pt x="36" y="1194"/>
                </a:cubicBezTo>
                <a:cubicBezTo>
                  <a:pt x="32" y="1198"/>
                  <a:pt x="27" y="1200"/>
                  <a:pt x="21" y="1200"/>
                </a:cubicBezTo>
                <a:cubicBezTo>
                  <a:pt x="15" y="1200"/>
                  <a:pt x="10" y="1198"/>
                  <a:pt x="6" y="1194"/>
                </a:cubicBezTo>
                <a:cubicBezTo>
                  <a:pt x="2" y="1189"/>
                  <a:pt x="0" y="1184"/>
                  <a:pt x="0" y="1178"/>
                </a:cubicBezTo>
                <a:moveTo>
                  <a:pt x="0" y="866"/>
                </a:moveTo>
                <a:lnTo>
                  <a:pt x="0" y="727"/>
                </a:lnTo>
                <a:cubicBezTo>
                  <a:pt x="0" y="721"/>
                  <a:pt x="2" y="716"/>
                  <a:pt x="6" y="712"/>
                </a:cubicBezTo>
                <a:cubicBezTo>
                  <a:pt x="10" y="708"/>
                  <a:pt x="15" y="706"/>
                  <a:pt x="21" y="706"/>
                </a:cubicBezTo>
                <a:cubicBezTo>
                  <a:pt x="27" y="706"/>
                  <a:pt x="32" y="708"/>
                  <a:pt x="36" y="712"/>
                </a:cubicBezTo>
                <a:cubicBezTo>
                  <a:pt x="41" y="716"/>
                  <a:pt x="43" y="721"/>
                  <a:pt x="43" y="727"/>
                </a:cubicBezTo>
                <a:lnTo>
                  <a:pt x="43" y="866"/>
                </a:lnTo>
                <a:cubicBezTo>
                  <a:pt x="43" y="872"/>
                  <a:pt x="41" y="877"/>
                  <a:pt x="36" y="881"/>
                </a:cubicBezTo>
                <a:cubicBezTo>
                  <a:pt x="32" y="886"/>
                  <a:pt x="27" y="888"/>
                  <a:pt x="21" y="888"/>
                </a:cubicBezTo>
                <a:cubicBezTo>
                  <a:pt x="15" y="888"/>
                  <a:pt x="10" y="886"/>
                  <a:pt x="6" y="881"/>
                </a:cubicBezTo>
                <a:cubicBezTo>
                  <a:pt x="2" y="877"/>
                  <a:pt x="0" y="872"/>
                  <a:pt x="0" y="866"/>
                </a:cubicBezTo>
                <a:moveTo>
                  <a:pt x="0" y="554"/>
                </a:moveTo>
                <a:lnTo>
                  <a:pt x="0" y="416"/>
                </a:lnTo>
                <a:cubicBezTo>
                  <a:pt x="0" y="410"/>
                  <a:pt x="2" y="405"/>
                  <a:pt x="6" y="401"/>
                </a:cubicBezTo>
                <a:cubicBezTo>
                  <a:pt x="10" y="397"/>
                  <a:pt x="15" y="395"/>
                  <a:pt x="21" y="395"/>
                </a:cubicBezTo>
                <a:cubicBezTo>
                  <a:pt x="27" y="395"/>
                  <a:pt x="32" y="397"/>
                  <a:pt x="36" y="401"/>
                </a:cubicBezTo>
                <a:cubicBezTo>
                  <a:pt x="41" y="405"/>
                  <a:pt x="43" y="410"/>
                  <a:pt x="43" y="416"/>
                </a:cubicBezTo>
                <a:lnTo>
                  <a:pt x="43" y="554"/>
                </a:lnTo>
                <a:cubicBezTo>
                  <a:pt x="43" y="560"/>
                  <a:pt x="41" y="565"/>
                  <a:pt x="36" y="570"/>
                </a:cubicBezTo>
                <a:cubicBezTo>
                  <a:pt x="32" y="574"/>
                  <a:pt x="27" y="576"/>
                  <a:pt x="21" y="576"/>
                </a:cubicBezTo>
                <a:cubicBezTo>
                  <a:pt x="15" y="576"/>
                  <a:pt x="10" y="574"/>
                  <a:pt x="6" y="570"/>
                </a:cubicBezTo>
                <a:cubicBezTo>
                  <a:pt x="2" y="565"/>
                  <a:pt x="0" y="560"/>
                  <a:pt x="0" y="554"/>
                </a:cubicBezTo>
                <a:moveTo>
                  <a:pt x="0" y="244"/>
                </a:moveTo>
                <a:lnTo>
                  <a:pt x="0" y="107"/>
                </a:lnTo>
                <a:cubicBezTo>
                  <a:pt x="0" y="101"/>
                  <a:pt x="2" y="96"/>
                  <a:pt x="6" y="92"/>
                </a:cubicBezTo>
                <a:cubicBezTo>
                  <a:pt x="10" y="88"/>
                  <a:pt x="15" y="85"/>
                  <a:pt x="21" y="85"/>
                </a:cubicBezTo>
                <a:cubicBezTo>
                  <a:pt x="27" y="85"/>
                  <a:pt x="32" y="88"/>
                  <a:pt x="36" y="92"/>
                </a:cubicBezTo>
                <a:cubicBezTo>
                  <a:pt x="41" y="96"/>
                  <a:pt x="43" y="101"/>
                  <a:pt x="43" y="107"/>
                </a:cubicBezTo>
                <a:lnTo>
                  <a:pt x="43" y="244"/>
                </a:lnTo>
                <a:cubicBezTo>
                  <a:pt x="43" y="250"/>
                  <a:pt x="41" y="255"/>
                  <a:pt x="36" y="260"/>
                </a:cubicBezTo>
                <a:cubicBezTo>
                  <a:pt x="32" y="264"/>
                  <a:pt x="27" y="266"/>
                  <a:pt x="21" y="266"/>
                </a:cubicBezTo>
                <a:cubicBezTo>
                  <a:pt x="15" y="266"/>
                  <a:pt x="10" y="264"/>
                  <a:pt x="6" y="260"/>
                </a:cubicBezTo>
                <a:cubicBezTo>
                  <a:pt x="2" y="255"/>
                  <a:pt x="0" y="250"/>
                  <a:pt x="0" y="244"/>
                </a:cubicBezTo>
                <a:close/>
              </a:path>
            </a:pathLst>
          </a:custGeom>
          <a:solidFill>
            <a:srgbClr val="9C36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847440" y="2549880"/>
            <a:ext cx="1549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0" b="0" u="none" strike="noStrike">
                <a:solidFill>
                  <a:srgbClr val="9C36B5"/>
                </a:solidFill>
                <a:effectLst/>
                <a:uFillTx/>
                <a:latin typeface="Virgil3YOFF"/>
                <a:ea typeface="Virgil3YOFF"/>
              </a:rPr>
              <a:t>MANAGEMENT  CLUSTER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1024560" y="2793960"/>
            <a:ext cx="1761840" cy="620280"/>
          </a:xfrm>
          <a:custGeom>
            <a:avLst/>
            <a:gdLst/>
            <a:ahLst/>
            <a:rect l="0" t="0" r="r" b="b"/>
            <a:pathLst>
              <a:path w="4894" h="1723">
                <a:moveTo>
                  <a:pt x="40" y="0"/>
                </a:moveTo>
                <a:lnTo>
                  <a:pt x="4852" y="13"/>
                </a:lnTo>
                <a:lnTo>
                  <a:pt x="4894" y="1723"/>
                </a:lnTo>
                <a:lnTo>
                  <a:pt x="0" y="1707"/>
                </a:lnTo>
                <a:lnTo>
                  <a:pt x="4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1024200" y="2788200"/>
            <a:ext cx="1761840" cy="640080"/>
          </a:xfrm>
          <a:custGeom>
            <a:avLst/>
            <a:gdLst/>
            <a:ahLst/>
            <a:rect l="0" t="0" r="r" b="b"/>
            <a:pathLst>
              <a:path fill="none" w="4894" h="1778">
                <a:moveTo>
                  <a:pt x="0" y="0"/>
                </a:moveTo>
                <a:cubicBezTo>
                  <a:pt x="1018" y="41"/>
                  <a:pt x="1963" y="37"/>
                  <a:pt x="4844" y="0"/>
                </a:cubicBezTo>
                <a:moveTo>
                  <a:pt x="20" y="15"/>
                </a:moveTo>
                <a:cubicBezTo>
                  <a:pt x="1705" y="49"/>
                  <a:pt x="3415" y="50"/>
                  <a:pt x="4864" y="7"/>
                </a:cubicBezTo>
                <a:moveTo>
                  <a:pt x="4843" y="13"/>
                </a:moveTo>
                <a:cubicBezTo>
                  <a:pt x="4872" y="586"/>
                  <a:pt x="4887" y="1141"/>
                  <a:pt x="4894" y="1778"/>
                </a:cubicBezTo>
                <a:moveTo>
                  <a:pt x="4866" y="24"/>
                </a:moveTo>
                <a:cubicBezTo>
                  <a:pt x="4863" y="499"/>
                  <a:pt x="4883" y="985"/>
                  <a:pt x="4879" y="1754"/>
                </a:cubicBezTo>
                <a:moveTo>
                  <a:pt x="4856" y="1726"/>
                </a:moveTo>
                <a:cubicBezTo>
                  <a:pt x="3355" y="1762"/>
                  <a:pt x="1870" y="1764"/>
                  <a:pt x="38" y="1761"/>
                </a:cubicBezTo>
                <a:moveTo>
                  <a:pt x="4857" y="1759"/>
                </a:moveTo>
                <a:cubicBezTo>
                  <a:pt x="3736" y="1773"/>
                  <a:pt x="2619" y="1774"/>
                  <a:pt x="34" y="1749"/>
                </a:cubicBezTo>
                <a:moveTo>
                  <a:pt x="9" y="1711"/>
                </a:moveTo>
                <a:cubicBezTo>
                  <a:pt x="57" y="1409"/>
                  <a:pt x="55" y="1050"/>
                  <a:pt x="29" y="9"/>
                </a:cubicBezTo>
                <a:moveTo>
                  <a:pt x="19" y="1763"/>
                </a:moveTo>
                <a:cubicBezTo>
                  <a:pt x="31" y="1137"/>
                  <a:pt x="24" y="544"/>
                  <a:pt x="11" y="33"/>
                </a:cubicBezTo>
              </a:path>
            </a:pathLst>
          </a:custGeom>
          <a:ln cap="rnd" w="6120">
            <a:solidFill>
              <a:srgbClr val="000000">
                <a:alpha val="0"/>
              </a:srgbClr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1041480" y="3605760"/>
            <a:ext cx="1734120" cy="618480"/>
          </a:xfrm>
          <a:custGeom>
            <a:avLst/>
            <a:gdLst/>
            <a:ahLst/>
            <a:rect l="0" t="0" r="r" b="b"/>
            <a:pathLst>
              <a:path w="4817" h="1718">
                <a:moveTo>
                  <a:pt x="0" y="15"/>
                </a:moveTo>
                <a:lnTo>
                  <a:pt x="4788" y="0"/>
                </a:lnTo>
                <a:lnTo>
                  <a:pt x="4817" y="1718"/>
                </a:lnTo>
                <a:lnTo>
                  <a:pt x="3" y="1690"/>
                </a:lnTo>
                <a:lnTo>
                  <a:pt x="0" y="15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1023120" y="3597120"/>
            <a:ext cx="1759320" cy="637560"/>
          </a:xfrm>
          <a:custGeom>
            <a:avLst/>
            <a:gdLst/>
            <a:ahLst/>
            <a:rect l="0" t="0" r="r" b="b"/>
            <a:pathLst>
              <a:path fill="none" w="4887" h="1771">
                <a:moveTo>
                  <a:pt x="41" y="38"/>
                </a:moveTo>
                <a:cubicBezTo>
                  <a:pt x="990" y="-17"/>
                  <a:pt x="1985" y="-5"/>
                  <a:pt x="4863" y="31"/>
                </a:cubicBezTo>
                <a:moveTo>
                  <a:pt x="27" y="4"/>
                </a:moveTo>
                <a:cubicBezTo>
                  <a:pt x="1830" y="-8"/>
                  <a:pt x="3613" y="12"/>
                  <a:pt x="4872" y="3"/>
                </a:cubicBezTo>
                <a:moveTo>
                  <a:pt x="4838" y="16"/>
                </a:moveTo>
                <a:cubicBezTo>
                  <a:pt x="4835" y="600"/>
                  <a:pt x="4861" y="1206"/>
                  <a:pt x="4887" y="1728"/>
                </a:cubicBezTo>
                <a:moveTo>
                  <a:pt x="4857" y="26"/>
                </a:moveTo>
                <a:cubicBezTo>
                  <a:pt x="4875" y="618"/>
                  <a:pt x="4844" y="1202"/>
                  <a:pt x="4872" y="1741"/>
                </a:cubicBezTo>
                <a:moveTo>
                  <a:pt x="4847" y="1748"/>
                </a:moveTo>
                <a:cubicBezTo>
                  <a:pt x="3270" y="1784"/>
                  <a:pt x="1726" y="1779"/>
                  <a:pt x="39" y="1728"/>
                </a:cubicBezTo>
                <a:moveTo>
                  <a:pt x="4860" y="1742"/>
                </a:moveTo>
                <a:cubicBezTo>
                  <a:pt x="3868" y="1729"/>
                  <a:pt x="2853" y="1753"/>
                  <a:pt x="37" y="1735"/>
                </a:cubicBezTo>
                <a:moveTo>
                  <a:pt x="34" y="1740"/>
                </a:moveTo>
                <a:cubicBezTo>
                  <a:pt x="17" y="1265"/>
                  <a:pt x="-15" y="716"/>
                  <a:pt x="8" y="22"/>
                </a:cubicBezTo>
                <a:moveTo>
                  <a:pt x="43" y="1761"/>
                </a:moveTo>
                <a:cubicBezTo>
                  <a:pt x="45" y="1203"/>
                  <a:pt x="46" y="668"/>
                  <a:pt x="39" y="31"/>
                </a:cubicBezTo>
              </a:path>
            </a:pathLst>
          </a:custGeom>
          <a:ln cap="rnd" w="6120">
            <a:solidFill>
              <a:srgbClr val="000000">
                <a:alpha val="0"/>
              </a:srgbClr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1036080" y="4403520"/>
            <a:ext cx="1748160" cy="641160"/>
          </a:xfrm>
          <a:custGeom>
            <a:avLst/>
            <a:gdLst/>
            <a:ahLst/>
            <a:rect l="0" t="0" r="r" b="b"/>
            <a:pathLst>
              <a:path w="4856" h="1781">
                <a:moveTo>
                  <a:pt x="21" y="0"/>
                </a:moveTo>
                <a:lnTo>
                  <a:pt x="4856" y="26"/>
                </a:lnTo>
                <a:lnTo>
                  <a:pt x="4802" y="1752"/>
                </a:lnTo>
                <a:lnTo>
                  <a:pt x="0" y="1781"/>
                </a:lnTo>
                <a:lnTo>
                  <a:pt x="21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1031400" y="4408920"/>
            <a:ext cx="1755360" cy="633600"/>
          </a:xfrm>
          <a:custGeom>
            <a:avLst/>
            <a:gdLst/>
            <a:ahLst/>
            <a:rect l="0" t="0" r="r" b="b"/>
            <a:pathLst>
              <a:path fill="none" w="4876" h="1760">
                <a:moveTo>
                  <a:pt x="3" y="15"/>
                </a:moveTo>
                <a:cubicBezTo>
                  <a:pt x="989" y="-8"/>
                  <a:pt x="1928" y="19"/>
                  <a:pt x="4856" y="0"/>
                </a:cubicBezTo>
                <a:moveTo>
                  <a:pt x="9" y="11"/>
                </a:moveTo>
                <a:cubicBezTo>
                  <a:pt x="1903" y="2"/>
                  <a:pt x="3811" y="13"/>
                  <a:pt x="4855" y="16"/>
                </a:cubicBezTo>
                <a:moveTo>
                  <a:pt x="4876" y="11"/>
                </a:moveTo>
                <a:cubicBezTo>
                  <a:pt x="4874" y="608"/>
                  <a:pt x="4844" y="1264"/>
                  <a:pt x="4853" y="1738"/>
                </a:cubicBezTo>
                <a:moveTo>
                  <a:pt x="4856" y="20"/>
                </a:moveTo>
                <a:cubicBezTo>
                  <a:pt x="4862" y="383"/>
                  <a:pt x="4848" y="755"/>
                  <a:pt x="4839" y="1720"/>
                </a:cubicBezTo>
                <a:moveTo>
                  <a:pt x="4864" y="1709"/>
                </a:moveTo>
                <a:cubicBezTo>
                  <a:pt x="3211" y="1745"/>
                  <a:pt x="1556" y="1786"/>
                  <a:pt x="14" y="1740"/>
                </a:cubicBezTo>
                <a:moveTo>
                  <a:pt x="4838" y="1744"/>
                </a:moveTo>
                <a:cubicBezTo>
                  <a:pt x="2980" y="1704"/>
                  <a:pt x="1126" y="1698"/>
                  <a:pt x="13" y="1740"/>
                </a:cubicBezTo>
                <a:moveTo>
                  <a:pt x="33" y="1760"/>
                </a:moveTo>
                <a:cubicBezTo>
                  <a:pt x="-14" y="1046"/>
                  <a:pt x="-7" y="444"/>
                  <a:pt x="30" y="26"/>
                </a:cubicBezTo>
                <a:moveTo>
                  <a:pt x="6" y="1752"/>
                </a:moveTo>
                <a:cubicBezTo>
                  <a:pt x="-2" y="1263"/>
                  <a:pt x="8" y="786"/>
                  <a:pt x="6" y="22"/>
                </a:cubicBezTo>
              </a:path>
            </a:pathLst>
          </a:custGeom>
          <a:ln cap="rnd" w="6120">
            <a:solidFill>
              <a:srgbClr val="000000">
                <a:alpha val="0"/>
              </a:srgbClr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2957040" y="3603600"/>
            <a:ext cx="1873800" cy="629640"/>
          </a:xfrm>
          <a:custGeom>
            <a:avLst/>
            <a:gdLst/>
            <a:ahLst/>
            <a:rect l="0" t="0" r="r" b="b"/>
            <a:pathLst>
              <a:path w="5205" h="1749">
                <a:moveTo>
                  <a:pt x="47" y="1"/>
                </a:moveTo>
                <a:lnTo>
                  <a:pt x="5204" y="0"/>
                </a:lnTo>
                <a:lnTo>
                  <a:pt x="5205" y="1732"/>
                </a:lnTo>
                <a:lnTo>
                  <a:pt x="0" y="1749"/>
                </a:lnTo>
                <a:lnTo>
                  <a:pt x="47" y="1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2954160" y="3596760"/>
            <a:ext cx="1882440" cy="637200"/>
          </a:xfrm>
          <a:custGeom>
            <a:avLst/>
            <a:gdLst/>
            <a:ahLst/>
            <a:rect l="0" t="0" r="r" b="b"/>
            <a:pathLst>
              <a:path fill="none" w="5229" h="1770">
                <a:moveTo>
                  <a:pt x="4" y="12"/>
                </a:moveTo>
                <a:cubicBezTo>
                  <a:pt x="1043" y="74"/>
                  <a:pt x="2100" y="62"/>
                  <a:pt x="5180" y="41"/>
                </a:cubicBezTo>
                <a:moveTo>
                  <a:pt x="28" y="12"/>
                </a:moveTo>
                <a:cubicBezTo>
                  <a:pt x="1121" y="32"/>
                  <a:pt x="2233" y="36"/>
                  <a:pt x="5195" y="23"/>
                </a:cubicBezTo>
                <a:moveTo>
                  <a:pt x="5229" y="25"/>
                </a:moveTo>
                <a:cubicBezTo>
                  <a:pt x="5229" y="635"/>
                  <a:pt x="5210" y="1340"/>
                  <a:pt x="5203" y="1768"/>
                </a:cubicBezTo>
                <a:moveTo>
                  <a:pt x="5205" y="0"/>
                </a:moveTo>
                <a:cubicBezTo>
                  <a:pt x="5198" y="514"/>
                  <a:pt x="5201" y="985"/>
                  <a:pt x="5189" y="1754"/>
                </a:cubicBezTo>
                <a:moveTo>
                  <a:pt x="5212" y="1743"/>
                </a:moveTo>
                <a:cubicBezTo>
                  <a:pt x="3359" y="1780"/>
                  <a:pt x="1521" y="1762"/>
                  <a:pt x="26" y="1770"/>
                </a:cubicBezTo>
                <a:moveTo>
                  <a:pt x="5199" y="1740"/>
                </a:moveTo>
                <a:cubicBezTo>
                  <a:pt x="3344" y="1746"/>
                  <a:pt x="1494" y="1762"/>
                  <a:pt x="27" y="1738"/>
                </a:cubicBezTo>
                <a:moveTo>
                  <a:pt x="1" y="1731"/>
                </a:moveTo>
                <a:cubicBezTo>
                  <a:pt x="-7" y="1259"/>
                  <a:pt x="40" y="814"/>
                  <a:pt x="20" y="50"/>
                </a:cubicBezTo>
                <a:moveTo>
                  <a:pt x="8" y="1762"/>
                </a:moveTo>
                <a:cubicBezTo>
                  <a:pt x="23" y="1341"/>
                  <a:pt x="42" y="923"/>
                  <a:pt x="12" y="32"/>
                </a:cubicBezTo>
              </a:path>
            </a:pathLst>
          </a:custGeom>
          <a:ln cap="rnd" w="6120">
            <a:solidFill>
              <a:srgbClr val="000000">
                <a:alpha val="0"/>
              </a:srgbClr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5251320" y="3726720"/>
            <a:ext cx="1500840" cy="814680"/>
          </a:xfrm>
          <a:custGeom>
            <a:avLst/>
            <a:gdLst/>
            <a:ahLst/>
            <a:rect l="0" t="0" r="r" b="b"/>
            <a:pathLst>
              <a:path w="4169" h="2263">
                <a:moveTo>
                  <a:pt x="4" y="29"/>
                </a:moveTo>
                <a:lnTo>
                  <a:pt x="4169" y="0"/>
                </a:lnTo>
                <a:lnTo>
                  <a:pt x="4157" y="2258"/>
                </a:lnTo>
                <a:lnTo>
                  <a:pt x="0" y="2263"/>
                </a:lnTo>
                <a:lnTo>
                  <a:pt x="4" y="29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5253120" y="3719160"/>
            <a:ext cx="1508760" cy="830880"/>
          </a:xfrm>
          <a:custGeom>
            <a:avLst/>
            <a:gdLst/>
            <a:ahLst/>
            <a:rect l="0" t="0" r="r" b="b"/>
            <a:pathLst>
              <a:path fill="none" w="4191" h="2308">
                <a:moveTo>
                  <a:pt x="47" y="2"/>
                </a:moveTo>
                <a:cubicBezTo>
                  <a:pt x="863" y="26"/>
                  <a:pt x="1712" y="28"/>
                  <a:pt x="4162" y="27"/>
                </a:cubicBezTo>
                <a:moveTo>
                  <a:pt x="39" y="35"/>
                </a:moveTo>
                <a:cubicBezTo>
                  <a:pt x="1013" y="10"/>
                  <a:pt x="1988" y="6"/>
                  <a:pt x="4167" y="26"/>
                </a:cubicBezTo>
                <a:moveTo>
                  <a:pt x="4188" y="35"/>
                </a:moveTo>
                <a:cubicBezTo>
                  <a:pt x="4195" y="930"/>
                  <a:pt x="4188" y="1819"/>
                  <a:pt x="4161" y="2241"/>
                </a:cubicBezTo>
                <a:moveTo>
                  <a:pt x="4160" y="9"/>
                </a:moveTo>
                <a:cubicBezTo>
                  <a:pt x="4172" y="823"/>
                  <a:pt x="4159" y="1610"/>
                  <a:pt x="4181" y="2266"/>
                </a:cubicBezTo>
                <a:moveTo>
                  <a:pt x="4167" y="2293"/>
                </a:moveTo>
                <a:cubicBezTo>
                  <a:pt x="2619" y="2326"/>
                  <a:pt x="1106" y="2298"/>
                  <a:pt x="29" y="2261"/>
                </a:cubicBezTo>
                <a:moveTo>
                  <a:pt x="4168" y="2275"/>
                </a:moveTo>
                <a:cubicBezTo>
                  <a:pt x="2770" y="2255"/>
                  <a:pt x="1406" y="2241"/>
                  <a:pt x="31" y="2275"/>
                </a:cubicBezTo>
                <a:moveTo>
                  <a:pt x="27" y="2284"/>
                </a:moveTo>
                <a:cubicBezTo>
                  <a:pt x="59" y="1457"/>
                  <a:pt x="6" y="708"/>
                  <a:pt x="0" y="0"/>
                </a:cubicBezTo>
                <a:moveTo>
                  <a:pt x="33" y="2286"/>
                </a:moveTo>
                <a:cubicBezTo>
                  <a:pt x="0" y="1829"/>
                  <a:pt x="-8" y="1365"/>
                  <a:pt x="41" y="37"/>
                </a:cubicBezTo>
              </a:path>
            </a:pathLst>
          </a:custGeom>
          <a:ln cap="rnd" w="6120">
            <a:solidFill>
              <a:srgbClr val="000000">
                <a:alpha val="0"/>
              </a:srgbClr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7245000" y="2788560"/>
            <a:ext cx="2004120" cy="632880"/>
          </a:xfrm>
          <a:custGeom>
            <a:avLst/>
            <a:gdLst/>
            <a:ahLst/>
            <a:rect l="0" t="0" r="r" b="b"/>
            <a:pathLst>
              <a:path w="5567" h="1758">
                <a:moveTo>
                  <a:pt x="0" y="0"/>
                </a:moveTo>
                <a:lnTo>
                  <a:pt x="5524" y="11"/>
                </a:lnTo>
                <a:lnTo>
                  <a:pt x="5567" y="1758"/>
                </a:lnTo>
                <a:lnTo>
                  <a:pt x="40" y="17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7248960" y="2788920"/>
            <a:ext cx="1998000" cy="639000"/>
          </a:xfrm>
          <a:custGeom>
            <a:avLst/>
            <a:gdLst/>
            <a:ahLst/>
            <a:rect l="0" t="0" r="r" b="b"/>
            <a:pathLst>
              <a:path fill="none" w="5550" h="1775">
                <a:moveTo>
                  <a:pt x="13" y="34"/>
                </a:moveTo>
                <a:cubicBezTo>
                  <a:pt x="1093" y="36"/>
                  <a:pt x="2213" y="52"/>
                  <a:pt x="5544" y="0"/>
                </a:cubicBezTo>
                <a:moveTo>
                  <a:pt x="0" y="17"/>
                </a:moveTo>
                <a:cubicBezTo>
                  <a:pt x="1429" y="17"/>
                  <a:pt x="2843" y="7"/>
                  <a:pt x="5539" y="15"/>
                </a:cubicBezTo>
                <a:moveTo>
                  <a:pt x="5546" y="33"/>
                </a:moveTo>
                <a:cubicBezTo>
                  <a:pt x="5515" y="392"/>
                  <a:pt x="5520" y="713"/>
                  <a:pt x="5516" y="1736"/>
                </a:cubicBezTo>
                <a:moveTo>
                  <a:pt x="5548" y="5"/>
                </a:moveTo>
                <a:cubicBezTo>
                  <a:pt x="5550" y="409"/>
                  <a:pt x="5555" y="767"/>
                  <a:pt x="5536" y="1730"/>
                </a:cubicBezTo>
                <a:moveTo>
                  <a:pt x="5522" y="1737"/>
                </a:moveTo>
                <a:cubicBezTo>
                  <a:pt x="3373" y="1773"/>
                  <a:pt x="1269" y="1791"/>
                  <a:pt x="10" y="1757"/>
                </a:cubicBezTo>
                <a:moveTo>
                  <a:pt x="5535" y="1735"/>
                </a:moveTo>
                <a:cubicBezTo>
                  <a:pt x="3818" y="1760"/>
                  <a:pt x="2106" y="1769"/>
                  <a:pt x="13" y="1737"/>
                </a:cubicBezTo>
                <a:moveTo>
                  <a:pt x="33" y="1720"/>
                </a:moveTo>
                <a:cubicBezTo>
                  <a:pt x="34" y="1320"/>
                  <a:pt x="21" y="911"/>
                  <a:pt x="29" y="7"/>
                </a:cubicBezTo>
                <a:moveTo>
                  <a:pt x="3" y="1760"/>
                </a:moveTo>
                <a:cubicBezTo>
                  <a:pt x="-2" y="1098"/>
                  <a:pt x="-1" y="485"/>
                  <a:pt x="15" y="30"/>
                </a:cubicBezTo>
              </a:path>
            </a:pathLst>
          </a:custGeom>
          <a:ln cap="rnd" w="6120">
            <a:solidFill>
              <a:srgbClr val="000000">
                <a:alpha val="0"/>
              </a:srgbClr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7247520" y="3600000"/>
            <a:ext cx="2005200" cy="631440"/>
          </a:xfrm>
          <a:custGeom>
            <a:avLst/>
            <a:gdLst/>
            <a:ahLst/>
            <a:rect l="0" t="0" r="r" b="b"/>
            <a:pathLst>
              <a:path w="5570" h="1754">
                <a:moveTo>
                  <a:pt x="0" y="16"/>
                </a:moveTo>
                <a:lnTo>
                  <a:pt x="5570" y="0"/>
                </a:lnTo>
                <a:lnTo>
                  <a:pt x="5530" y="1754"/>
                </a:lnTo>
                <a:lnTo>
                  <a:pt x="14" y="1735"/>
                </a:lnTo>
                <a:lnTo>
                  <a:pt x="0" y="16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7243920" y="3598200"/>
            <a:ext cx="2006280" cy="638280"/>
          </a:xfrm>
          <a:custGeom>
            <a:avLst/>
            <a:gdLst/>
            <a:ahLst/>
            <a:rect l="0" t="0" r="r" b="b"/>
            <a:pathLst>
              <a:path fill="none" w="5573" h="1773">
                <a:moveTo>
                  <a:pt x="13" y="22"/>
                </a:moveTo>
                <a:cubicBezTo>
                  <a:pt x="1128" y="-20"/>
                  <a:pt x="2244" y="9"/>
                  <a:pt x="5573" y="29"/>
                </a:cubicBezTo>
                <a:moveTo>
                  <a:pt x="19" y="9"/>
                </a:moveTo>
                <a:cubicBezTo>
                  <a:pt x="1555" y="38"/>
                  <a:pt x="3082" y="21"/>
                  <a:pt x="5558" y="13"/>
                </a:cubicBezTo>
                <a:moveTo>
                  <a:pt x="5552" y="37"/>
                </a:moveTo>
                <a:cubicBezTo>
                  <a:pt x="5523" y="409"/>
                  <a:pt x="5540" y="779"/>
                  <a:pt x="5519" y="1756"/>
                </a:cubicBezTo>
                <a:moveTo>
                  <a:pt x="5550" y="9"/>
                </a:moveTo>
                <a:cubicBezTo>
                  <a:pt x="5539" y="529"/>
                  <a:pt x="5562" y="1021"/>
                  <a:pt x="5540" y="1754"/>
                </a:cubicBezTo>
                <a:moveTo>
                  <a:pt x="5573" y="1759"/>
                </a:moveTo>
                <a:cubicBezTo>
                  <a:pt x="4442" y="1795"/>
                  <a:pt x="3276" y="1758"/>
                  <a:pt x="22" y="1729"/>
                </a:cubicBezTo>
                <a:moveTo>
                  <a:pt x="5549" y="1746"/>
                </a:moveTo>
                <a:cubicBezTo>
                  <a:pt x="3976" y="1717"/>
                  <a:pt x="2384" y="1723"/>
                  <a:pt x="26" y="1751"/>
                </a:cubicBezTo>
                <a:moveTo>
                  <a:pt x="0" y="1750"/>
                </a:moveTo>
                <a:cubicBezTo>
                  <a:pt x="40" y="1178"/>
                  <a:pt x="66" y="580"/>
                  <a:pt x="18" y="21"/>
                </a:cubicBezTo>
                <a:moveTo>
                  <a:pt x="38" y="1761"/>
                </a:moveTo>
                <a:cubicBezTo>
                  <a:pt x="22" y="1166"/>
                  <a:pt x="32" y="612"/>
                  <a:pt x="19" y="30"/>
                </a:cubicBezTo>
              </a:path>
            </a:pathLst>
          </a:custGeom>
          <a:ln cap="rnd" w="6120">
            <a:solidFill>
              <a:srgbClr val="000000">
                <a:alpha val="0"/>
              </a:srgbClr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9429480" y="3599640"/>
            <a:ext cx="1742760" cy="814320"/>
          </a:xfrm>
          <a:custGeom>
            <a:avLst/>
            <a:gdLst/>
            <a:ahLst/>
            <a:rect l="0" t="0" r="r" b="b"/>
            <a:pathLst>
              <a:path w="4841" h="2262">
                <a:moveTo>
                  <a:pt x="4613" y="658"/>
                </a:moveTo>
                <a:cubicBezTo>
                  <a:pt x="4677" y="723"/>
                  <a:pt x="4726" y="796"/>
                  <a:pt x="4761" y="870"/>
                </a:cubicBezTo>
                <a:cubicBezTo>
                  <a:pt x="4812" y="961"/>
                  <a:pt x="4844" y="1056"/>
                  <a:pt x="4841" y="1154"/>
                </a:cubicBezTo>
                <a:cubicBezTo>
                  <a:pt x="4837" y="1294"/>
                  <a:pt x="4776" y="1470"/>
                  <a:pt x="4664" y="1594"/>
                </a:cubicBezTo>
                <a:cubicBezTo>
                  <a:pt x="4596" y="1669"/>
                  <a:pt x="4503" y="1732"/>
                  <a:pt x="4396" y="1790"/>
                </a:cubicBezTo>
                <a:cubicBezTo>
                  <a:pt x="4376" y="1803"/>
                  <a:pt x="4355" y="1817"/>
                  <a:pt x="4333" y="1830"/>
                </a:cubicBezTo>
                <a:cubicBezTo>
                  <a:pt x="4153" y="1937"/>
                  <a:pt x="3907" y="2024"/>
                  <a:pt x="3652" y="2093"/>
                </a:cubicBezTo>
                <a:cubicBezTo>
                  <a:pt x="3397" y="2161"/>
                  <a:pt x="3089" y="2215"/>
                  <a:pt x="2804" y="2240"/>
                </a:cubicBezTo>
                <a:cubicBezTo>
                  <a:pt x="2527" y="2264"/>
                  <a:pt x="2237" y="2271"/>
                  <a:pt x="1963" y="2245"/>
                </a:cubicBezTo>
                <a:cubicBezTo>
                  <a:pt x="1855" y="2237"/>
                  <a:pt x="1749" y="2226"/>
                  <a:pt x="1649" y="2212"/>
                </a:cubicBezTo>
                <a:cubicBezTo>
                  <a:pt x="1368" y="2170"/>
                  <a:pt x="1087" y="2094"/>
                  <a:pt x="869" y="2003"/>
                </a:cubicBezTo>
                <a:cubicBezTo>
                  <a:pt x="807" y="1977"/>
                  <a:pt x="750" y="1949"/>
                  <a:pt x="695" y="1919"/>
                </a:cubicBezTo>
                <a:cubicBezTo>
                  <a:pt x="615" y="1885"/>
                  <a:pt x="539" y="1848"/>
                  <a:pt x="472" y="1807"/>
                </a:cubicBezTo>
                <a:cubicBezTo>
                  <a:pt x="296" y="1700"/>
                  <a:pt x="145" y="1556"/>
                  <a:pt x="70" y="1424"/>
                </a:cubicBezTo>
                <a:cubicBezTo>
                  <a:pt x="40" y="1372"/>
                  <a:pt x="22" y="1318"/>
                  <a:pt x="12" y="1264"/>
                </a:cubicBezTo>
                <a:cubicBezTo>
                  <a:pt x="-1" y="1219"/>
                  <a:pt x="-2" y="1174"/>
                  <a:pt x="4" y="1129"/>
                </a:cubicBezTo>
                <a:cubicBezTo>
                  <a:pt x="7" y="1090"/>
                  <a:pt x="13" y="1052"/>
                  <a:pt x="21" y="1014"/>
                </a:cubicBezTo>
                <a:cubicBezTo>
                  <a:pt x="52" y="884"/>
                  <a:pt x="122" y="745"/>
                  <a:pt x="245" y="628"/>
                </a:cubicBezTo>
                <a:cubicBezTo>
                  <a:pt x="285" y="578"/>
                  <a:pt x="332" y="531"/>
                  <a:pt x="389" y="491"/>
                </a:cubicBezTo>
                <a:cubicBezTo>
                  <a:pt x="473" y="433"/>
                  <a:pt x="580" y="386"/>
                  <a:pt x="697" y="344"/>
                </a:cubicBezTo>
                <a:cubicBezTo>
                  <a:pt x="733" y="328"/>
                  <a:pt x="769" y="312"/>
                  <a:pt x="806" y="297"/>
                </a:cubicBezTo>
                <a:cubicBezTo>
                  <a:pt x="1026" y="205"/>
                  <a:pt x="1306" y="115"/>
                  <a:pt x="1580" y="66"/>
                </a:cubicBezTo>
                <a:cubicBezTo>
                  <a:pt x="1855" y="17"/>
                  <a:pt x="2139" y="-8"/>
                  <a:pt x="2454" y="2"/>
                </a:cubicBezTo>
                <a:cubicBezTo>
                  <a:pt x="2575" y="6"/>
                  <a:pt x="2724" y="21"/>
                  <a:pt x="2873" y="39"/>
                </a:cubicBezTo>
                <a:cubicBezTo>
                  <a:pt x="3115" y="55"/>
                  <a:pt x="3353" y="84"/>
                  <a:pt x="3570" y="139"/>
                </a:cubicBezTo>
                <a:cubicBezTo>
                  <a:pt x="3828" y="204"/>
                  <a:pt x="4100" y="315"/>
                  <a:pt x="4286" y="418"/>
                </a:cubicBezTo>
                <a:cubicBezTo>
                  <a:pt x="4361" y="459"/>
                  <a:pt x="4425" y="502"/>
                  <a:pt x="4481" y="546"/>
                </a:cubicBezTo>
                <a:cubicBezTo>
                  <a:pt x="4530" y="582"/>
                  <a:pt x="4575" y="620"/>
                  <a:pt x="4613" y="658"/>
                </a:cubicBez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9432360" y="3602160"/>
            <a:ext cx="1741680" cy="813960"/>
          </a:xfrm>
          <a:custGeom>
            <a:avLst/>
            <a:gdLst/>
            <a:ahLst/>
            <a:rect l="0" t="0" r="r" b="b"/>
            <a:pathLst>
              <a:path fill="none" w="4838" h="2261">
                <a:moveTo>
                  <a:pt x="2089" y="26"/>
                </a:moveTo>
                <a:cubicBezTo>
                  <a:pt x="2355" y="-6"/>
                  <a:pt x="2697" y="1"/>
                  <a:pt x="2983" y="30"/>
                </a:cubicBezTo>
                <a:cubicBezTo>
                  <a:pt x="3268" y="60"/>
                  <a:pt x="3564" y="124"/>
                  <a:pt x="3801" y="204"/>
                </a:cubicBezTo>
                <a:cubicBezTo>
                  <a:pt x="4038" y="282"/>
                  <a:pt x="4241" y="390"/>
                  <a:pt x="4405" y="501"/>
                </a:cubicBezTo>
                <a:cubicBezTo>
                  <a:pt x="4569" y="611"/>
                  <a:pt x="4716" y="734"/>
                  <a:pt x="4783" y="867"/>
                </a:cubicBezTo>
                <a:cubicBezTo>
                  <a:pt x="4850" y="1000"/>
                  <a:pt x="4852" y="1159"/>
                  <a:pt x="4808" y="1298"/>
                </a:cubicBezTo>
                <a:cubicBezTo>
                  <a:pt x="4763" y="1436"/>
                  <a:pt x="4663" y="1584"/>
                  <a:pt x="4515" y="1699"/>
                </a:cubicBezTo>
                <a:cubicBezTo>
                  <a:pt x="4368" y="1814"/>
                  <a:pt x="4150" y="1905"/>
                  <a:pt x="3924" y="1988"/>
                </a:cubicBezTo>
                <a:cubicBezTo>
                  <a:pt x="3698" y="2072"/>
                  <a:pt x="3436" y="2153"/>
                  <a:pt x="3160" y="2198"/>
                </a:cubicBezTo>
                <a:cubicBezTo>
                  <a:pt x="2883" y="2243"/>
                  <a:pt x="2555" y="2269"/>
                  <a:pt x="2265" y="2259"/>
                </a:cubicBezTo>
                <a:cubicBezTo>
                  <a:pt x="1974" y="2250"/>
                  <a:pt x="1684" y="2200"/>
                  <a:pt x="1418" y="2140"/>
                </a:cubicBezTo>
                <a:cubicBezTo>
                  <a:pt x="1153" y="2081"/>
                  <a:pt x="875" y="1994"/>
                  <a:pt x="671" y="1901"/>
                </a:cubicBezTo>
                <a:cubicBezTo>
                  <a:pt x="468" y="1808"/>
                  <a:pt x="309" y="1707"/>
                  <a:pt x="198" y="1582"/>
                </a:cubicBezTo>
                <a:cubicBezTo>
                  <a:pt x="86" y="1458"/>
                  <a:pt x="12" y="1294"/>
                  <a:pt x="2" y="1153"/>
                </a:cubicBezTo>
                <a:cubicBezTo>
                  <a:pt x="-8" y="1013"/>
                  <a:pt x="44" y="866"/>
                  <a:pt x="138" y="741"/>
                </a:cubicBezTo>
                <a:cubicBezTo>
                  <a:pt x="232" y="616"/>
                  <a:pt x="375" y="503"/>
                  <a:pt x="565" y="404"/>
                </a:cubicBezTo>
                <a:cubicBezTo>
                  <a:pt x="755" y="306"/>
                  <a:pt x="1013" y="214"/>
                  <a:pt x="1276" y="149"/>
                </a:cubicBezTo>
                <a:cubicBezTo>
                  <a:pt x="1538" y="85"/>
                  <a:pt x="1985" y="43"/>
                  <a:pt x="2139" y="20"/>
                </a:cubicBezTo>
                <a:cubicBezTo>
                  <a:pt x="2293" y="-2"/>
                  <a:pt x="2189" y="-4"/>
                  <a:pt x="2197" y="15"/>
                </a:cubicBezTo>
                <a:moveTo>
                  <a:pt x="2845" y="0"/>
                </a:moveTo>
                <a:cubicBezTo>
                  <a:pt x="3126" y="5"/>
                  <a:pt x="3429" y="93"/>
                  <a:pt x="3679" y="167"/>
                </a:cubicBezTo>
                <a:cubicBezTo>
                  <a:pt x="3929" y="240"/>
                  <a:pt x="4170" y="328"/>
                  <a:pt x="4345" y="439"/>
                </a:cubicBezTo>
                <a:cubicBezTo>
                  <a:pt x="4519" y="550"/>
                  <a:pt x="4650" y="698"/>
                  <a:pt x="4728" y="834"/>
                </a:cubicBezTo>
                <a:cubicBezTo>
                  <a:pt x="4806" y="970"/>
                  <a:pt x="4839" y="1120"/>
                  <a:pt x="4813" y="1255"/>
                </a:cubicBezTo>
                <a:cubicBezTo>
                  <a:pt x="4786" y="1390"/>
                  <a:pt x="4697" y="1523"/>
                  <a:pt x="4569" y="1644"/>
                </a:cubicBezTo>
                <a:cubicBezTo>
                  <a:pt x="4441" y="1765"/>
                  <a:pt x="4257" y="1892"/>
                  <a:pt x="4043" y="1978"/>
                </a:cubicBezTo>
                <a:cubicBezTo>
                  <a:pt x="3829" y="2065"/>
                  <a:pt x="3563" y="2120"/>
                  <a:pt x="3287" y="2162"/>
                </a:cubicBezTo>
                <a:cubicBezTo>
                  <a:pt x="3011" y="2203"/>
                  <a:pt x="2679" y="2225"/>
                  <a:pt x="2388" y="2227"/>
                </a:cubicBezTo>
                <a:cubicBezTo>
                  <a:pt x="2097" y="2228"/>
                  <a:pt x="1812" y="2217"/>
                  <a:pt x="1540" y="2171"/>
                </a:cubicBezTo>
                <a:cubicBezTo>
                  <a:pt x="1268" y="2125"/>
                  <a:pt x="970" y="2043"/>
                  <a:pt x="756" y="1951"/>
                </a:cubicBezTo>
                <a:cubicBezTo>
                  <a:pt x="541" y="1859"/>
                  <a:pt x="377" y="1742"/>
                  <a:pt x="252" y="1618"/>
                </a:cubicBezTo>
                <a:cubicBezTo>
                  <a:pt x="127" y="1494"/>
                  <a:pt x="34" y="1341"/>
                  <a:pt x="8" y="1207"/>
                </a:cubicBezTo>
                <a:cubicBezTo>
                  <a:pt x="-18" y="1073"/>
                  <a:pt x="21" y="944"/>
                  <a:pt x="97" y="816"/>
                </a:cubicBezTo>
                <a:cubicBezTo>
                  <a:pt x="174" y="688"/>
                  <a:pt x="296" y="541"/>
                  <a:pt x="470" y="438"/>
                </a:cubicBezTo>
                <a:cubicBezTo>
                  <a:pt x="643" y="335"/>
                  <a:pt x="888" y="266"/>
                  <a:pt x="1138" y="196"/>
                </a:cubicBezTo>
                <a:cubicBezTo>
                  <a:pt x="1388" y="125"/>
                  <a:pt x="1687" y="44"/>
                  <a:pt x="1969" y="17"/>
                </a:cubicBezTo>
                <a:cubicBezTo>
                  <a:pt x="2252" y="-11"/>
                  <a:pt x="2692" y="23"/>
                  <a:pt x="2834" y="31"/>
                </a:cubicBezTo>
                <a:cubicBezTo>
                  <a:pt x="2977" y="39"/>
                  <a:pt x="2829" y="44"/>
                  <a:pt x="2824" y="64"/>
                </a:cubicBezTo>
              </a:path>
            </a:pathLst>
          </a:custGeom>
          <a:ln cap="rnd" w="6120">
            <a:solidFill>
              <a:srgbClr val="000000">
                <a:alpha val="0"/>
              </a:srgbClr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986400" y="2745000"/>
            <a:ext cx="1754280" cy="642240"/>
          </a:xfrm>
          <a:custGeom>
            <a:avLst/>
            <a:gdLst/>
            <a:ahLst/>
            <a:rect l="0" t="0" r="r" b="b"/>
            <a:pathLst>
              <a:path w="4873" h="1784">
                <a:moveTo>
                  <a:pt x="0" y="0"/>
                </a:moveTo>
                <a:lnTo>
                  <a:pt x="4873" y="36"/>
                </a:lnTo>
                <a:lnTo>
                  <a:pt x="4863" y="1784"/>
                </a:lnTo>
                <a:lnTo>
                  <a:pt x="40" y="1753"/>
                </a:lnTo>
                <a:lnTo>
                  <a:pt x="0" y="0"/>
                </a:lnTo>
                <a:close/>
              </a:path>
            </a:pathLst>
          </a:custGeom>
          <a:solidFill>
            <a:srgbClr val="D0B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986400" y="2748240"/>
            <a:ext cx="1755360" cy="637560"/>
          </a:xfrm>
          <a:custGeom>
            <a:avLst/>
            <a:gdLst/>
            <a:ahLst/>
            <a:rect l="0" t="0" r="r" b="b"/>
            <a:pathLst>
              <a:path fill="none" w="4876" h="1771">
                <a:moveTo>
                  <a:pt x="9" y="49"/>
                </a:moveTo>
                <a:cubicBezTo>
                  <a:pt x="971" y="15"/>
                  <a:pt x="1946" y="-8"/>
                  <a:pt x="4858" y="26"/>
                </a:cubicBezTo>
                <a:moveTo>
                  <a:pt x="27" y="27"/>
                </a:moveTo>
                <a:cubicBezTo>
                  <a:pt x="1290" y="37"/>
                  <a:pt x="2571" y="42"/>
                  <a:pt x="4866" y="16"/>
                </a:cubicBezTo>
                <a:moveTo>
                  <a:pt x="4860" y="55"/>
                </a:moveTo>
                <a:cubicBezTo>
                  <a:pt x="4827" y="585"/>
                  <a:pt x="4852" y="1229"/>
                  <a:pt x="4851" y="1771"/>
                </a:cubicBezTo>
                <a:moveTo>
                  <a:pt x="4853" y="11"/>
                </a:moveTo>
                <a:cubicBezTo>
                  <a:pt x="4853" y="567"/>
                  <a:pt x="4848" y="1147"/>
                  <a:pt x="4876" y="1769"/>
                </a:cubicBezTo>
                <a:moveTo>
                  <a:pt x="4874" y="1771"/>
                </a:moveTo>
                <a:cubicBezTo>
                  <a:pt x="3482" y="1751"/>
                  <a:pt x="2097" y="1793"/>
                  <a:pt x="40" y="1746"/>
                </a:cubicBezTo>
                <a:moveTo>
                  <a:pt x="4876" y="1747"/>
                </a:moveTo>
                <a:cubicBezTo>
                  <a:pt x="3630" y="1738"/>
                  <a:pt x="2424" y="1733"/>
                  <a:pt x="16" y="1743"/>
                </a:cubicBezTo>
                <a:moveTo>
                  <a:pt x="57" y="1740"/>
                </a:moveTo>
                <a:cubicBezTo>
                  <a:pt x="4" y="1261"/>
                  <a:pt x="43" y="774"/>
                  <a:pt x="0" y="0"/>
                </a:cubicBezTo>
                <a:moveTo>
                  <a:pt x="41" y="1769"/>
                </a:moveTo>
                <a:cubicBezTo>
                  <a:pt x="43" y="1270"/>
                  <a:pt x="38" y="798"/>
                  <a:pt x="22" y="35"/>
                </a:cubicBezTo>
              </a:path>
            </a:pathLst>
          </a:custGeom>
          <a:ln cap="rnd" w="12240">
            <a:solidFill>
              <a:srgbClr val="7048E8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7066080" y="2549880"/>
            <a:ext cx="1680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0" b="0" u="none" strike="noStrike">
                <a:solidFill>
                  <a:srgbClr val="9C36B5"/>
                </a:solidFill>
                <a:effectLst/>
                <a:uFillTx/>
                <a:latin typeface="Virgil3YOFF"/>
                <a:ea typeface="Virgil3YOFF"/>
              </a:rPr>
              <a:t>WORKER  CLUSTERS  (1..N)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1533600" y="2799360"/>
            <a:ext cx="6066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8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Argo Events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1386360" y="2963160"/>
            <a:ext cx="87624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EventBus · EventSource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993960" y="3555000"/>
            <a:ext cx="1753920" cy="644760"/>
          </a:xfrm>
          <a:custGeom>
            <a:avLst/>
            <a:gdLst/>
            <a:ahLst/>
            <a:rect l="0" t="0" r="r" b="b"/>
            <a:pathLst>
              <a:path w="4872" h="1791">
                <a:moveTo>
                  <a:pt x="0" y="0"/>
                </a:moveTo>
                <a:lnTo>
                  <a:pt x="4872" y="22"/>
                </a:lnTo>
                <a:lnTo>
                  <a:pt x="4821" y="1791"/>
                </a:lnTo>
                <a:lnTo>
                  <a:pt x="33" y="1724"/>
                </a:lnTo>
                <a:lnTo>
                  <a:pt x="0" y="0"/>
                </a:lnTo>
                <a:close/>
              </a:path>
            </a:pathLst>
          </a:custGeom>
          <a:solidFill>
            <a:srgbClr val="D0B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984960" y="3556080"/>
            <a:ext cx="1761840" cy="642240"/>
          </a:xfrm>
          <a:custGeom>
            <a:avLst/>
            <a:gdLst/>
            <a:ahLst/>
            <a:rect l="0" t="0" r="r" b="b"/>
            <a:pathLst>
              <a:path fill="none" w="4894" h="1784">
                <a:moveTo>
                  <a:pt x="21" y="10"/>
                </a:moveTo>
                <a:cubicBezTo>
                  <a:pt x="989" y="51"/>
                  <a:pt x="1955" y="19"/>
                  <a:pt x="4857" y="17"/>
                </a:cubicBezTo>
                <a:moveTo>
                  <a:pt x="45" y="26"/>
                </a:moveTo>
                <a:cubicBezTo>
                  <a:pt x="1608" y="47"/>
                  <a:pt x="3185" y="29"/>
                  <a:pt x="4860" y="34"/>
                </a:cubicBezTo>
                <a:moveTo>
                  <a:pt x="4840" y="0"/>
                </a:moveTo>
                <a:cubicBezTo>
                  <a:pt x="4847" y="706"/>
                  <a:pt x="4838" y="1360"/>
                  <a:pt x="4892" y="1762"/>
                </a:cubicBezTo>
                <a:moveTo>
                  <a:pt x="4855" y="23"/>
                </a:moveTo>
                <a:cubicBezTo>
                  <a:pt x="4851" y="584"/>
                  <a:pt x="4865" y="1149"/>
                  <a:pt x="4884" y="1771"/>
                </a:cubicBezTo>
                <a:moveTo>
                  <a:pt x="4894" y="1738"/>
                </a:moveTo>
                <a:cubicBezTo>
                  <a:pt x="3273" y="1770"/>
                  <a:pt x="1659" y="1791"/>
                  <a:pt x="38" y="1758"/>
                </a:cubicBezTo>
                <a:moveTo>
                  <a:pt x="4882" y="1756"/>
                </a:moveTo>
                <a:cubicBezTo>
                  <a:pt x="3026" y="1787"/>
                  <a:pt x="1184" y="1797"/>
                  <a:pt x="44" y="1760"/>
                </a:cubicBezTo>
                <a:moveTo>
                  <a:pt x="58" y="1762"/>
                </a:moveTo>
                <a:cubicBezTo>
                  <a:pt x="53" y="1112"/>
                  <a:pt x="72" y="541"/>
                  <a:pt x="0" y="43"/>
                </a:cubicBezTo>
                <a:moveTo>
                  <a:pt x="39" y="1771"/>
                </a:moveTo>
                <a:cubicBezTo>
                  <a:pt x="44" y="1131"/>
                  <a:pt x="31" y="488"/>
                  <a:pt x="32" y="36"/>
                </a:cubicBezTo>
              </a:path>
            </a:pathLst>
          </a:custGeom>
          <a:ln cap="rnd" w="12240">
            <a:solidFill>
              <a:srgbClr val="7048E8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1547280" y="3075120"/>
            <a:ext cx="5709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Sensors per tier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1458000" y="3607560"/>
            <a:ext cx="7797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8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Argo Workflows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1507320" y="3771720"/>
            <a:ext cx="6112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k8s-triage-critical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985680" y="4365000"/>
            <a:ext cx="1761120" cy="635400"/>
          </a:xfrm>
          <a:custGeom>
            <a:avLst/>
            <a:gdLst/>
            <a:ahLst/>
            <a:rect l="0" t="0" r="r" b="b"/>
            <a:pathLst>
              <a:path w="4892" h="1765">
                <a:moveTo>
                  <a:pt x="44" y="0"/>
                </a:moveTo>
                <a:lnTo>
                  <a:pt x="4845" y="8"/>
                </a:lnTo>
                <a:lnTo>
                  <a:pt x="4892" y="1730"/>
                </a:lnTo>
                <a:lnTo>
                  <a:pt x="0" y="1765"/>
                </a:lnTo>
                <a:lnTo>
                  <a:pt x="44" y="0"/>
                </a:lnTo>
                <a:close/>
              </a:path>
            </a:pathLst>
          </a:custGeom>
          <a:solidFill>
            <a:srgbClr val="FFD6A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988560" y="4366800"/>
            <a:ext cx="1755720" cy="639360"/>
          </a:xfrm>
          <a:custGeom>
            <a:avLst/>
            <a:gdLst/>
            <a:ahLst/>
            <a:rect l="0" t="0" r="r" b="b"/>
            <a:pathLst>
              <a:path fill="none" w="4877" h="1776">
                <a:moveTo>
                  <a:pt x="18" y="15"/>
                </a:moveTo>
                <a:cubicBezTo>
                  <a:pt x="993" y="26"/>
                  <a:pt x="1949" y="38"/>
                  <a:pt x="4842" y="0"/>
                </a:cubicBezTo>
                <a:moveTo>
                  <a:pt x="22" y="17"/>
                </a:moveTo>
                <a:cubicBezTo>
                  <a:pt x="1912" y="22"/>
                  <a:pt x="3784" y="8"/>
                  <a:pt x="4867" y="18"/>
                </a:cubicBezTo>
                <a:moveTo>
                  <a:pt x="4875" y="7"/>
                </a:moveTo>
                <a:cubicBezTo>
                  <a:pt x="4887" y="474"/>
                  <a:pt x="4845" y="863"/>
                  <a:pt x="4850" y="1745"/>
                </a:cubicBezTo>
                <a:moveTo>
                  <a:pt x="4843" y="27"/>
                </a:moveTo>
                <a:cubicBezTo>
                  <a:pt x="4870" y="594"/>
                  <a:pt x="4868" y="1145"/>
                  <a:pt x="4843" y="1731"/>
                </a:cubicBezTo>
                <a:moveTo>
                  <a:pt x="4846" y="1749"/>
                </a:moveTo>
                <a:cubicBezTo>
                  <a:pt x="2997" y="1782"/>
                  <a:pt x="1207" y="1780"/>
                  <a:pt x="22" y="1762"/>
                </a:cubicBezTo>
                <a:moveTo>
                  <a:pt x="4848" y="1757"/>
                </a:moveTo>
                <a:cubicBezTo>
                  <a:pt x="3375" y="1754"/>
                  <a:pt x="1865" y="1753"/>
                  <a:pt x="32" y="1742"/>
                </a:cubicBezTo>
                <a:moveTo>
                  <a:pt x="45" y="1776"/>
                </a:moveTo>
                <a:cubicBezTo>
                  <a:pt x="-16" y="1373"/>
                  <a:pt x="-18" y="992"/>
                  <a:pt x="55" y="9"/>
                </a:cubicBezTo>
                <a:moveTo>
                  <a:pt x="23" y="1764"/>
                </a:moveTo>
                <a:cubicBezTo>
                  <a:pt x="-3" y="1297"/>
                  <a:pt x="9" y="863"/>
                  <a:pt x="28" y="29"/>
                </a:cubicBezTo>
              </a:path>
            </a:pathLst>
          </a:custGeom>
          <a:ln cap="rnd" w="12240">
            <a:solidFill>
              <a:srgbClr val="E8590C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1564920" y="3883680"/>
            <a:ext cx="5482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warnings · infra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1261440" y="4416120"/>
            <a:ext cx="10828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8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kagent system agents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1434600" y="4579920"/>
            <a:ext cx="7236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infra · network · cost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985680" y="5175360"/>
            <a:ext cx="1761480" cy="468720"/>
          </a:xfrm>
          <a:custGeom>
            <a:avLst/>
            <a:gdLst/>
            <a:ahLst/>
            <a:rect l="0" t="0" r="r" b="b"/>
            <a:pathLst>
              <a:path w="4893" h="1302">
                <a:moveTo>
                  <a:pt x="5" y="0"/>
                </a:moveTo>
                <a:lnTo>
                  <a:pt x="4888" y="21"/>
                </a:lnTo>
                <a:lnTo>
                  <a:pt x="4893" y="1302"/>
                </a:lnTo>
                <a:lnTo>
                  <a:pt x="0" y="1293"/>
                </a:lnTo>
                <a:lnTo>
                  <a:pt x="5" y="0"/>
                </a:lnTo>
                <a:close/>
              </a:path>
            </a:pathLst>
          </a:custGeom>
          <a:solidFill>
            <a:srgbClr val="FFD6A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979920" y="5163120"/>
            <a:ext cx="1768680" cy="493920"/>
          </a:xfrm>
          <a:custGeom>
            <a:avLst/>
            <a:gdLst/>
            <a:ahLst/>
            <a:rect l="0" t="0" r="r" b="b"/>
            <a:pathLst>
              <a:path w="4913" h="1372">
                <a:moveTo>
                  <a:pt x="51" y="39"/>
                </a:moveTo>
                <a:lnTo>
                  <a:pt x="102" y="41"/>
                </a:lnTo>
                <a:lnTo>
                  <a:pt x="188" y="44"/>
                </a:lnTo>
                <a:cubicBezTo>
                  <a:pt x="194" y="45"/>
                  <a:pt x="199" y="47"/>
                  <a:pt x="203" y="51"/>
                </a:cubicBezTo>
                <a:cubicBezTo>
                  <a:pt x="207" y="56"/>
                  <a:pt x="209" y="61"/>
                  <a:pt x="209" y="67"/>
                </a:cubicBezTo>
                <a:cubicBezTo>
                  <a:pt x="209" y="73"/>
                  <a:pt x="206" y="78"/>
                  <a:pt x="202" y="82"/>
                </a:cubicBezTo>
                <a:cubicBezTo>
                  <a:pt x="198" y="86"/>
                  <a:pt x="193" y="88"/>
                  <a:pt x="187" y="88"/>
                </a:cubicBezTo>
                <a:lnTo>
                  <a:pt x="101" y="85"/>
                </a:lnTo>
                <a:lnTo>
                  <a:pt x="49" y="83"/>
                </a:lnTo>
                <a:cubicBezTo>
                  <a:pt x="47" y="83"/>
                  <a:pt x="45" y="83"/>
                  <a:pt x="43" y="82"/>
                </a:cubicBezTo>
                <a:cubicBezTo>
                  <a:pt x="43" y="85"/>
                  <a:pt x="41" y="87"/>
                  <a:pt x="39" y="89"/>
                </a:cubicBezTo>
                <a:cubicBezTo>
                  <a:pt x="35" y="94"/>
                  <a:pt x="30" y="96"/>
                  <a:pt x="24" y="96"/>
                </a:cubicBezTo>
                <a:cubicBezTo>
                  <a:pt x="18" y="97"/>
                  <a:pt x="13" y="95"/>
                  <a:pt x="9" y="91"/>
                </a:cubicBezTo>
                <a:cubicBezTo>
                  <a:pt x="4" y="87"/>
                  <a:pt x="2" y="82"/>
                  <a:pt x="2" y="76"/>
                </a:cubicBezTo>
                <a:lnTo>
                  <a:pt x="0" y="23"/>
                </a:lnTo>
                <a:cubicBezTo>
                  <a:pt x="-1" y="17"/>
                  <a:pt x="1" y="12"/>
                  <a:pt x="5" y="7"/>
                </a:cubicBezTo>
                <a:cubicBezTo>
                  <a:pt x="9" y="3"/>
                  <a:pt x="14" y="0"/>
                  <a:pt x="20" y="0"/>
                </a:cubicBezTo>
                <a:cubicBezTo>
                  <a:pt x="26" y="0"/>
                  <a:pt x="31" y="2"/>
                  <a:pt x="36" y="6"/>
                </a:cubicBezTo>
                <a:cubicBezTo>
                  <a:pt x="40" y="10"/>
                  <a:pt x="42" y="15"/>
                  <a:pt x="43" y="21"/>
                </a:cubicBezTo>
                <a:lnTo>
                  <a:pt x="43" y="40"/>
                </a:lnTo>
                <a:cubicBezTo>
                  <a:pt x="46" y="39"/>
                  <a:pt x="48" y="39"/>
                  <a:pt x="51" y="39"/>
                </a:cubicBezTo>
                <a:moveTo>
                  <a:pt x="361" y="49"/>
                </a:moveTo>
                <a:lnTo>
                  <a:pt x="497" y="53"/>
                </a:lnTo>
                <a:cubicBezTo>
                  <a:pt x="503" y="53"/>
                  <a:pt x="508" y="55"/>
                  <a:pt x="512" y="60"/>
                </a:cubicBezTo>
                <a:cubicBezTo>
                  <a:pt x="516" y="64"/>
                  <a:pt x="518" y="69"/>
                  <a:pt x="518" y="75"/>
                </a:cubicBezTo>
                <a:cubicBezTo>
                  <a:pt x="518" y="81"/>
                  <a:pt x="516" y="86"/>
                  <a:pt x="511" y="90"/>
                </a:cubicBezTo>
                <a:cubicBezTo>
                  <a:pt x="507" y="94"/>
                  <a:pt x="502" y="96"/>
                  <a:pt x="496" y="96"/>
                </a:cubicBezTo>
                <a:lnTo>
                  <a:pt x="360" y="93"/>
                </a:lnTo>
                <a:cubicBezTo>
                  <a:pt x="354" y="92"/>
                  <a:pt x="349" y="90"/>
                  <a:pt x="344" y="86"/>
                </a:cubicBezTo>
                <a:cubicBezTo>
                  <a:pt x="340" y="82"/>
                  <a:pt x="338" y="76"/>
                  <a:pt x="338" y="70"/>
                </a:cubicBezTo>
                <a:cubicBezTo>
                  <a:pt x="339" y="65"/>
                  <a:pt x="341" y="59"/>
                  <a:pt x="345" y="55"/>
                </a:cubicBezTo>
                <a:cubicBezTo>
                  <a:pt x="349" y="51"/>
                  <a:pt x="355" y="49"/>
                  <a:pt x="361" y="49"/>
                </a:cubicBezTo>
                <a:moveTo>
                  <a:pt x="668" y="57"/>
                </a:moveTo>
                <a:lnTo>
                  <a:pt x="810" y="59"/>
                </a:lnTo>
                <a:cubicBezTo>
                  <a:pt x="816" y="59"/>
                  <a:pt x="821" y="62"/>
                  <a:pt x="825" y="66"/>
                </a:cubicBezTo>
                <a:cubicBezTo>
                  <a:pt x="829" y="70"/>
                  <a:pt x="832" y="75"/>
                  <a:pt x="831" y="81"/>
                </a:cubicBezTo>
                <a:cubicBezTo>
                  <a:pt x="831" y="87"/>
                  <a:pt x="829" y="92"/>
                  <a:pt x="825" y="96"/>
                </a:cubicBezTo>
                <a:cubicBezTo>
                  <a:pt x="820" y="100"/>
                  <a:pt x="815" y="103"/>
                  <a:pt x="809" y="102"/>
                </a:cubicBezTo>
                <a:lnTo>
                  <a:pt x="668" y="100"/>
                </a:lnTo>
                <a:cubicBezTo>
                  <a:pt x="662" y="100"/>
                  <a:pt x="657" y="97"/>
                  <a:pt x="652" y="93"/>
                </a:cubicBezTo>
                <a:cubicBezTo>
                  <a:pt x="648" y="89"/>
                  <a:pt x="646" y="84"/>
                  <a:pt x="646" y="78"/>
                </a:cubicBezTo>
                <a:cubicBezTo>
                  <a:pt x="646" y="72"/>
                  <a:pt x="649" y="67"/>
                  <a:pt x="653" y="63"/>
                </a:cubicBezTo>
                <a:cubicBezTo>
                  <a:pt x="657" y="59"/>
                  <a:pt x="662" y="56"/>
                  <a:pt x="668" y="57"/>
                </a:cubicBezTo>
                <a:moveTo>
                  <a:pt x="982" y="62"/>
                </a:moveTo>
                <a:lnTo>
                  <a:pt x="1119" y="64"/>
                </a:lnTo>
                <a:cubicBezTo>
                  <a:pt x="1125" y="64"/>
                  <a:pt x="1130" y="66"/>
                  <a:pt x="1134" y="70"/>
                </a:cubicBezTo>
                <a:cubicBezTo>
                  <a:pt x="1138" y="74"/>
                  <a:pt x="1141" y="79"/>
                  <a:pt x="1140" y="85"/>
                </a:cubicBezTo>
                <a:cubicBezTo>
                  <a:pt x="1140" y="91"/>
                  <a:pt x="1138" y="96"/>
                  <a:pt x="1134" y="101"/>
                </a:cubicBezTo>
                <a:cubicBezTo>
                  <a:pt x="1130" y="105"/>
                  <a:pt x="1125" y="107"/>
                  <a:pt x="1119" y="107"/>
                </a:cubicBezTo>
                <a:lnTo>
                  <a:pt x="981" y="105"/>
                </a:lnTo>
                <a:cubicBezTo>
                  <a:pt x="975" y="105"/>
                  <a:pt x="970" y="103"/>
                  <a:pt x="966" y="99"/>
                </a:cubicBezTo>
                <a:cubicBezTo>
                  <a:pt x="962" y="94"/>
                  <a:pt x="960" y="89"/>
                  <a:pt x="960" y="83"/>
                </a:cubicBezTo>
                <a:cubicBezTo>
                  <a:pt x="960" y="77"/>
                  <a:pt x="962" y="72"/>
                  <a:pt x="967" y="68"/>
                </a:cubicBezTo>
                <a:cubicBezTo>
                  <a:pt x="971" y="64"/>
                  <a:pt x="976" y="62"/>
                  <a:pt x="982" y="62"/>
                </a:cubicBezTo>
                <a:moveTo>
                  <a:pt x="1292" y="65"/>
                </a:moveTo>
                <a:lnTo>
                  <a:pt x="1430" y="66"/>
                </a:lnTo>
                <a:cubicBezTo>
                  <a:pt x="1436" y="66"/>
                  <a:pt x="1441" y="68"/>
                  <a:pt x="1445" y="73"/>
                </a:cubicBezTo>
                <a:cubicBezTo>
                  <a:pt x="1450" y="77"/>
                  <a:pt x="1452" y="82"/>
                  <a:pt x="1452" y="88"/>
                </a:cubicBezTo>
                <a:cubicBezTo>
                  <a:pt x="1452" y="94"/>
                  <a:pt x="1449" y="99"/>
                  <a:pt x="1445" y="103"/>
                </a:cubicBezTo>
                <a:cubicBezTo>
                  <a:pt x="1441" y="107"/>
                  <a:pt x="1436" y="110"/>
                  <a:pt x="1430" y="109"/>
                </a:cubicBezTo>
                <a:lnTo>
                  <a:pt x="1292" y="108"/>
                </a:lnTo>
                <a:cubicBezTo>
                  <a:pt x="1286" y="108"/>
                  <a:pt x="1281" y="106"/>
                  <a:pt x="1277" y="102"/>
                </a:cubicBezTo>
                <a:cubicBezTo>
                  <a:pt x="1272" y="98"/>
                  <a:pt x="1270" y="93"/>
                  <a:pt x="1270" y="87"/>
                </a:cubicBezTo>
                <a:cubicBezTo>
                  <a:pt x="1270" y="81"/>
                  <a:pt x="1273" y="76"/>
                  <a:pt x="1277" y="71"/>
                </a:cubicBezTo>
                <a:cubicBezTo>
                  <a:pt x="1281" y="67"/>
                  <a:pt x="1286" y="65"/>
                  <a:pt x="1292" y="65"/>
                </a:cubicBezTo>
                <a:moveTo>
                  <a:pt x="1602" y="67"/>
                </a:moveTo>
                <a:lnTo>
                  <a:pt x="1743" y="68"/>
                </a:lnTo>
                <a:cubicBezTo>
                  <a:pt x="1749" y="68"/>
                  <a:pt x="1754" y="70"/>
                  <a:pt x="1758" y="74"/>
                </a:cubicBezTo>
                <a:cubicBezTo>
                  <a:pt x="1762" y="78"/>
                  <a:pt x="1764" y="84"/>
                  <a:pt x="1764" y="90"/>
                </a:cubicBezTo>
                <a:cubicBezTo>
                  <a:pt x="1764" y="95"/>
                  <a:pt x="1762" y="101"/>
                  <a:pt x="1758" y="105"/>
                </a:cubicBezTo>
                <a:cubicBezTo>
                  <a:pt x="1753" y="109"/>
                  <a:pt x="1748" y="111"/>
                  <a:pt x="1742" y="111"/>
                </a:cubicBezTo>
                <a:lnTo>
                  <a:pt x="1602" y="110"/>
                </a:lnTo>
                <a:cubicBezTo>
                  <a:pt x="1596" y="110"/>
                  <a:pt x="1591" y="108"/>
                  <a:pt x="1586" y="104"/>
                </a:cubicBezTo>
                <a:cubicBezTo>
                  <a:pt x="1582" y="100"/>
                  <a:pt x="1580" y="95"/>
                  <a:pt x="1580" y="89"/>
                </a:cubicBezTo>
                <a:cubicBezTo>
                  <a:pt x="1580" y="83"/>
                  <a:pt x="1582" y="78"/>
                  <a:pt x="1587" y="74"/>
                </a:cubicBezTo>
                <a:cubicBezTo>
                  <a:pt x="1591" y="69"/>
                  <a:pt x="1596" y="67"/>
                  <a:pt x="1602" y="67"/>
                </a:cubicBezTo>
                <a:moveTo>
                  <a:pt x="1912" y="68"/>
                </a:moveTo>
                <a:lnTo>
                  <a:pt x="2052" y="68"/>
                </a:lnTo>
                <a:cubicBezTo>
                  <a:pt x="2058" y="68"/>
                  <a:pt x="2063" y="71"/>
                  <a:pt x="2068" y="75"/>
                </a:cubicBezTo>
                <a:cubicBezTo>
                  <a:pt x="2072" y="79"/>
                  <a:pt x="2074" y="84"/>
                  <a:pt x="2074" y="90"/>
                </a:cubicBezTo>
                <a:cubicBezTo>
                  <a:pt x="2074" y="96"/>
                  <a:pt x="2072" y="101"/>
                  <a:pt x="2068" y="105"/>
                </a:cubicBezTo>
                <a:cubicBezTo>
                  <a:pt x="2063" y="109"/>
                  <a:pt x="2058" y="112"/>
                  <a:pt x="2052" y="112"/>
                </a:cubicBezTo>
                <a:lnTo>
                  <a:pt x="1912" y="111"/>
                </a:lnTo>
                <a:cubicBezTo>
                  <a:pt x="1906" y="111"/>
                  <a:pt x="1901" y="109"/>
                  <a:pt x="1897" y="105"/>
                </a:cubicBezTo>
                <a:cubicBezTo>
                  <a:pt x="1893" y="101"/>
                  <a:pt x="1891" y="96"/>
                  <a:pt x="1891" y="90"/>
                </a:cubicBezTo>
                <a:cubicBezTo>
                  <a:pt x="1891" y="84"/>
                  <a:pt x="1893" y="79"/>
                  <a:pt x="1897" y="75"/>
                </a:cubicBezTo>
                <a:cubicBezTo>
                  <a:pt x="1901" y="70"/>
                  <a:pt x="1907" y="68"/>
                  <a:pt x="1912" y="68"/>
                </a:cubicBezTo>
                <a:moveTo>
                  <a:pt x="2223" y="68"/>
                </a:moveTo>
                <a:lnTo>
                  <a:pt x="2363" y="68"/>
                </a:lnTo>
                <a:cubicBezTo>
                  <a:pt x="2369" y="68"/>
                  <a:pt x="2374" y="70"/>
                  <a:pt x="2378" y="75"/>
                </a:cubicBezTo>
                <a:cubicBezTo>
                  <a:pt x="2383" y="79"/>
                  <a:pt x="2385" y="84"/>
                  <a:pt x="2385" y="90"/>
                </a:cubicBezTo>
                <a:cubicBezTo>
                  <a:pt x="2385" y="96"/>
                  <a:pt x="2383" y="101"/>
                  <a:pt x="2378" y="105"/>
                </a:cubicBezTo>
                <a:cubicBezTo>
                  <a:pt x="2374" y="109"/>
                  <a:pt x="2369" y="111"/>
                  <a:pt x="2363" y="111"/>
                </a:cubicBezTo>
                <a:lnTo>
                  <a:pt x="2223" y="112"/>
                </a:lnTo>
                <a:cubicBezTo>
                  <a:pt x="2217" y="112"/>
                  <a:pt x="2212" y="109"/>
                  <a:pt x="2208" y="105"/>
                </a:cubicBezTo>
                <a:cubicBezTo>
                  <a:pt x="2204" y="101"/>
                  <a:pt x="2202" y="96"/>
                  <a:pt x="2202" y="90"/>
                </a:cubicBezTo>
                <a:cubicBezTo>
                  <a:pt x="2202" y="84"/>
                  <a:pt x="2204" y="79"/>
                  <a:pt x="2208" y="75"/>
                </a:cubicBezTo>
                <a:cubicBezTo>
                  <a:pt x="2212" y="71"/>
                  <a:pt x="2217" y="68"/>
                  <a:pt x="2223" y="68"/>
                </a:cubicBezTo>
                <a:moveTo>
                  <a:pt x="2534" y="68"/>
                </a:moveTo>
                <a:lnTo>
                  <a:pt x="2675" y="68"/>
                </a:lnTo>
                <a:cubicBezTo>
                  <a:pt x="2681" y="68"/>
                  <a:pt x="2686" y="70"/>
                  <a:pt x="2690" y="74"/>
                </a:cubicBezTo>
                <a:cubicBezTo>
                  <a:pt x="2694" y="78"/>
                  <a:pt x="2696" y="83"/>
                  <a:pt x="2696" y="89"/>
                </a:cubicBezTo>
                <a:cubicBezTo>
                  <a:pt x="2696" y="95"/>
                  <a:pt x="2694" y="100"/>
                  <a:pt x="2690" y="104"/>
                </a:cubicBezTo>
                <a:cubicBezTo>
                  <a:pt x="2686" y="109"/>
                  <a:pt x="2681" y="111"/>
                  <a:pt x="2675" y="111"/>
                </a:cubicBezTo>
                <a:lnTo>
                  <a:pt x="2534" y="111"/>
                </a:lnTo>
                <a:cubicBezTo>
                  <a:pt x="2528" y="111"/>
                  <a:pt x="2523" y="109"/>
                  <a:pt x="2518" y="105"/>
                </a:cubicBezTo>
                <a:cubicBezTo>
                  <a:pt x="2514" y="101"/>
                  <a:pt x="2512" y="96"/>
                  <a:pt x="2512" y="90"/>
                </a:cubicBezTo>
                <a:cubicBezTo>
                  <a:pt x="2512" y="84"/>
                  <a:pt x="2514" y="79"/>
                  <a:pt x="2518" y="74"/>
                </a:cubicBezTo>
                <a:cubicBezTo>
                  <a:pt x="2523" y="70"/>
                  <a:pt x="2528" y="68"/>
                  <a:pt x="2534" y="68"/>
                </a:cubicBezTo>
                <a:moveTo>
                  <a:pt x="2844" y="67"/>
                </a:moveTo>
                <a:lnTo>
                  <a:pt x="2984" y="67"/>
                </a:lnTo>
                <a:cubicBezTo>
                  <a:pt x="2990" y="67"/>
                  <a:pt x="2996" y="69"/>
                  <a:pt x="3000" y="73"/>
                </a:cubicBezTo>
                <a:cubicBezTo>
                  <a:pt x="3004" y="77"/>
                  <a:pt x="3006" y="82"/>
                  <a:pt x="3006" y="88"/>
                </a:cubicBezTo>
                <a:cubicBezTo>
                  <a:pt x="3006" y="94"/>
                  <a:pt x="3004" y="99"/>
                  <a:pt x="3000" y="103"/>
                </a:cubicBezTo>
                <a:cubicBezTo>
                  <a:pt x="2996" y="108"/>
                  <a:pt x="2991" y="110"/>
                  <a:pt x="2985" y="110"/>
                </a:cubicBezTo>
                <a:lnTo>
                  <a:pt x="2844" y="110"/>
                </a:lnTo>
                <a:cubicBezTo>
                  <a:pt x="2838" y="110"/>
                  <a:pt x="2833" y="108"/>
                  <a:pt x="2829" y="104"/>
                </a:cubicBezTo>
                <a:cubicBezTo>
                  <a:pt x="2825" y="100"/>
                  <a:pt x="2822" y="95"/>
                  <a:pt x="2822" y="89"/>
                </a:cubicBezTo>
                <a:cubicBezTo>
                  <a:pt x="2822" y="83"/>
                  <a:pt x="2825" y="78"/>
                  <a:pt x="2829" y="73"/>
                </a:cubicBezTo>
                <a:cubicBezTo>
                  <a:pt x="2833" y="69"/>
                  <a:pt x="2838" y="67"/>
                  <a:pt x="2844" y="67"/>
                </a:cubicBezTo>
                <a:moveTo>
                  <a:pt x="3155" y="66"/>
                </a:moveTo>
                <a:lnTo>
                  <a:pt x="3293" y="65"/>
                </a:lnTo>
                <a:cubicBezTo>
                  <a:pt x="3299" y="65"/>
                  <a:pt x="3304" y="67"/>
                  <a:pt x="3308" y="71"/>
                </a:cubicBezTo>
                <a:cubicBezTo>
                  <a:pt x="3313" y="76"/>
                  <a:pt x="3315" y="81"/>
                  <a:pt x="3315" y="87"/>
                </a:cubicBezTo>
                <a:cubicBezTo>
                  <a:pt x="3315" y="93"/>
                  <a:pt x="3313" y="98"/>
                  <a:pt x="3309" y="102"/>
                </a:cubicBezTo>
                <a:cubicBezTo>
                  <a:pt x="3304" y="106"/>
                  <a:pt x="3299" y="108"/>
                  <a:pt x="3293" y="108"/>
                </a:cubicBezTo>
                <a:lnTo>
                  <a:pt x="3155" y="109"/>
                </a:lnTo>
                <a:cubicBezTo>
                  <a:pt x="3149" y="109"/>
                  <a:pt x="3144" y="107"/>
                  <a:pt x="3140" y="103"/>
                </a:cubicBezTo>
                <a:cubicBezTo>
                  <a:pt x="3136" y="99"/>
                  <a:pt x="3134" y="93"/>
                  <a:pt x="3134" y="87"/>
                </a:cubicBezTo>
                <a:cubicBezTo>
                  <a:pt x="3134" y="82"/>
                  <a:pt x="3136" y="76"/>
                  <a:pt x="3140" y="72"/>
                </a:cubicBezTo>
                <a:cubicBezTo>
                  <a:pt x="3144" y="68"/>
                  <a:pt x="3149" y="66"/>
                  <a:pt x="3155" y="66"/>
                </a:cubicBezTo>
                <a:moveTo>
                  <a:pt x="3468" y="64"/>
                </a:moveTo>
                <a:lnTo>
                  <a:pt x="3603" y="63"/>
                </a:lnTo>
                <a:cubicBezTo>
                  <a:pt x="3609" y="63"/>
                  <a:pt x="3614" y="66"/>
                  <a:pt x="3619" y="70"/>
                </a:cubicBezTo>
                <a:cubicBezTo>
                  <a:pt x="3623" y="74"/>
                  <a:pt x="3625" y="79"/>
                  <a:pt x="3625" y="85"/>
                </a:cubicBezTo>
                <a:cubicBezTo>
                  <a:pt x="3625" y="91"/>
                  <a:pt x="3623" y="96"/>
                  <a:pt x="3619" y="100"/>
                </a:cubicBezTo>
                <a:cubicBezTo>
                  <a:pt x="3615" y="104"/>
                  <a:pt x="3610" y="107"/>
                  <a:pt x="3604" y="107"/>
                </a:cubicBezTo>
                <a:lnTo>
                  <a:pt x="3468" y="107"/>
                </a:lnTo>
                <a:cubicBezTo>
                  <a:pt x="3463" y="107"/>
                  <a:pt x="3457" y="105"/>
                  <a:pt x="3453" y="101"/>
                </a:cubicBezTo>
                <a:cubicBezTo>
                  <a:pt x="3449" y="97"/>
                  <a:pt x="3447" y="92"/>
                  <a:pt x="3447" y="86"/>
                </a:cubicBezTo>
                <a:cubicBezTo>
                  <a:pt x="3447" y="80"/>
                  <a:pt x="3449" y="75"/>
                  <a:pt x="3453" y="71"/>
                </a:cubicBezTo>
                <a:cubicBezTo>
                  <a:pt x="3457" y="66"/>
                  <a:pt x="3462" y="64"/>
                  <a:pt x="3468" y="64"/>
                </a:cubicBezTo>
                <a:moveTo>
                  <a:pt x="3778" y="62"/>
                </a:moveTo>
                <a:lnTo>
                  <a:pt x="3917" y="62"/>
                </a:lnTo>
                <a:cubicBezTo>
                  <a:pt x="3923" y="62"/>
                  <a:pt x="3928" y="64"/>
                  <a:pt x="3932" y="68"/>
                </a:cubicBezTo>
                <a:cubicBezTo>
                  <a:pt x="3936" y="72"/>
                  <a:pt x="3939" y="77"/>
                  <a:pt x="3939" y="83"/>
                </a:cubicBezTo>
                <a:cubicBezTo>
                  <a:pt x="3939" y="89"/>
                  <a:pt x="3937" y="94"/>
                  <a:pt x="3932" y="98"/>
                </a:cubicBezTo>
                <a:cubicBezTo>
                  <a:pt x="3928" y="103"/>
                  <a:pt x="3923" y="105"/>
                  <a:pt x="3917" y="105"/>
                </a:cubicBezTo>
                <a:lnTo>
                  <a:pt x="3778" y="106"/>
                </a:lnTo>
                <a:cubicBezTo>
                  <a:pt x="3772" y="106"/>
                  <a:pt x="3767" y="104"/>
                  <a:pt x="3763" y="99"/>
                </a:cubicBezTo>
                <a:cubicBezTo>
                  <a:pt x="3758" y="95"/>
                  <a:pt x="3756" y="90"/>
                  <a:pt x="3756" y="84"/>
                </a:cubicBezTo>
                <a:cubicBezTo>
                  <a:pt x="3756" y="78"/>
                  <a:pt x="3758" y="73"/>
                  <a:pt x="3762" y="69"/>
                </a:cubicBezTo>
                <a:cubicBezTo>
                  <a:pt x="3767" y="65"/>
                  <a:pt x="3772" y="62"/>
                  <a:pt x="3778" y="62"/>
                </a:cubicBezTo>
                <a:moveTo>
                  <a:pt x="4087" y="61"/>
                </a:moveTo>
                <a:lnTo>
                  <a:pt x="4226" y="60"/>
                </a:lnTo>
                <a:cubicBezTo>
                  <a:pt x="4232" y="60"/>
                  <a:pt x="4237" y="62"/>
                  <a:pt x="4241" y="66"/>
                </a:cubicBezTo>
                <a:cubicBezTo>
                  <a:pt x="4246" y="70"/>
                  <a:pt x="4248" y="75"/>
                  <a:pt x="4248" y="81"/>
                </a:cubicBezTo>
                <a:cubicBezTo>
                  <a:pt x="4248" y="87"/>
                  <a:pt x="4246" y="92"/>
                  <a:pt x="4242" y="96"/>
                </a:cubicBezTo>
                <a:cubicBezTo>
                  <a:pt x="4237" y="101"/>
                  <a:pt x="4232" y="103"/>
                  <a:pt x="4226" y="103"/>
                </a:cubicBezTo>
                <a:lnTo>
                  <a:pt x="4087" y="104"/>
                </a:lnTo>
                <a:cubicBezTo>
                  <a:pt x="4081" y="104"/>
                  <a:pt x="4076" y="102"/>
                  <a:pt x="4072" y="97"/>
                </a:cubicBezTo>
                <a:cubicBezTo>
                  <a:pt x="4067" y="93"/>
                  <a:pt x="4065" y="88"/>
                  <a:pt x="4065" y="82"/>
                </a:cubicBezTo>
                <a:cubicBezTo>
                  <a:pt x="4065" y="76"/>
                  <a:pt x="4067" y="71"/>
                  <a:pt x="4071" y="67"/>
                </a:cubicBezTo>
                <a:cubicBezTo>
                  <a:pt x="4075" y="63"/>
                  <a:pt x="4081" y="61"/>
                  <a:pt x="4087" y="61"/>
                </a:cubicBezTo>
                <a:moveTo>
                  <a:pt x="4400" y="58"/>
                </a:moveTo>
                <a:lnTo>
                  <a:pt x="4536" y="57"/>
                </a:lnTo>
                <a:cubicBezTo>
                  <a:pt x="4542" y="57"/>
                  <a:pt x="4547" y="60"/>
                  <a:pt x="4551" y="64"/>
                </a:cubicBezTo>
                <a:cubicBezTo>
                  <a:pt x="4555" y="68"/>
                  <a:pt x="4557" y="73"/>
                  <a:pt x="4557" y="79"/>
                </a:cubicBezTo>
                <a:cubicBezTo>
                  <a:pt x="4557" y="85"/>
                  <a:pt x="4555" y="90"/>
                  <a:pt x="4551" y="94"/>
                </a:cubicBezTo>
                <a:cubicBezTo>
                  <a:pt x="4547" y="98"/>
                  <a:pt x="4542" y="101"/>
                  <a:pt x="4536" y="101"/>
                </a:cubicBezTo>
                <a:lnTo>
                  <a:pt x="4401" y="102"/>
                </a:lnTo>
                <a:cubicBezTo>
                  <a:pt x="4395" y="102"/>
                  <a:pt x="4390" y="100"/>
                  <a:pt x="4385" y="95"/>
                </a:cubicBezTo>
                <a:cubicBezTo>
                  <a:pt x="4381" y="91"/>
                  <a:pt x="4379" y="86"/>
                  <a:pt x="4379" y="80"/>
                </a:cubicBezTo>
                <a:cubicBezTo>
                  <a:pt x="4379" y="74"/>
                  <a:pt x="4381" y="69"/>
                  <a:pt x="4385" y="65"/>
                </a:cubicBezTo>
                <a:cubicBezTo>
                  <a:pt x="4389" y="61"/>
                  <a:pt x="4394" y="58"/>
                  <a:pt x="4400" y="58"/>
                </a:cubicBezTo>
                <a:moveTo>
                  <a:pt x="4710" y="56"/>
                </a:moveTo>
                <a:lnTo>
                  <a:pt x="4832" y="55"/>
                </a:lnTo>
                <a:cubicBezTo>
                  <a:pt x="4831" y="51"/>
                  <a:pt x="4831" y="47"/>
                  <a:pt x="4830" y="42"/>
                </a:cubicBezTo>
                <a:cubicBezTo>
                  <a:pt x="4829" y="36"/>
                  <a:pt x="4830" y="31"/>
                  <a:pt x="4834" y="26"/>
                </a:cubicBezTo>
                <a:cubicBezTo>
                  <a:pt x="4837" y="21"/>
                  <a:pt x="4842" y="19"/>
                  <a:pt x="4848" y="18"/>
                </a:cubicBezTo>
                <a:cubicBezTo>
                  <a:pt x="4854" y="17"/>
                  <a:pt x="4859" y="18"/>
                  <a:pt x="4864" y="21"/>
                </a:cubicBezTo>
                <a:cubicBezTo>
                  <a:pt x="4869" y="25"/>
                  <a:pt x="4872" y="30"/>
                  <a:pt x="4873" y="36"/>
                </a:cubicBezTo>
                <a:cubicBezTo>
                  <a:pt x="4879" y="80"/>
                  <a:pt x="4885" y="126"/>
                  <a:pt x="4890" y="172"/>
                </a:cubicBezTo>
                <a:cubicBezTo>
                  <a:pt x="4891" y="178"/>
                  <a:pt x="4889" y="183"/>
                  <a:pt x="4886" y="188"/>
                </a:cubicBezTo>
                <a:cubicBezTo>
                  <a:pt x="4882" y="192"/>
                  <a:pt x="4877" y="195"/>
                  <a:pt x="4871" y="196"/>
                </a:cubicBezTo>
                <a:cubicBezTo>
                  <a:pt x="4865" y="196"/>
                  <a:pt x="4860" y="195"/>
                  <a:pt x="4855" y="191"/>
                </a:cubicBezTo>
                <a:cubicBezTo>
                  <a:pt x="4851" y="187"/>
                  <a:pt x="4848" y="183"/>
                  <a:pt x="4847" y="177"/>
                </a:cubicBezTo>
                <a:cubicBezTo>
                  <a:pt x="4845" y="150"/>
                  <a:pt x="4841" y="124"/>
                  <a:pt x="4838" y="98"/>
                </a:cubicBezTo>
                <a:lnTo>
                  <a:pt x="4710" y="99"/>
                </a:lnTo>
                <a:cubicBezTo>
                  <a:pt x="4704" y="99"/>
                  <a:pt x="4699" y="97"/>
                  <a:pt x="4695" y="93"/>
                </a:cubicBezTo>
                <a:cubicBezTo>
                  <a:pt x="4691" y="89"/>
                  <a:pt x="4689" y="84"/>
                  <a:pt x="4689" y="78"/>
                </a:cubicBezTo>
                <a:cubicBezTo>
                  <a:pt x="4689" y="72"/>
                  <a:pt x="4691" y="67"/>
                  <a:pt x="4695" y="63"/>
                </a:cubicBezTo>
                <a:cubicBezTo>
                  <a:pt x="4699" y="58"/>
                  <a:pt x="4704" y="56"/>
                  <a:pt x="4710" y="56"/>
                </a:cubicBezTo>
                <a:moveTo>
                  <a:pt x="4905" y="345"/>
                </a:moveTo>
                <a:cubicBezTo>
                  <a:pt x="4907" y="389"/>
                  <a:pt x="4909" y="434"/>
                  <a:pt x="4910" y="482"/>
                </a:cubicBezTo>
                <a:cubicBezTo>
                  <a:pt x="4911" y="488"/>
                  <a:pt x="4909" y="493"/>
                  <a:pt x="4905" y="498"/>
                </a:cubicBezTo>
                <a:cubicBezTo>
                  <a:pt x="4901" y="502"/>
                  <a:pt x="4895" y="504"/>
                  <a:pt x="4890" y="504"/>
                </a:cubicBezTo>
                <a:cubicBezTo>
                  <a:pt x="4884" y="505"/>
                  <a:pt x="4878" y="503"/>
                  <a:pt x="4874" y="499"/>
                </a:cubicBezTo>
                <a:cubicBezTo>
                  <a:pt x="4870" y="494"/>
                  <a:pt x="4867" y="489"/>
                  <a:pt x="4867" y="483"/>
                </a:cubicBezTo>
                <a:cubicBezTo>
                  <a:pt x="4866" y="436"/>
                  <a:pt x="4864" y="391"/>
                  <a:pt x="4861" y="348"/>
                </a:cubicBezTo>
                <a:cubicBezTo>
                  <a:pt x="4861" y="342"/>
                  <a:pt x="4863" y="337"/>
                  <a:pt x="4867" y="332"/>
                </a:cubicBezTo>
                <a:cubicBezTo>
                  <a:pt x="4871" y="328"/>
                  <a:pt x="4876" y="325"/>
                  <a:pt x="4882" y="325"/>
                </a:cubicBezTo>
                <a:cubicBezTo>
                  <a:pt x="4888" y="325"/>
                  <a:pt x="4893" y="326"/>
                  <a:pt x="4897" y="330"/>
                </a:cubicBezTo>
                <a:cubicBezTo>
                  <a:pt x="4902" y="334"/>
                  <a:pt x="4904" y="339"/>
                  <a:pt x="4905" y="345"/>
                </a:cubicBezTo>
                <a:moveTo>
                  <a:pt x="4913" y="659"/>
                </a:moveTo>
                <a:lnTo>
                  <a:pt x="4912" y="797"/>
                </a:lnTo>
                <a:cubicBezTo>
                  <a:pt x="4912" y="803"/>
                  <a:pt x="4910" y="808"/>
                  <a:pt x="4906" y="812"/>
                </a:cubicBezTo>
                <a:cubicBezTo>
                  <a:pt x="4902" y="816"/>
                  <a:pt x="4897" y="818"/>
                  <a:pt x="4891" y="818"/>
                </a:cubicBezTo>
                <a:cubicBezTo>
                  <a:pt x="4885" y="818"/>
                  <a:pt x="4880" y="816"/>
                  <a:pt x="4876" y="812"/>
                </a:cubicBezTo>
                <a:cubicBezTo>
                  <a:pt x="4871" y="808"/>
                  <a:pt x="4869" y="802"/>
                  <a:pt x="4869" y="797"/>
                </a:cubicBezTo>
                <a:lnTo>
                  <a:pt x="4870" y="658"/>
                </a:lnTo>
                <a:cubicBezTo>
                  <a:pt x="4870" y="652"/>
                  <a:pt x="4872" y="647"/>
                  <a:pt x="4876" y="643"/>
                </a:cubicBezTo>
                <a:cubicBezTo>
                  <a:pt x="4881" y="639"/>
                  <a:pt x="4886" y="637"/>
                  <a:pt x="4892" y="637"/>
                </a:cubicBezTo>
                <a:cubicBezTo>
                  <a:pt x="4898" y="637"/>
                  <a:pt x="4903" y="639"/>
                  <a:pt x="4907" y="643"/>
                </a:cubicBezTo>
                <a:cubicBezTo>
                  <a:pt x="4911" y="647"/>
                  <a:pt x="4913" y="653"/>
                  <a:pt x="4913" y="659"/>
                </a:cubicBezTo>
                <a:moveTo>
                  <a:pt x="4909" y="970"/>
                </a:moveTo>
                <a:lnTo>
                  <a:pt x="4905" y="1110"/>
                </a:lnTo>
                <a:cubicBezTo>
                  <a:pt x="4905" y="1116"/>
                  <a:pt x="4903" y="1121"/>
                  <a:pt x="4899" y="1125"/>
                </a:cubicBezTo>
                <a:cubicBezTo>
                  <a:pt x="4894" y="1129"/>
                  <a:pt x="4889" y="1131"/>
                  <a:pt x="4883" y="1131"/>
                </a:cubicBezTo>
                <a:cubicBezTo>
                  <a:pt x="4877" y="1130"/>
                  <a:pt x="4872" y="1128"/>
                  <a:pt x="4868" y="1124"/>
                </a:cubicBezTo>
                <a:cubicBezTo>
                  <a:pt x="4864" y="1119"/>
                  <a:pt x="4862" y="1114"/>
                  <a:pt x="4862" y="1108"/>
                </a:cubicBezTo>
                <a:lnTo>
                  <a:pt x="4866" y="969"/>
                </a:lnTo>
                <a:cubicBezTo>
                  <a:pt x="4866" y="963"/>
                  <a:pt x="4868" y="958"/>
                  <a:pt x="4873" y="954"/>
                </a:cubicBezTo>
                <a:cubicBezTo>
                  <a:pt x="4877" y="949"/>
                  <a:pt x="4882" y="948"/>
                  <a:pt x="4888" y="948"/>
                </a:cubicBezTo>
                <a:cubicBezTo>
                  <a:pt x="4894" y="948"/>
                  <a:pt x="4899" y="950"/>
                  <a:pt x="4903" y="954"/>
                </a:cubicBezTo>
                <a:cubicBezTo>
                  <a:pt x="4907" y="959"/>
                  <a:pt x="4909" y="964"/>
                  <a:pt x="4909" y="970"/>
                </a:cubicBezTo>
                <a:moveTo>
                  <a:pt x="4899" y="1281"/>
                </a:moveTo>
                <a:lnTo>
                  <a:pt x="4898" y="1320"/>
                </a:lnTo>
                <a:cubicBezTo>
                  <a:pt x="4898" y="1326"/>
                  <a:pt x="4896" y="1331"/>
                  <a:pt x="4892" y="1335"/>
                </a:cubicBezTo>
                <a:cubicBezTo>
                  <a:pt x="4896" y="1339"/>
                  <a:pt x="4898" y="1344"/>
                  <a:pt x="4898" y="1350"/>
                </a:cubicBezTo>
                <a:cubicBezTo>
                  <a:pt x="4898" y="1356"/>
                  <a:pt x="4896" y="1361"/>
                  <a:pt x="4892" y="1365"/>
                </a:cubicBezTo>
                <a:cubicBezTo>
                  <a:pt x="4888" y="1370"/>
                  <a:pt x="4883" y="1372"/>
                  <a:pt x="4877" y="1372"/>
                </a:cubicBezTo>
                <a:lnTo>
                  <a:pt x="4740" y="1371"/>
                </a:lnTo>
                <a:cubicBezTo>
                  <a:pt x="4734" y="1371"/>
                  <a:pt x="4729" y="1369"/>
                  <a:pt x="4725" y="1365"/>
                </a:cubicBezTo>
                <a:cubicBezTo>
                  <a:pt x="4721" y="1361"/>
                  <a:pt x="4719" y="1356"/>
                  <a:pt x="4719" y="1350"/>
                </a:cubicBezTo>
                <a:cubicBezTo>
                  <a:pt x="4719" y="1344"/>
                  <a:pt x="4721" y="1338"/>
                  <a:pt x="4725" y="1334"/>
                </a:cubicBezTo>
                <a:cubicBezTo>
                  <a:pt x="4729" y="1330"/>
                  <a:pt x="4734" y="1328"/>
                  <a:pt x="4740" y="1328"/>
                </a:cubicBezTo>
                <a:lnTo>
                  <a:pt x="4857" y="1328"/>
                </a:lnTo>
                <a:cubicBezTo>
                  <a:pt x="4855" y="1325"/>
                  <a:pt x="4855" y="1322"/>
                  <a:pt x="4855" y="1318"/>
                </a:cubicBezTo>
                <a:lnTo>
                  <a:pt x="4856" y="1279"/>
                </a:lnTo>
                <a:cubicBezTo>
                  <a:pt x="4857" y="1274"/>
                  <a:pt x="4859" y="1269"/>
                  <a:pt x="4863" y="1264"/>
                </a:cubicBezTo>
                <a:cubicBezTo>
                  <a:pt x="4868" y="1260"/>
                  <a:pt x="4873" y="1258"/>
                  <a:pt x="4879" y="1259"/>
                </a:cubicBezTo>
                <a:cubicBezTo>
                  <a:pt x="4885" y="1259"/>
                  <a:pt x="4890" y="1261"/>
                  <a:pt x="4894" y="1266"/>
                </a:cubicBezTo>
                <a:cubicBezTo>
                  <a:pt x="4898" y="1270"/>
                  <a:pt x="4900" y="1275"/>
                  <a:pt x="4899" y="1281"/>
                </a:cubicBezTo>
                <a:moveTo>
                  <a:pt x="4568" y="1371"/>
                </a:moveTo>
                <a:lnTo>
                  <a:pt x="4431" y="1370"/>
                </a:lnTo>
                <a:cubicBezTo>
                  <a:pt x="4425" y="1370"/>
                  <a:pt x="4420" y="1368"/>
                  <a:pt x="4415" y="1364"/>
                </a:cubicBezTo>
                <a:cubicBezTo>
                  <a:pt x="4411" y="1360"/>
                  <a:pt x="4409" y="1355"/>
                  <a:pt x="4409" y="1349"/>
                </a:cubicBezTo>
                <a:cubicBezTo>
                  <a:pt x="4409" y="1343"/>
                  <a:pt x="4411" y="1338"/>
                  <a:pt x="4416" y="1334"/>
                </a:cubicBezTo>
                <a:cubicBezTo>
                  <a:pt x="4420" y="1329"/>
                  <a:pt x="4425" y="1327"/>
                  <a:pt x="4431" y="1327"/>
                </a:cubicBezTo>
                <a:lnTo>
                  <a:pt x="4568" y="1328"/>
                </a:lnTo>
                <a:cubicBezTo>
                  <a:pt x="4574" y="1328"/>
                  <a:pt x="4579" y="1330"/>
                  <a:pt x="4583" y="1334"/>
                </a:cubicBezTo>
                <a:cubicBezTo>
                  <a:pt x="4588" y="1338"/>
                  <a:pt x="4590" y="1343"/>
                  <a:pt x="4590" y="1349"/>
                </a:cubicBezTo>
                <a:cubicBezTo>
                  <a:pt x="4590" y="1355"/>
                  <a:pt x="4588" y="1360"/>
                  <a:pt x="4583" y="1364"/>
                </a:cubicBezTo>
                <a:cubicBezTo>
                  <a:pt x="4579" y="1369"/>
                  <a:pt x="4574" y="1371"/>
                  <a:pt x="4568" y="1371"/>
                </a:cubicBezTo>
                <a:moveTo>
                  <a:pt x="4258" y="1370"/>
                </a:moveTo>
                <a:lnTo>
                  <a:pt x="4120" y="1370"/>
                </a:lnTo>
                <a:cubicBezTo>
                  <a:pt x="4114" y="1370"/>
                  <a:pt x="4109" y="1368"/>
                  <a:pt x="4104" y="1364"/>
                </a:cubicBezTo>
                <a:cubicBezTo>
                  <a:pt x="4100" y="1360"/>
                  <a:pt x="4098" y="1355"/>
                  <a:pt x="4098" y="1349"/>
                </a:cubicBezTo>
                <a:cubicBezTo>
                  <a:pt x="4098" y="1343"/>
                  <a:pt x="4100" y="1338"/>
                  <a:pt x="4104" y="1333"/>
                </a:cubicBezTo>
                <a:cubicBezTo>
                  <a:pt x="4109" y="1329"/>
                  <a:pt x="4114" y="1327"/>
                  <a:pt x="4120" y="1327"/>
                </a:cubicBezTo>
                <a:lnTo>
                  <a:pt x="4258" y="1327"/>
                </a:lnTo>
                <a:cubicBezTo>
                  <a:pt x="4264" y="1327"/>
                  <a:pt x="4269" y="1329"/>
                  <a:pt x="4274" y="1333"/>
                </a:cubicBezTo>
                <a:cubicBezTo>
                  <a:pt x="4278" y="1338"/>
                  <a:pt x="4280" y="1343"/>
                  <a:pt x="4280" y="1349"/>
                </a:cubicBezTo>
                <a:cubicBezTo>
                  <a:pt x="4280" y="1355"/>
                  <a:pt x="4278" y="1360"/>
                  <a:pt x="4274" y="1364"/>
                </a:cubicBezTo>
                <a:cubicBezTo>
                  <a:pt x="4269" y="1368"/>
                  <a:pt x="4264" y="1370"/>
                  <a:pt x="4258" y="1370"/>
                </a:cubicBezTo>
                <a:moveTo>
                  <a:pt x="3945" y="1370"/>
                </a:moveTo>
                <a:lnTo>
                  <a:pt x="3805" y="1370"/>
                </a:lnTo>
                <a:cubicBezTo>
                  <a:pt x="3799" y="1370"/>
                  <a:pt x="3794" y="1368"/>
                  <a:pt x="3790" y="1364"/>
                </a:cubicBezTo>
                <a:cubicBezTo>
                  <a:pt x="3785" y="1360"/>
                  <a:pt x="3783" y="1355"/>
                  <a:pt x="3783" y="1349"/>
                </a:cubicBezTo>
                <a:cubicBezTo>
                  <a:pt x="3783" y="1343"/>
                  <a:pt x="3785" y="1338"/>
                  <a:pt x="3790" y="1333"/>
                </a:cubicBezTo>
                <a:cubicBezTo>
                  <a:pt x="3794" y="1329"/>
                  <a:pt x="3799" y="1327"/>
                  <a:pt x="3805" y="1327"/>
                </a:cubicBezTo>
                <a:lnTo>
                  <a:pt x="3945" y="1327"/>
                </a:lnTo>
                <a:cubicBezTo>
                  <a:pt x="3951" y="1327"/>
                  <a:pt x="3956" y="1329"/>
                  <a:pt x="3961" y="1333"/>
                </a:cubicBezTo>
                <a:cubicBezTo>
                  <a:pt x="3965" y="1338"/>
                  <a:pt x="3967" y="1343"/>
                  <a:pt x="3967" y="1349"/>
                </a:cubicBezTo>
                <a:cubicBezTo>
                  <a:pt x="3967" y="1355"/>
                  <a:pt x="3965" y="1360"/>
                  <a:pt x="3961" y="1364"/>
                </a:cubicBezTo>
                <a:cubicBezTo>
                  <a:pt x="3956" y="1368"/>
                  <a:pt x="3951" y="1370"/>
                  <a:pt x="3945" y="1370"/>
                </a:cubicBezTo>
                <a:moveTo>
                  <a:pt x="3634" y="1370"/>
                </a:moveTo>
                <a:lnTo>
                  <a:pt x="3496" y="1371"/>
                </a:lnTo>
                <a:cubicBezTo>
                  <a:pt x="3490" y="1371"/>
                  <a:pt x="3485" y="1368"/>
                  <a:pt x="3481" y="1364"/>
                </a:cubicBezTo>
                <a:cubicBezTo>
                  <a:pt x="3476" y="1360"/>
                  <a:pt x="3474" y="1355"/>
                  <a:pt x="3474" y="1349"/>
                </a:cubicBezTo>
                <a:cubicBezTo>
                  <a:pt x="3474" y="1343"/>
                  <a:pt x="3476" y="1338"/>
                  <a:pt x="3481" y="1334"/>
                </a:cubicBezTo>
                <a:cubicBezTo>
                  <a:pt x="3485" y="1329"/>
                  <a:pt x="3490" y="1327"/>
                  <a:pt x="3496" y="1327"/>
                </a:cubicBezTo>
                <a:lnTo>
                  <a:pt x="3634" y="1327"/>
                </a:lnTo>
                <a:cubicBezTo>
                  <a:pt x="3640" y="1327"/>
                  <a:pt x="3645" y="1329"/>
                  <a:pt x="3649" y="1334"/>
                </a:cubicBezTo>
                <a:cubicBezTo>
                  <a:pt x="3653" y="1338"/>
                  <a:pt x="3655" y="1343"/>
                  <a:pt x="3655" y="1349"/>
                </a:cubicBezTo>
                <a:cubicBezTo>
                  <a:pt x="3655" y="1355"/>
                  <a:pt x="3653" y="1360"/>
                  <a:pt x="3649" y="1364"/>
                </a:cubicBezTo>
                <a:cubicBezTo>
                  <a:pt x="3645" y="1368"/>
                  <a:pt x="3640" y="1370"/>
                  <a:pt x="3634" y="1370"/>
                </a:cubicBezTo>
                <a:moveTo>
                  <a:pt x="3322" y="1371"/>
                </a:moveTo>
                <a:lnTo>
                  <a:pt x="3184" y="1371"/>
                </a:lnTo>
                <a:cubicBezTo>
                  <a:pt x="3178" y="1371"/>
                  <a:pt x="3173" y="1369"/>
                  <a:pt x="3169" y="1365"/>
                </a:cubicBezTo>
                <a:cubicBezTo>
                  <a:pt x="3164" y="1360"/>
                  <a:pt x="3162" y="1355"/>
                  <a:pt x="3162" y="1349"/>
                </a:cubicBezTo>
                <a:cubicBezTo>
                  <a:pt x="3162" y="1343"/>
                  <a:pt x="3164" y="1338"/>
                  <a:pt x="3169" y="1334"/>
                </a:cubicBezTo>
                <a:cubicBezTo>
                  <a:pt x="3173" y="1330"/>
                  <a:pt x="3178" y="1328"/>
                  <a:pt x="3184" y="1328"/>
                </a:cubicBezTo>
                <a:lnTo>
                  <a:pt x="3322" y="1328"/>
                </a:lnTo>
                <a:cubicBezTo>
                  <a:pt x="3328" y="1328"/>
                  <a:pt x="3333" y="1330"/>
                  <a:pt x="3337" y="1334"/>
                </a:cubicBezTo>
                <a:cubicBezTo>
                  <a:pt x="3342" y="1338"/>
                  <a:pt x="3344" y="1343"/>
                  <a:pt x="3344" y="1349"/>
                </a:cubicBezTo>
                <a:cubicBezTo>
                  <a:pt x="3344" y="1355"/>
                  <a:pt x="3342" y="1360"/>
                  <a:pt x="3338" y="1364"/>
                </a:cubicBezTo>
                <a:cubicBezTo>
                  <a:pt x="3333" y="1369"/>
                  <a:pt x="3328" y="1371"/>
                  <a:pt x="3322" y="1371"/>
                </a:cubicBezTo>
                <a:moveTo>
                  <a:pt x="3013" y="1371"/>
                </a:moveTo>
                <a:lnTo>
                  <a:pt x="2875" y="1371"/>
                </a:lnTo>
                <a:cubicBezTo>
                  <a:pt x="2869" y="1371"/>
                  <a:pt x="2864" y="1369"/>
                  <a:pt x="2859" y="1365"/>
                </a:cubicBezTo>
                <a:cubicBezTo>
                  <a:pt x="2855" y="1361"/>
                  <a:pt x="2853" y="1356"/>
                  <a:pt x="2853" y="1350"/>
                </a:cubicBezTo>
                <a:cubicBezTo>
                  <a:pt x="2853" y="1344"/>
                  <a:pt x="2855" y="1339"/>
                  <a:pt x="2859" y="1334"/>
                </a:cubicBezTo>
                <a:cubicBezTo>
                  <a:pt x="2863" y="1330"/>
                  <a:pt x="2869" y="1328"/>
                  <a:pt x="2875" y="1328"/>
                </a:cubicBezTo>
                <a:lnTo>
                  <a:pt x="3013" y="1328"/>
                </a:lnTo>
                <a:cubicBezTo>
                  <a:pt x="3019" y="1328"/>
                  <a:pt x="3024" y="1330"/>
                  <a:pt x="3028" y="1334"/>
                </a:cubicBezTo>
                <a:cubicBezTo>
                  <a:pt x="3032" y="1339"/>
                  <a:pt x="3034" y="1344"/>
                  <a:pt x="3034" y="1350"/>
                </a:cubicBezTo>
                <a:cubicBezTo>
                  <a:pt x="3034" y="1356"/>
                  <a:pt x="3032" y="1361"/>
                  <a:pt x="3028" y="1365"/>
                </a:cubicBezTo>
                <a:cubicBezTo>
                  <a:pt x="3024" y="1369"/>
                  <a:pt x="3019" y="1371"/>
                  <a:pt x="3013" y="1371"/>
                </a:cubicBezTo>
                <a:moveTo>
                  <a:pt x="2700" y="1372"/>
                </a:moveTo>
                <a:lnTo>
                  <a:pt x="2563" y="1372"/>
                </a:lnTo>
                <a:cubicBezTo>
                  <a:pt x="2557" y="1372"/>
                  <a:pt x="2552" y="1370"/>
                  <a:pt x="2548" y="1365"/>
                </a:cubicBezTo>
                <a:cubicBezTo>
                  <a:pt x="2544" y="1361"/>
                  <a:pt x="2541" y="1356"/>
                  <a:pt x="2541" y="1350"/>
                </a:cubicBezTo>
                <a:cubicBezTo>
                  <a:pt x="2541" y="1344"/>
                  <a:pt x="2543" y="1339"/>
                  <a:pt x="2548" y="1335"/>
                </a:cubicBezTo>
                <a:cubicBezTo>
                  <a:pt x="2552" y="1331"/>
                  <a:pt x="2557" y="1328"/>
                  <a:pt x="2563" y="1328"/>
                </a:cubicBezTo>
                <a:lnTo>
                  <a:pt x="2700" y="1328"/>
                </a:lnTo>
                <a:cubicBezTo>
                  <a:pt x="2706" y="1328"/>
                  <a:pt x="2711" y="1330"/>
                  <a:pt x="2715" y="1335"/>
                </a:cubicBezTo>
                <a:cubicBezTo>
                  <a:pt x="2719" y="1339"/>
                  <a:pt x="2722" y="1344"/>
                  <a:pt x="2722" y="1350"/>
                </a:cubicBezTo>
                <a:cubicBezTo>
                  <a:pt x="2722" y="1356"/>
                  <a:pt x="2719" y="1361"/>
                  <a:pt x="2715" y="1365"/>
                </a:cubicBezTo>
                <a:cubicBezTo>
                  <a:pt x="2711" y="1369"/>
                  <a:pt x="2706" y="1372"/>
                  <a:pt x="2700" y="1372"/>
                </a:cubicBezTo>
                <a:moveTo>
                  <a:pt x="2392" y="1372"/>
                </a:moveTo>
                <a:lnTo>
                  <a:pt x="2253" y="1372"/>
                </a:lnTo>
                <a:cubicBezTo>
                  <a:pt x="2247" y="1372"/>
                  <a:pt x="2242" y="1370"/>
                  <a:pt x="2238" y="1365"/>
                </a:cubicBezTo>
                <a:cubicBezTo>
                  <a:pt x="2234" y="1361"/>
                  <a:pt x="2231" y="1356"/>
                  <a:pt x="2231" y="1350"/>
                </a:cubicBezTo>
                <a:cubicBezTo>
                  <a:pt x="2231" y="1344"/>
                  <a:pt x="2234" y="1339"/>
                  <a:pt x="2238" y="1335"/>
                </a:cubicBezTo>
                <a:cubicBezTo>
                  <a:pt x="2242" y="1331"/>
                  <a:pt x="2247" y="1328"/>
                  <a:pt x="2253" y="1328"/>
                </a:cubicBezTo>
                <a:lnTo>
                  <a:pt x="2392" y="1328"/>
                </a:lnTo>
                <a:cubicBezTo>
                  <a:pt x="2398" y="1328"/>
                  <a:pt x="2403" y="1331"/>
                  <a:pt x="2407" y="1335"/>
                </a:cubicBezTo>
                <a:cubicBezTo>
                  <a:pt x="2411" y="1339"/>
                  <a:pt x="2413" y="1344"/>
                  <a:pt x="2413" y="1350"/>
                </a:cubicBezTo>
                <a:cubicBezTo>
                  <a:pt x="2413" y="1356"/>
                  <a:pt x="2411" y="1361"/>
                  <a:pt x="2407" y="1365"/>
                </a:cubicBezTo>
                <a:cubicBezTo>
                  <a:pt x="2403" y="1370"/>
                  <a:pt x="2398" y="1372"/>
                  <a:pt x="2392" y="1372"/>
                </a:cubicBezTo>
                <a:moveTo>
                  <a:pt x="2078" y="1372"/>
                </a:moveTo>
                <a:lnTo>
                  <a:pt x="1942" y="1371"/>
                </a:lnTo>
                <a:cubicBezTo>
                  <a:pt x="1936" y="1371"/>
                  <a:pt x="1931" y="1369"/>
                  <a:pt x="1926" y="1365"/>
                </a:cubicBezTo>
                <a:cubicBezTo>
                  <a:pt x="1922" y="1361"/>
                  <a:pt x="1920" y="1356"/>
                  <a:pt x="1920" y="1350"/>
                </a:cubicBezTo>
                <a:cubicBezTo>
                  <a:pt x="1920" y="1344"/>
                  <a:pt x="1922" y="1339"/>
                  <a:pt x="1927" y="1335"/>
                </a:cubicBezTo>
                <a:cubicBezTo>
                  <a:pt x="1931" y="1330"/>
                  <a:pt x="1936" y="1328"/>
                  <a:pt x="1942" y="1328"/>
                </a:cubicBezTo>
                <a:lnTo>
                  <a:pt x="2078" y="1328"/>
                </a:lnTo>
                <a:cubicBezTo>
                  <a:pt x="2084" y="1328"/>
                  <a:pt x="2089" y="1331"/>
                  <a:pt x="2093" y="1335"/>
                </a:cubicBezTo>
                <a:cubicBezTo>
                  <a:pt x="2097" y="1339"/>
                  <a:pt x="2099" y="1344"/>
                  <a:pt x="2099" y="1350"/>
                </a:cubicBezTo>
                <a:cubicBezTo>
                  <a:pt x="2099" y="1356"/>
                  <a:pt x="2097" y="1361"/>
                  <a:pt x="2093" y="1365"/>
                </a:cubicBezTo>
                <a:cubicBezTo>
                  <a:pt x="2089" y="1369"/>
                  <a:pt x="2084" y="1372"/>
                  <a:pt x="2078" y="1372"/>
                </a:cubicBezTo>
                <a:moveTo>
                  <a:pt x="1770" y="1371"/>
                </a:moveTo>
                <a:lnTo>
                  <a:pt x="1632" y="1371"/>
                </a:lnTo>
                <a:cubicBezTo>
                  <a:pt x="1626" y="1371"/>
                  <a:pt x="1621" y="1369"/>
                  <a:pt x="1616" y="1365"/>
                </a:cubicBezTo>
                <a:cubicBezTo>
                  <a:pt x="1612" y="1360"/>
                  <a:pt x="1610" y="1355"/>
                  <a:pt x="1610" y="1349"/>
                </a:cubicBezTo>
                <a:cubicBezTo>
                  <a:pt x="1610" y="1343"/>
                  <a:pt x="1612" y="1338"/>
                  <a:pt x="1617" y="1334"/>
                </a:cubicBezTo>
                <a:cubicBezTo>
                  <a:pt x="1621" y="1330"/>
                  <a:pt x="1626" y="1328"/>
                  <a:pt x="1632" y="1328"/>
                </a:cubicBezTo>
                <a:lnTo>
                  <a:pt x="1771" y="1328"/>
                </a:lnTo>
                <a:cubicBezTo>
                  <a:pt x="1776" y="1328"/>
                  <a:pt x="1782" y="1330"/>
                  <a:pt x="1786" y="1334"/>
                </a:cubicBezTo>
                <a:cubicBezTo>
                  <a:pt x="1790" y="1339"/>
                  <a:pt x="1792" y="1344"/>
                  <a:pt x="1792" y="1350"/>
                </a:cubicBezTo>
                <a:cubicBezTo>
                  <a:pt x="1792" y="1356"/>
                  <a:pt x="1790" y="1361"/>
                  <a:pt x="1786" y="1365"/>
                </a:cubicBezTo>
                <a:cubicBezTo>
                  <a:pt x="1781" y="1369"/>
                  <a:pt x="1776" y="1371"/>
                  <a:pt x="1770" y="1371"/>
                </a:cubicBezTo>
                <a:moveTo>
                  <a:pt x="1456" y="1370"/>
                </a:moveTo>
                <a:lnTo>
                  <a:pt x="1320" y="1370"/>
                </a:lnTo>
                <a:cubicBezTo>
                  <a:pt x="1314" y="1370"/>
                  <a:pt x="1309" y="1368"/>
                  <a:pt x="1305" y="1364"/>
                </a:cubicBezTo>
                <a:cubicBezTo>
                  <a:pt x="1301" y="1359"/>
                  <a:pt x="1298" y="1354"/>
                  <a:pt x="1298" y="1348"/>
                </a:cubicBezTo>
                <a:cubicBezTo>
                  <a:pt x="1298" y="1342"/>
                  <a:pt x="1301" y="1337"/>
                  <a:pt x="1305" y="1333"/>
                </a:cubicBezTo>
                <a:cubicBezTo>
                  <a:pt x="1309" y="1329"/>
                  <a:pt x="1314" y="1327"/>
                  <a:pt x="1320" y="1327"/>
                </a:cubicBezTo>
                <a:lnTo>
                  <a:pt x="1456" y="1327"/>
                </a:lnTo>
                <a:cubicBezTo>
                  <a:pt x="1462" y="1327"/>
                  <a:pt x="1467" y="1329"/>
                  <a:pt x="1471" y="1334"/>
                </a:cubicBezTo>
                <a:cubicBezTo>
                  <a:pt x="1476" y="1338"/>
                  <a:pt x="1478" y="1343"/>
                  <a:pt x="1478" y="1349"/>
                </a:cubicBezTo>
                <a:cubicBezTo>
                  <a:pt x="1478" y="1355"/>
                  <a:pt x="1476" y="1360"/>
                  <a:pt x="1471" y="1364"/>
                </a:cubicBezTo>
                <a:cubicBezTo>
                  <a:pt x="1467" y="1368"/>
                  <a:pt x="1462" y="1370"/>
                  <a:pt x="1456" y="1370"/>
                </a:cubicBezTo>
                <a:moveTo>
                  <a:pt x="1149" y="1369"/>
                </a:moveTo>
                <a:lnTo>
                  <a:pt x="1011" y="1368"/>
                </a:lnTo>
                <a:cubicBezTo>
                  <a:pt x="1005" y="1368"/>
                  <a:pt x="1000" y="1366"/>
                  <a:pt x="995" y="1362"/>
                </a:cubicBezTo>
                <a:cubicBezTo>
                  <a:pt x="991" y="1358"/>
                  <a:pt x="989" y="1353"/>
                  <a:pt x="989" y="1347"/>
                </a:cubicBezTo>
                <a:cubicBezTo>
                  <a:pt x="989" y="1341"/>
                  <a:pt x="991" y="1336"/>
                  <a:pt x="996" y="1332"/>
                </a:cubicBezTo>
                <a:cubicBezTo>
                  <a:pt x="1000" y="1327"/>
                  <a:pt x="1005" y="1325"/>
                  <a:pt x="1011" y="1325"/>
                </a:cubicBezTo>
                <a:lnTo>
                  <a:pt x="1149" y="1326"/>
                </a:lnTo>
                <a:cubicBezTo>
                  <a:pt x="1155" y="1326"/>
                  <a:pt x="1160" y="1328"/>
                  <a:pt x="1165" y="1332"/>
                </a:cubicBezTo>
                <a:cubicBezTo>
                  <a:pt x="1169" y="1337"/>
                  <a:pt x="1171" y="1342"/>
                  <a:pt x="1171" y="1348"/>
                </a:cubicBezTo>
                <a:cubicBezTo>
                  <a:pt x="1171" y="1354"/>
                  <a:pt x="1169" y="1359"/>
                  <a:pt x="1164" y="1363"/>
                </a:cubicBezTo>
                <a:cubicBezTo>
                  <a:pt x="1160" y="1367"/>
                  <a:pt x="1155" y="1369"/>
                  <a:pt x="1149" y="1369"/>
                </a:cubicBezTo>
                <a:moveTo>
                  <a:pt x="835" y="1367"/>
                </a:moveTo>
                <a:lnTo>
                  <a:pt x="697" y="1367"/>
                </a:lnTo>
                <a:cubicBezTo>
                  <a:pt x="691" y="1367"/>
                  <a:pt x="686" y="1364"/>
                  <a:pt x="682" y="1360"/>
                </a:cubicBezTo>
                <a:cubicBezTo>
                  <a:pt x="678" y="1356"/>
                  <a:pt x="676" y="1351"/>
                  <a:pt x="676" y="1345"/>
                </a:cubicBezTo>
                <a:cubicBezTo>
                  <a:pt x="676" y="1339"/>
                  <a:pt x="678" y="1334"/>
                  <a:pt x="682" y="1330"/>
                </a:cubicBezTo>
                <a:cubicBezTo>
                  <a:pt x="687" y="1325"/>
                  <a:pt x="692" y="1323"/>
                  <a:pt x="698" y="1323"/>
                </a:cubicBezTo>
                <a:lnTo>
                  <a:pt x="835" y="1324"/>
                </a:lnTo>
                <a:cubicBezTo>
                  <a:pt x="841" y="1324"/>
                  <a:pt x="847" y="1326"/>
                  <a:pt x="851" y="1331"/>
                </a:cubicBezTo>
                <a:cubicBezTo>
                  <a:pt x="855" y="1335"/>
                  <a:pt x="857" y="1340"/>
                  <a:pt x="857" y="1346"/>
                </a:cubicBezTo>
                <a:cubicBezTo>
                  <a:pt x="857" y="1352"/>
                  <a:pt x="855" y="1357"/>
                  <a:pt x="851" y="1361"/>
                </a:cubicBezTo>
                <a:cubicBezTo>
                  <a:pt x="846" y="1365"/>
                  <a:pt x="841" y="1368"/>
                  <a:pt x="835" y="1367"/>
                </a:cubicBezTo>
                <a:moveTo>
                  <a:pt x="527" y="1365"/>
                </a:moveTo>
                <a:lnTo>
                  <a:pt x="390" y="1364"/>
                </a:lnTo>
                <a:cubicBezTo>
                  <a:pt x="384" y="1364"/>
                  <a:pt x="379" y="1362"/>
                  <a:pt x="374" y="1358"/>
                </a:cubicBezTo>
                <a:cubicBezTo>
                  <a:pt x="370" y="1354"/>
                  <a:pt x="368" y="1348"/>
                  <a:pt x="368" y="1342"/>
                </a:cubicBezTo>
                <a:cubicBezTo>
                  <a:pt x="368" y="1336"/>
                  <a:pt x="370" y="1331"/>
                  <a:pt x="375" y="1327"/>
                </a:cubicBezTo>
                <a:cubicBezTo>
                  <a:pt x="379" y="1323"/>
                  <a:pt x="384" y="1321"/>
                  <a:pt x="390" y="1321"/>
                </a:cubicBezTo>
                <a:lnTo>
                  <a:pt x="528" y="1322"/>
                </a:lnTo>
                <a:cubicBezTo>
                  <a:pt x="534" y="1322"/>
                  <a:pt x="539" y="1324"/>
                  <a:pt x="543" y="1329"/>
                </a:cubicBezTo>
                <a:cubicBezTo>
                  <a:pt x="547" y="1333"/>
                  <a:pt x="549" y="1338"/>
                  <a:pt x="549" y="1344"/>
                </a:cubicBezTo>
                <a:cubicBezTo>
                  <a:pt x="549" y="1350"/>
                  <a:pt x="547" y="1355"/>
                  <a:pt x="543" y="1359"/>
                </a:cubicBezTo>
                <a:cubicBezTo>
                  <a:pt x="538" y="1363"/>
                  <a:pt x="533" y="1365"/>
                  <a:pt x="527" y="1365"/>
                </a:cubicBezTo>
                <a:moveTo>
                  <a:pt x="215" y="1363"/>
                </a:moveTo>
                <a:lnTo>
                  <a:pt x="74" y="1361"/>
                </a:lnTo>
                <a:cubicBezTo>
                  <a:pt x="68" y="1361"/>
                  <a:pt x="63" y="1359"/>
                  <a:pt x="58" y="1355"/>
                </a:cubicBezTo>
                <a:cubicBezTo>
                  <a:pt x="54" y="1351"/>
                  <a:pt x="52" y="1345"/>
                  <a:pt x="52" y="1339"/>
                </a:cubicBezTo>
                <a:cubicBezTo>
                  <a:pt x="52" y="1334"/>
                  <a:pt x="54" y="1329"/>
                  <a:pt x="58" y="1325"/>
                </a:cubicBezTo>
                <a:lnTo>
                  <a:pt x="59" y="1324"/>
                </a:lnTo>
                <a:cubicBezTo>
                  <a:pt x="63" y="1320"/>
                  <a:pt x="68" y="1318"/>
                  <a:pt x="74" y="1318"/>
                </a:cubicBezTo>
                <a:lnTo>
                  <a:pt x="99" y="1318"/>
                </a:lnTo>
                <a:cubicBezTo>
                  <a:pt x="99" y="1323"/>
                  <a:pt x="97" y="1328"/>
                  <a:pt x="93" y="1331"/>
                </a:cubicBezTo>
                <a:cubicBezTo>
                  <a:pt x="89" y="1336"/>
                  <a:pt x="84" y="1338"/>
                  <a:pt x="78" y="1338"/>
                </a:cubicBezTo>
                <a:cubicBezTo>
                  <a:pt x="72" y="1338"/>
                  <a:pt x="67" y="1336"/>
                  <a:pt x="62" y="1332"/>
                </a:cubicBezTo>
                <a:cubicBezTo>
                  <a:pt x="60" y="1330"/>
                  <a:pt x="59" y="1328"/>
                  <a:pt x="58" y="1325"/>
                </a:cubicBezTo>
                <a:cubicBezTo>
                  <a:pt x="57" y="1323"/>
                  <a:pt x="56" y="1320"/>
                  <a:pt x="56" y="1317"/>
                </a:cubicBezTo>
                <a:lnTo>
                  <a:pt x="54" y="1181"/>
                </a:lnTo>
                <a:cubicBezTo>
                  <a:pt x="54" y="1175"/>
                  <a:pt x="56" y="1170"/>
                  <a:pt x="60" y="1166"/>
                </a:cubicBezTo>
                <a:cubicBezTo>
                  <a:pt x="64" y="1162"/>
                  <a:pt x="69" y="1160"/>
                  <a:pt x="75" y="1160"/>
                </a:cubicBezTo>
                <a:cubicBezTo>
                  <a:pt x="81" y="1159"/>
                  <a:pt x="86" y="1161"/>
                  <a:pt x="90" y="1166"/>
                </a:cubicBezTo>
                <a:cubicBezTo>
                  <a:pt x="95" y="1170"/>
                  <a:pt x="97" y="1175"/>
                  <a:pt x="97" y="1181"/>
                </a:cubicBezTo>
                <a:lnTo>
                  <a:pt x="99" y="1316"/>
                </a:lnTo>
                <a:cubicBezTo>
                  <a:pt x="99" y="1317"/>
                  <a:pt x="99" y="1318"/>
                  <a:pt x="99" y="1318"/>
                </a:cubicBezTo>
                <a:lnTo>
                  <a:pt x="216" y="1319"/>
                </a:lnTo>
                <a:cubicBezTo>
                  <a:pt x="222" y="1320"/>
                  <a:pt x="227" y="1322"/>
                  <a:pt x="231" y="1326"/>
                </a:cubicBezTo>
                <a:cubicBezTo>
                  <a:pt x="235" y="1330"/>
                  <a:pt x="237" y="1335"/>
                  <a:pt x="237" y="1341"/>
                </a:cubicBezTo>
                <a:cubicBezTo>
                  <a:pt x="237" y="1347"/>
                  <a:pt x="235" y="1352"/>
                  <a:pt x="230" y="1356"/>
                </a:cubicBezTo>
                <a:cubicBezTo>
                  <a:pt x="226" y="1361"/>
                  <a:pt x="221" y="1363"/>
                  <a:pt x="215" y="1363"/>
                </a:cubicBezTo>
                <a:moveTo>
                  <a:pt x="48" y="1007"/>
                </a:moveTo>
                <a:lnTo>
                  <a:pt x="42" y="871"/>
                </a:lnTo>
                <a:cubicBezTo>
                  <a:pt x="42" y="865"/>
                  <a:pt x="44" y="859"/>
                  <a:pt x="48" y="855"/>
                </a:cubicBezTo>
                <a:cubicBezTo>
                  <a:pt x="52" y="851"/>
                  <a:pt x="57" y="848"/>
                  <a:pt x="63" y="848"/>
                </a:cubicBezTo>
                <a:cubicBezTo>
                  <a:pt x="69" y="848"/>
                  <a:pt x="74" y="850"/>
                  <a:pt x="78" y="854"/>
                </a:cubicBezTo>
                <a:cubicBezTo>
                  <a:pt x="83" y="858"/>
                  <a:pt x="85" y="863"/>
                  <a:pt x="85" y="869"/>
                </a:cubicBezTo>
                <a:lnTo>
                  <a:pt x="91" y="1005"/>
                </a:lnTo>
                <a:cubicBezTo>
                  <a:pt x="91" y="1011"/>
                  <a:pt x="90" y="1016"/>
                  <a:pt x="86" y="1020"/>
                </a:cubicBezTo>
                <a:cubicBezTo>
                  <a:pt x="81" y="1025"/>
                  <a:pt x="76" y="1027"/>
                  <a:pt x="71" y="1027"/>
                </a:cubicBezTo>
                <a:cubicBezTo>
                  <a:pt x="65" y="1028"/>
                  <a:pt x="59" y="1026"/>
                  <a:pt x="55" y="1022"/>
                </a:cubicBezTo>
                <a:cubicBezTo>
                  <a:pt x="51" y="1018"/>
                  <a:pt x="48" y="1013"/>
                  <a:pt x="48" y="1007"/>
                </a:cubicBezTo>
                <a:moveTo>
                  <a:pt x="33" y="696"/>
                </a:moveTo>
                <a:lnTo>
                  <a:pt x="26" y="561"/>
                </a:lnTo>
                <a:cubicBezTo>
                  <a:pt x="25" y="555"/>
                  <a:pt x="27" y="550"/>
                  <a:pt x="31" y="546"/>
                </a:cubicBezTo>
                <a:cubicBezTo>
                  <a:pt x="35" y="541"/>
                  <a:pt x="40" y="539"/>
                  <a:pt x="46" y="539"/>
                </a:cubicBezTo>
                <a:cubicBezTo>
                  <a:pt x="52" y="538"/>
                  <a:pt x="57" y="540"/>
                  <a:pt x="62" y="544"/>
                </a:cubicBezTo>
                <a:cubicBezTo>
                  <a:pt x="66" y="548"/>
                  <a:pt x="69" y="553"/>
                  <a:pt x="69" y="559"/>
                </a:cubicBezTo>
                <a:lnTo>
                  <a:pt x="76" y="694"/>
                </a:lnTo>
                <a:cubicBezTo>
                  <a:pt x="77" y="700"/>
                  <a:pt x="75" y="705"/>
                  <a:pt x="71" y="709"/>
                </a:cubicBezTo>
                <a:cubicBezTo>
                  <a:pt x="67" y="714"/>
                  <a:pt x="62" y="716"/>
                  <a:pt x="56" y="717"/>
                </a:cubicBezTo>
                <a:cubicBezTo>
                  <a:pt x="50" y="717"/>
                  <a:pt x="45" y="715"/>
                  <a:pt x="40" y="711"/>
                </a:cubicBezTo>
                <a:cubicBezTo>
                  <a:pt x="36" y="707"/>
                  <a:pt x="33" y="702"/>
                  <a:pt x="33" y="696"/>
                </a:cubicBezTo>
                <a:moveTo>
                  <a:pt x="17" y="390"/>
                </a:moveTo>
                <a:lnTo>
                  <a:pt x="9" y="251"/>
                </a:lnTo>
                <a:cubicBezTo>
                  <a:pt x="9" y="245"/>
                  <a:pt x="11" y="240"/>
                  <a:pt x="15" y="235"/>
                </a:cubicBezTo>
                <a:cubicBezTo>
                  <a:pt x="19" y="231"/>
                  <a:pt x="24" y="229"/>
                  <a:pt x="30" y="228"/>
                </a:cubicBezTo>
                <a:cubicBezTo>
                  <a:pt x="36" y="228"/>
                  <a:pt x="41" y="230"/>
                  <a:pt x="46" y="234"/>
                </a:cubicBezTo>
                <a:cubicBezTo>
                  <a:pt x="50" y="238"/>
                  <a:pt x="52" y="243"/>
                  <a:pt x="53" y="249"/>
                </a:cubicBezTo>
                <a:lnTo>
                  <a:pt x="60" y="388"/>
                </a:lnTo>
                <a:cubicBezTo>
                  <a:pt x="60" y="394"/>
                  <a:pt x="58" y="399"/>
                  <a:pt x="54" y="403"/>
                </a:cubicBezTo>
                <a:cubicBezTo>
                  <a:pt x="50" y="408"/>
                  <a:pt x="45" y="410"/>
                  <a:pt x="39" y="410"/>
                </a:cubicBezTo>
                <a:cubicBezTo>
                  <a:pt x="33" y="411"/>
                  <a:pt x="28" y="409"/>
                  <a:pt x="24" y="405"/>
                </a:cubicBezTo>
                <a:cubicBezTo>
                  <a:pt x="19" y="401"/>
                  <a:pt x="17" y="396"/>
                  <a:pt x="17" y="390"/>
                </a:cubicBezTo>
                <a:close/>
              </a:path>
            </a:pathLst>
          </a:custGeom>
          <a:solidFill>
            <a:srgbClr val="E859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1179000" y="4691880"/>
            <a:ext cx="1271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observability · incident · compliance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1203480" y="5224680"/>
            <a:ext cx="12315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8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gitops-remediation-agent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2919240" y="3560040"/>
            <a:ext cx="1877040" cy="639360"/>
          </a:xfrm>
          <a:custGeom>
            <a:avLst/>
            <a:gdLst/>
            <a:ahLst/>
            <a:rect l="0" t="0" r="r" b="b"/>
            <a:pathLst>
              <a:path w="5214" h="1776">
                <a:moveTo>
                  <a:pt x="0" y="0"/>
                </a:moveTo>
                <a:lnTo>
                  <a:pt x="5214" y="47"/>
                </a:lnTo>
                <a:lnTo>
                  <a:pt x="5178" y="1745"/>
                </a:lnTo>
                <a:lnTo>
                  <a:pt x="11" y="1776"/>
                </a:lnTo>
                <a:lnTo>
                  <a:pt x="0" y="0"/>
                </a:lnTo>
                <a:close/>
              </a:path>
            </a:pathLst>
          </a:custGeom>
          <a:solidFill>
            <a:srgbClr val="FF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2919600" y="3558600"/>
            <a:ext cx="1879200" cy="636840"/>
          </a:xfrm>
          <a:custGeom>
            <a:avLst/>
            <a:gdLst/>
            <a:ahLst/>
            <a:rect l="0" t="0" r="r" b="b"/>
            <a:pathLst>
              <a:path fill="none" w="5220" h="1769">
                <a:moveTo>
                  <a:pt x="24" y="38"/>
                </a:moveTo>
                <a:cubicBezTo>
                  <a:pt x="1028" y="-32"/>
                  <a:pt x="2087" y="13"/>
                  <a:pt x="5220" y="31"/>
                </a:cubicBezTo>
                <a:moveTo>
                  <a:pt x="15" y="12"/>
                </a:moveTo>
                <a:cubicBezTo>
                  <a:pt x="1673" y="11"/>
                  <a:pt x="3307" y="5"/>
                  <a:pt x="5184" y="25"/>
                </a:cubicBezTo>
                <a:moveTo>
                  <a:pt x="5163" y="33"/>
                </a:moveTo>
                <a:cubicBezTo>
                  <a:pt x="5186" y="645"/>
                  <a:pt x="5216" y="1263"/>
                  <a:pt x="5193" y="1725"/>
                </a:cubicBezTo>
                <a:moveTo>
                  <a:pt x="5210" y="14"/>
                </a:moveTo>
                <a:cubicBezTo>
                  <a:pt x="5195" y="592"/>
                  <a:pt x="5196" y="1184"/>
                  <a:pt x="5188" y="1734"/>
                </a:cubicBezTo>
                <a:moveTo>
                  <a:pt x="5212" y="1734"/>
                </a:moveTo>
                <a:cubicBezTo>
                  <a:pt x="3780" y="1765"/>
                  <a:pt x="2351" y="1773"/>
                  <a:pt x="0" y="1731"/>
                </a:cubicBezTo>
                <a:moveTo>
                  <a:pt x="5189" y="1746"/>
                </a:moveTo>
                <a:cubicBezTo>
                  <a:pt x="3311" y="1775"/>
                  <a:pt x="1423" y="1779"/>
                  <a:pt x="18" y="1746"/>
                </a:cubicBezTo>
                <a:moveTo>
                  <a:pt x="31" y="1747"/>
                </a:moveTo>
                <a:cubicBezTo>
                  <a:pt x="-4" y="1143"/>
                  <a:pt x="22" y="593"/>
                  <a:pt x="38" y="22"/>
                </a:cubicBezTo>
                <a:moveTo>
                  <a:pt x="2" y="1764"/>
                </a:moveTo>
                <a:cubicBezTo>
                  <a:pt x="16" y="1328"/>
                  <a:pt x="12" y="899"/>
                  <a:pt x="30" y="29"/>
                </a:cubicBezTo>
              </a:path>
            </a:pathLst>
          </a:custGeom>
          <a:ln cap="rnd" w="12240">
            <a:solidFill>
              <a:srgbClr val="C92A2A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1708920" y="5456880"/>
            <a:ext cx="2610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(future)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3478320" y="3607560"/>
            <a:ext cx="693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8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agentgateway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3186000" y="3771720"/>
            <a:ext cx="1199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LLM proxy · MCP &amp; A2A gateway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2926800" y="4370040"/>
            <a:ext cx="1873800" cy="630720"/>
          </a:xfrm>
          <a:custGeom>
            <a:avLst/>
            <a:gdLst/>
            <a:ahLst/>
            <a:rect l="0" t="0" r="r" b="b"/>
            <a:pathLst>
              <a:path w="5205" h="1752">
                <a:moveTo>
                  <a:pt x="0" y="0"/>
                </a:moveTo>
                <a:lnTo>
                  <a:pt x="5143" y="33"/>
                </a:lnTo>
                <a:lnTo>
                  <a:pt x="5205" y="1752"/>
                </a:lnTo>
                <a:lnTo>
                  <a:pt x="3" y="1748"/>
                </a:lnTo>
                <a:lnTo>
                  <a:pt x="0" y="0"/>
                </a:lnTo>
                <a:close/>
              </a:path>
            </a:pathLst>
          </a:custGeom>
          <a:solidFill>
            <a:srgbClr val="FFE8C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2917440" y="4364640"/>
            <a:ext cx="1884960" cy="638640"/>
          </a:xfrm>
          <a:custGeom>
            <a:avLst/>
            <a:gdLst/>
            <a:ahLst/>
            <a:rect l="0" t="0" r="r" b="b"/>
            <a:pathLst>
              <a:path fill="none" w="5236" h="1774">
                <a:moveTo>
                  <a:pt x="37" y="5"/>
                </a:moveTo>
                <a:cubicBezTo>
                  <a:pt x="1048" y="7"/>
                  <a:pt x="2097" y="-7"/>
                  <a:pt x="5221" y="26"/>
                </a:cubicBezTo>
                <a:moveTo>
                  <a:pt x="9" y="15"/>
                </a:moveTo>
                <a:cubicBezTo>
                  <a:pt x="1990" y="-1"/>
                  <a:pt x="3993" y="-4"/>
                  <a:pt x="5206" y="21"/>
                </a:cubicBezTo>
                <a:moveTo>
                  <a:pt x="5214" y="52"/>
                </a:moveTo>
                <a:cubicBezTo>
                  <a:pt x="5208" y="356"/>
                  <a:pt x="5204" y="709"/>
                  <a:pt x="5236" y="1720"/>
                </a:cubicBezTo>
                <a:moveTo>
                  <a:pt x="5214" y="30"/>
                </a:moveTo>
                <a:cubicBezTo>
                  <a:pt x="5196" y="614"/>
                  <a:pt x="5180" y="1227"/>
                  <a:pt x="5197" y="1740"/>
                </a:cubicBezTo>
                <a:moveTo>
                  <a:pt x="5182" y="1756"/>
                </a:moveTo>
                <a:cubicBezTo>
                  <a:pt x="3556" y="1787"/>
                  <a:pt x="1882" y="1775"/>
                  <a:pt x="0" y="1747"/>
                </a:cubicBezTo>
                <a:moveTo>
                  <a:pt x="5197" y="1759"/>
                </a:moveTo>
                <a:cubicBezTo>
                  <a:pt x="3700" y="1753"/>
                  <a:pt x="2170" y="1772"/>
                  <a:pt x="22" y="1766"/>
                </a:cubicBezTo>
                <a:moveTo>
                  <a:pt x="34" y="1772"/>
                </a:moveTo>
                <a:cubicBezTo>
                  <a:pt x="12" y="1068"/>
                  <a:pt x="18" y="365"/>
                  <a:pt x="40" y="0"/>
                </a:cubicBezTo>
                <a:moveTo>
                  <a:pt x="2" y="1770"/>
                </a:moveTo>
                <a:cubicBezTo>
                  <a:pt x="19" y="1194"/>
                  <a:pt x="41" y="594"/>
                  <a:pt x="7" y="33"/>
                </a:cubicBezTo>
              </a:path>
            </a:pathLst>
          </a:custGeom>
          <a:ln cap="rnd" w="12240">
            <a:solidFill>
              <a:srgbClr val="FD7E14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3352320" y="3883680"/>
            <a:ext cx="8668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UAMI · OTel · guardrails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3613320" y="4416120"/>
            <a:ext cx="5076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8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AKS-MCP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2932560" y="5180040"/>
            <a:ext cx="1860480" cy="478080"/>
          </a:xfrm>
          <a:custGeom>
            <a:avLst/>
            <a:gdLst/>
            <a:ahLst/>
            <a:rect l="0" t="0" r="r" b="b"/>
            <a:pathLst>
              <a:path w="5168" h="1328">
                <a:moveTo>
                  <a:pt x="4" y="0"/>
                </a:moveTo>
                <a:lnTo>
                  <a:pt x="5147" y="19"/>
                </a:lnTo>
                <a:lnTo>
                  <a:pt x="5168" y="1328"/>
                </a:lnTo>
                <a:lnTo>
                  <a:pt x="0" y="1287"/>
                </a:lnTo>
                <a:lnTo>
                  <a:pt x="4" y="0"/>
                </a:lnTo>
                <a:close/>
              </a:path>
            </a:pathLst>
          </a:custGeom>
          <a:solidFill>
            <a:srgbClr val="FFC9C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2915280" y="5171760"/>
            <a:ext cx="1879920" cy="486000"/>
          </a:xfrm>
          <a:custGeom>
            <a:avLst/>
            <a:gdLst/>
            <a:ahLst/>
            <a:rect l="0" t="0" r="r" b="b"/>
            <a:pathLst>
              <a:path fill="none" w="5222" h="1350">
                <a:moveTo>
                  <a:pt x="0" y="20"/>
                </a:moveTo>
                <a:cubicBezTo>
                  <a:pt x="1067" y="44"/>
                  <a:pt x="2107" y="22"/>
                  <a:pt x="5222" y="19"/>
                </a:cubicBezTo>
                <a:moveTo>
                  <a:pt x="28" y="42"/>
                </a:moveTo>
                <a:cubicBezTo>
                  <a:pt x="1295" y="60"/>
                  <a:pt x="2580" y="61"/>
                  <a:pt x="5203" y="40"/>
                </a:cubicBezTo>
                <a:moveTo>
                  <a:pt x="5196" y="0"/>
                </a:moveTo>
                <a:cubicBezTo>
                  <a:pt x="5232" y="368"/>
                  <a:pt x="5196" y="690"/>
                  <a:pt x="5211" y="1350"/>
                </a:cubicBezTo>
                <a:moveTo>
                  <a:pt x="5218" y="44"/>
                </a:moveTo>
                <a:cubicBezTo>
                  <a:pt x="5198" y="482"/>
                  <a:pt x="5201" y="928"/>
                  <a:pt x="5207" y="1313"/>
                </a:cubicBezTo>
                <a:moveTo>
                  <a:pt x="5203" y="1345"/>
                </a:moveTo>
                <a:cubicBezTo>
                  <a:pt x="3281" y="1325"/>
                  <a:pt x="1413" y="1343"/>
                  <a:pt x="50" y="1329"/>
                </a:cubicBezTo>
                <a:moveTo>
                  <a:pt x="5205" y="1338"/>
                </a:moveTo>
                <a:cubicBezTo>
                  <a:pt x="4065" y="1323"/>
                  <a:pt x="2917" y="1306"/>
                  <a:pt x="25" y="1327"/>
                </a:cubicBezTo>
                <a:moveTo>
                  <a:pt x="37" y="1295"/>
                </a:moveTo>
                <a:cubicBezTo>
                  <a:pt x="62" y="1015"/>
                  <a:pt x="46" y="682"/>
                  <a:pt x="42" y="45"/>
                </a:cubicBezTo>
                <a:moveTo>
                  <a:pt x="37" y="1342"/>
                </a:moveTo>
                <a:cubicBezTo>
                  <a:pt x="23" y="1033"/>
                  <a:pt x="37" y="741"/>
                  <a:pt x="18" y="36"/>
                </a:cubicBezTo>
              </a:path>
            </a:pathLst>
          </a:custGeom>
          <a:ln cap="rnd" w="12240">
            <a:solidFill>
              <a:srgbClr val="E03131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3311280" y="4803840"/>
            <a:ext cx="9612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UAMI cross-cluster kubectl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3481920" y="5224680"/>
            <a:ext cx="6994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8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Azure OpenAI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5213520" y="3689280"/>
            <a:ext cx="1506960" cy="819720"/>
          </a:xfrm>
          <a:custGeom>
            <a:avLst/>
            <a:gdLst/>
            <a:ahLst/>
            <a:rect l="0" t="0" r="r" b="b"/>
            <a:pathLst>
              <a:path w="4186" h="2277">
                <a:moveTo>
                  <a:pt x="11" y="0"/>
                </a:moveTo>
                <a:lnTo>
                  <a:pt x="4186" y="4"/>
                </a:lnTo>
                <a:lnTo>
                  <a:pt x="4165" y="2216"/>
                </a:lnTo>
                <a:lnTo>
                  <a:pt x="0" y="2277"/>
                </a:lnTo>
                <a:lnTo>
                  <a:pt x="11" y="0"/>
                </a:lnTo>
                <a:close/>
              </a:path>
            </a:pathLst>
          </a:custGeom>
          <a:solidFill>
            <a:srgbClr val="FFF3B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5217840" y="3681720"/>
            <a:ext cx="1512000" cy="827640"/>
          </a:xfrm>
          <a:custGeom>
            <a:avLst/>
            <a:gdLst/>
            <a:ahLst/>
            <a:rect l="0" t="0" r="r" b="b"/>
            <a:pathLst>
              <a:path fill="none" w="4200" h="2299">
                <a:moveTo>
                  <a:pt x="0" y="24"/>
                </a:moveTo>
                <a:cubicBezTo>
                  <a:pt x="871" y="17"/>
                  <a:pt x="1694" y="39"/>
                  <a:pt x="4178" y="0"/>
                </a:cubicBezTo>
                <a:moveTo>
                  <a:pt x="10" y="33"/>
                </a:moveTo>
                <a:cubicBezTo>
                  <a:pt x="1306" y="32"/>
                  <a:pt x="2587" y="37"/>
                  <a:pt x="4179" y="25"/>
                </a:cubicBezTo>
                <a:moveTo>
                  <a:pt x="4200" y="6"/>
                </a:moveTo>
                <a:cubicBezTo>
                  <a:pt x="4175" y="754"/>
                  <a:pt x="4174" y="1428"/>
                  <a:pt x="4138" y="2283"/>
                </a:cubicBezTo>
                <a:moveTo>
                  <a:pt x="4176" y="13"/>
                </a:moveTo>
                <a:cubicBezTo>
                  <a:pt x="4146" y="829"/>
                  <a:pt x="4167" y="1632"/>
                  <a:pt x="4170" y="2257"/>
                </a:cubicBezTo>
                <a:moveTo>
                  <a:pt x="4178" y="2253"/>
                </a:moveTo>
                <a:cubicBezTo>
                  <a:pt x="3270" y="2284"/>
                  <a:pt x="2363" y="2280"/>
                  <a:pt x="42" y="2284"/>
                </a:cubicBezTo>
                <a:moveTo>
                  <a:pt x="4166" y="2262"/>
                </a:moveTo>
                <a:cubicBezTo>
                  <a:pt x="2733" y="2312"/>
                  <a:pt x="1292" y="2311"/>
                  <a:pt x="18" y="2257"/>
                </a:cubicBezTo>
                <a:moveTo>
                  <a:pt x="30" y="2258"/>
                </a:moveTo>
                <a:cubicBezTo>
                  <a:pt x="-4" y="1538"/>
                  <a:pt x="29" y="847"/>
                  <a:pt x="34" y="10"/>
                </a:cubicBezTo>
                <a:moveTo>
                  <a:pt x="26" y="2285"/>
                </a:moveTo>
                <a:cubicBezTo>
                  <a:pt x="10" y="1577"/>
                  <a:pt x="15" y="854"/>
                  <a:pt x="19" y="29"/>
                </a:cubicBezTo>
              </a:path>
            </a:pathLst>
          </a:custGeom>
          <a:ln cap="rnd" w="12240">
            <a:solidFill>
              <a:srgbClr val="FAB005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3277800" y="5456880"/>
            <a:ext cx="9972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via UAMI / workload identity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5514120" y="3732120"/>
            <a:ext cx="841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8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Azure Event Hub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5845680" y="4082400"/>
            <a:ext cx="2340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topics: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7208280" y="2754720"/>
            <a:ext cx="2009160" cy="626400"/>
          </a:xfrm>
          <a:custGeom>
            <a:avLst/>
            <a:gdLst/>
            <a:ahLst/>
            <a:rect l="0" t="0" r="r" b="b"/>
            <a:pathLst>
              <a:path w="5581" h="1740">
                <a:moveTo>
                  <a:pt x="19" y="10"/>
                </a:moveTo>
                <a:lnTo>
                  <a:pt x="5574" y="0"/>
                </a:lnTo>
                <a:lnTo>
                  <a:pt x="5581" y="1715"/>
                </a:lnTo>
                <a:lnTo>
                  <a:pt x="0" y="1740"/>
                </a:lnTo>
                <a:lnTo>
                  <a:pt x="19" y="10"/>
                </a:lnTo>
                <a:close/>
              </a:path>
            </a:pathLst>
          </a:custGeom>
          <a:solidFill>
            <a:srgbClr val="A5D8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7211520" y="2754360"/>
            <a:ext cx="2002320" cy="632880"/>
          </a:xfrm>
          <a:custGeom>
            <a:avLst/>
            <a:gdLst/>
            <a:ahLst/>
            <a:rect l="0" t="0" r="r" b="b"/>
            <a:pathLst>
              <a:path fill="none" w="5562" h="1758">
                <a:moveTo>
                  <a:pt x="0" y="20"/>
                </a:moveTo>
                <a:cubicBezTo>
                  <a:pt x="1098" y="40"/>
                  <a:pt x="2238" y="51"/>
                  <a:pt x="5543" y="26"/>
                </a:cubicBezTo>
                <a:moveTo>
                  <a:pt x="14" y="14"/>
                </a:moveTo>
                <a:cubicBezTo>
                  <a:pt x="2081" y="26"/>
                  <a:pt x="4158" y="10"/>
                  <a:pt x="5540" y="0"/>
                </a:cubicBezTo>
                <a:moveTo>
                  <a:pt x="5548" y="4"/>
                </a:moveTo>
                <a:cubicBezTo>
                  <a:pt x="5557" y="629"/>
                  <a:pt x="5523" y="1292"/>
                  <a:pt x="5547" y="1739"/>
                </a:cubicBezTo>
                <a:moveTo>
                  <a:pt x="5545" y="8"/>
                </a:moveTo>
                <a:cubicBezTo>
                  <a:pt x="5515" y="645"/>
                  <a:pt x="5520" y="1250"/>
                  <a:pt x="5545" y="1725"/>
                </a:cubicBezTo>
                <a:moveTo>
                  <a:pt x="5562" y="1739"/>
                </a:moveTo>
                <a:cubicBezTo>
                  <a:pt x="4098" y="1768"/>
                  <a:pt x="2634" y="1745"/>
                  <a:pt x="22" y="1758"/>
                </a:cubicBezTo>
                <a:moveTo>
                  <a:pt x="5540" y="1737"/>
                </a:moveTo>
                <a:cubicBezTo>
                  <a:pt x="4007" y="1753"/>
                  <a:pt x="2493" y="1742"/>
                  <a:pt x="6" y="1739"/>
                </a:cubicBezTo>
                <a:moveTo>
                  <a:pt x="17" y="1745"/>
                </a:moveTo>
                <a:cubicBezTo>
                  <a:pt x="35" y="1088"/>
                  <a:pt x="-22" y="475"/>
                  <a:pt x="20" y="36"/>
                </a:cubicBezTo>
                <a:moveTo>
                  <a:pt x="10" y="1751"/>
                </a:moveTo>
                <a:cubicBezTo>
                  <a:pt x="2" y="1379"/>
                  <a:pt x="-1" y="1028"/>
                  <a:pt x="14" y="13"/>
                </a:cubicBezTo>
              </a:path>
            </a:pathLst>
          </a:custGeom>
          <a:ln cap="rnd" w="12240">
            <a:solidFill>
              <a:srgbClr val="1971C2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5538240" y="4194360"/>
            <a:ext cx="7009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k8s-events  ·  alerts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8087040" y="2799360"/>
            <a:ext cx="2419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8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Alloy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7213320" y="3559320"/>
            <a:ext cx="1996560" cy="625680"/>
          </a:xfrm>
          <a:custGeom>
            <a:avLst/>
            <a:gdLst/>
            <a:ahLst/>
            <a:rect l="0" t="0" r="r" b="b"/>
            <a:pathLst>
              <a:path w="5546" h="1738">
                <a:moveTo>
                  <a:pt x="26" y="25"/>
                </a:moveTo>
                <a:lnTo>
                  <a:pt x="5510" y="0"/>
                </a:lnTo>
                <a:lnTo>
                  <a:pt x="5546" y="1738"/>
                </a:lnTo>
                <a:lnTo>
                  <a:pt x="0" y="1726"/>
                </a:lnTo>
                <a:lnTo>
                  <a:pt x="26" y="25"/>
                </a:lnTo>
                <a:close/>
              </a:path>
            </a:pathLst>
          </a:custGeom>
          <a:solidFill>
            <a:srgbClr val="FFD6A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7210800" y="3565800"/>
            <a:ext cx="2002680" cy="633960"/>
          </a:xfrm>
          <a:custGeom>
            <a:avLst/>
            <a:gdLst/>
            <a:ahLst/>
            <a:rect l="0" t="0" r="r" b="b"/>
            <a:pathLst>
              <a:path fill="none" w="5563" h="1761">
                <a:moveTo>
                  <a:pt x="10" y="27"/>
                </a:moveTo>
                <a:cubicBezTo>
                  <a:pt x="1113" y="-7"/>
                  <a:pt x="2245" y="-5"/>
                  <a:pt x="5541" y="13"/>
                </a:cubicBezTo>
                <a:moveTo>
                  <a:pt x="6" y="8"/>
                </a:moveTo>
                <a:cubicBezTo>
                  <a:pt x="1337" y="5"/>
                  <a:pt x="2649" y="-8"/>
                  <a:pt x="5534" y="12"/>
                </a:cubicBezTo>
                <a:moveTo>
                  <a:pt x="5527" y="13"/>
                </a:moveTo>
                <a:cubicBezTo>
                  <a:pt x="5576" y="399"/>
                  <a:pt x="5578" y="727"/>
                  <a:pt x="5518" y="1725"/>
                </a:cubicBezTo>
                <a:moveTo>
                  <a:pt x="5546" y="15"/>
                </a:moveTo>
                <a:cubicBezTo>
                  <a:pt x="5512" y="623"/>
                  <a:pt x="5536" y="1282"/>
                  <a:pt x="5552" y="1723"/>
                </a:cubicBezTo>
                <a:moveTo>
                  <a:pt x="5530" y="1752"/>
                </a:moveTo>
                <a:cubicBezTo>
                  <a:pt x="3854" y="1733"/>
                  <a:pt x="2129" y="1738"/>
                  <a:pt x="19" y="1716"/>
                </a:cubicBezTo>
                <a:moveTo>
                  <a:pt x="5545" y="1740"/>
                </a:moveTo>
                <a:cubicBezTo>
                  <a:pt x="4418" y="1722"/>
                  <a:pt x="3287" y="1725"/>
                  <a:pt x="7" y="1726"/>
                </a:cubicBezTo>
                <a:moveTo>
                  <a:pt x="17" y="1761"/>
                </a:moveTo>
                <a:cubicBezTo>
                  <a:pt x="14" y="1349"/>
                  <a:pt x="5" y="927"/>
                  <a:pt x="19" y="5"/>
                </a:cubicBezTo>
                <a:moveTo>
                  <a:pt x="7" y="1748"/>
                </a:moveTo>
                <a:cubicBezTo>
                  <a:pt x="1" y="1200"/>
                  <a:pt x="-10" y="714"/>
                  <a:pt x="23" y="9"/>
                </a:cubicBezTo>
              </a:path>
            </a:pathLst>
          </a:custGeom>
          <a:ln cap="rnd" w="12240">
            <a:solidFill>
              <a:srgbClr val="E8590C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7576920" y="3187080"/>
            <a:ext cx="10692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events · logs · metrics · traces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7673760" y="3526920"/>
            <a:ext cx="990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8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Worker-local kagent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7924680" y="3607560"/>
            <a:ext cx="5140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8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specialists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7647480" y="3771720"/>
            <a:ext cx="10108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cert-manager · kyverno · kro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7205040" y="4364280"/>
            <a:ext cx="1999080" cy="641160"/>
          </a:xfrm>
          <a:custGeom>
            <a:avLst/>
            <a:gdLst/>
            <a:ahLst/>
            <a:rect l="0" t="0" r="r" b="b"/>
            <a:pathLst>
              <a:path w="5553" h="1781">
                <a:moveTo>
                  <a:pt x="0" y="39"/>
                </a:moveTo>
                <a:lnTo>
                  <a:pt x="5553" y="0"/>
                </a:lnTo>
                <a:lnTo>
                  <a:pt x="5548" y="1760"/>
                </a:lnTo>
                <a:lnTo>
                  <a:pt x="36" y="1781"/>
                </a:lnTo>
                <a:lnTo>
                  <a:pt x="0" y="39"/>
                </a:ln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7210800" y="4364280"/>
            <a:ext cx="2005560" cy="641160"/>
          </a:xfrm>
          <a:custGeom>
            <a:avLst/>
            <a:gdLst/>
            <a:ahLst/>
            <a:rect l="0" t="0" r="r" b="b"/>
            <a:pathLst>
              <a:path fill="none" w="5571" h="1781">
                <a:moveTo>
                  <a:pt x="16" y="12"/>
                </a:moveTo>
                <a:cubicBezTo>
                  <a:pt x="1125" y="0"/>
                  <a:pt x="2248" y="-6"/>
                  <a:pt x="5536" y="26"/>
                </a:cubicBezTo>
                <a:moveTo>
                  <a:pt x="17" y="28"/>
                </a:moveTo>
                <a:cubicBezTo>
                  <a:pt x="1694" y="9"/>
                  <a:pt x="3347" y="24"/>
                  <a:pt x="5548" y="26"/>
                </a:cubicBezTo>
                <a:moveTo>
                  <a:pt x="5571" y="49"/>
                </a:moveTo>
                <a:cubicBezTo>
                  <a:pt x="5521" y="472"/>
                  <a:pt x="5559" y="950"/>
                  <a:pt x="5555" y="1737"/>
                </a:cubicBezTo>
                <a:moveTo>
                  <a:pt x="5544" y="14"/>
                </a:moveTo>
                <a:cubicBezTo>
                  <a:pt x="5540" y="661"/>
                  <a:pt x="5513" y="1307"/>
                  <a:pt x="5555" y="1746"/>
                </a:cubicBezTo>
                <a:moveTo>
                  <a:pt x="5543" y="1743"/>
                </a:moveTo>
                <a:cubicBezTo>
                  <a:pt x="3558" y="1771"/>
                  <a:pt x="1620" y="1757"/>
                  <a:pt x="12" y="1748"/>
                </a:cubicBezTo>
                <a:moveTo>
                  <a:pt x="5546" y="1746"/>
                </a:moveTo>
                <a:cubicBezTo>
                  <a:pt x="3720" y="1794"/>
                  <a:pt x="1891" y="1787"/>
                  <a:pt x="3" y="1762"/>
                </a:cubicBezTo>
                <a:moveTo>
                  <a:pt x="13" y="1735"/>
                </a:moveTo>
                <a:cubicBezTo>
                  <a:pt x="23" y="1224"/>
                  <a:pt x="-6" y="716"/>
                  <a:pt x="14" y="0"/>
                </a:cubicBezTo>
                <a:moveTo>
                  <a:pt x="0" y="1770"/>
                </a:moveTo>
                <a:cubicBezTo>
                  <a:pt x="32" y="1083"/>
                  <a:pt x="12" y="391"/>
                  <a:pt x="28" y="31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7642440" y="3883680"/>
            <a:ext cx="10198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external-secrets · monitoring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7500960" y="4416120"/>
            <a:ext cx="13395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8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App + system namespaces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7212600" y="5188320"/>
            <a:ext cx="1998720" cy="466920"/>
          </a:xfrm>
          <a:custGeom>
            <a:avLst/>
            <a:gdLst/>
            <a:ahLst/>
            <a:rect l="0" t="0" r="r" b="b"/>
            <a:pathLst>
              <a:path w="5552" h="1297">
                <a:moveTo>
                  <a:pt x="0" y="0"/>
                </a:moveTo>
                <a:lnTo>
                  <a:pt x="5552" y="16"/>
                </a:lnTo>
                <a:lnTo>
                  <a:pt x="5505" y="1297"/>
                </a:lnTo>
                <a:lnTo>
                  <a:pt x="29" y="1281"/>
                </a:lnTo>
                <a:lnTo>
                  <a:pt x="0" y="0"/>
                </a:ln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7210080" y="5169960"/>
            <a:ext cx="2001600" cy="484560"/>
          </a:xfrm>
          <a:custGeom>
            <a:avLst/>
            <a:gdLst/>
            <a:ahLst/>
            <a:rect l="0" t="0" r="r" b="b"/>
            <a:pathLst>
              <a:path fill="none" w="5560" h="1346">
                <a:moveTo>
                  <a:pt x="25" y="30"/>
                </a:moveTo>
                <a:cubicBezTo>
                  <a:pt x="1140" y="41"/>
                  <a:pt x="2206" y="27"/>
                  <a:pt x="5533" y="24"/>
                </a:cubicBezTo>
                <a:moveTo>
                  <a:pt x="8" y="33"/>
                </a:moveTo>
                <a:cubicBezTo>
                  <a:pt x="2029" y="-1"/>
                  <a:pt x="4072" y="17"/>
                  <a:pt x="5541" y="24"/>
                </a:cubicBezTo>
                <a:moveTo>
                  <a:pt x="5549" y="0"/>
                </a:moveTo>
                <a:cubicBezTo>
                  <a:pt x="5541" y="462"/>
                  <a:pt x="5546" y="881"/>
                  <a:pt x="5526" y="1302"/>
                </a:cubicBezTo>
                <a:moveTo>
                  <a:pt x="5544" y="32"/>
                </a:moveTo>
                <a:cubicBezTo>
                  <a:pt x="5540" y="522"/>
                  <a:pt x="5532" y="1025"/>
                  <a:pt x="5526" y="1323"/>
                </a:cubicBezTo>
                <a:moveTo>
                  <a:pt x="5560" y="1335"/>
                </a:moveTo>
                <a:cubicBezTo>
                  <a:pt x="4419" y="1363"/>
                  <a:pt x="3276" y="1329"/>
                  <a:pt x="8" y="1333"/>
                </a:cubicBezTo>
                <a:moveTo>
                  <a:pt x="5550" y="1328"/>
                </a:moveTo>
                <a:cubicBezTo>
                  <a:pt x="4106" y="1342"/>
                  <a:pt x="2684" y="1350"/>
                  <a:pt x="3" y="1327"/>
                </a:cubicBezTo>
                <a:moveTo>
                  <a:pt x="12" y="1331"/>
                </a:moveTo>
                <a:cubicBezTo>
                  <a:pt x="-1" y="872"/>
                  <a:pt x="18" y="434"/>
                  <a:pt x="12" y="48"/>
                </a:cubicBezTo>
                <a:moveTo>
                  <a:pt x="31" y="1346"/>
                </a:moveTo>
                <a:cubicBezTo>
                  <a:pt x="-2" y="951"/>
                  <a:pt x="5" y="591"/>
                  <a:pt x="0" y="38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7612920" y="4803840"/>
            <a:ext cx="10872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generates K8s warning events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9385560" y="3564720"/>
            <a:ext cx="1754640" cy="812520"/>
          </a:xfrm>
          <a:custGeom>
            <a:avLst/>
            <a:gdLst/>
            <a:ahLst/>
            <a:rect l="0" t="0" r="r" b="b"/>
            <a:pathLst>
              <a:path w="4874" h="2257">
                <a:moveTo>
                  <a:pt x="1682" y="45"/>
                </a:moveTo>
                <a:cubicBezTo>
                  <a:pt x="1788" y="22"/>
                  <a:pt x="1914" y="10"/>
                  <a:pt x="2045" y="5"/>
                </a:cubicBezTo>
                <a:cubicBezTo>
                  <a:pt x="2048" y="5"/>
                  <a:pt x="2051" y="5"/>
                  <a:pt x="2053" y="4"/>
                </a:cubicBezTo>
                <a:cubicBezTo>
                  <a:pt x="2117" y="2"/>
                  <a:pt x="2181" y="1"/>
                  <a:pt x="2246" y="1"/>
                </a:cubicBezTo>
                <a:cubicBezTo>
                  <a:pt x="2481" y="-2"/>
                  <a:pt x="2724" y="9"/>
                  <a:pt x="2822" y="12"/>
                </a:cubicBezTo>
                <a:cubicBezTo>
                  <a:pt x="2885" y="14"/>
                  <a:pt x="2891" y="18"/>
                  <a:pt x="2876" y="23"/>
                </a:cubicBezTo>
                <a:cubicBezTo>
                  <a:pt x="3033" y="35"/>
                  <a:pt x="3187" y="53"/>
                  <a:pt x="3333" y="79"/>
                </a:cubicBezTo>
                <a:cubicBezTo>
                  <a:pt x="3439" y="105"/>
                  <a:pt x="3542" y="133"/>
                  <a:pt x="3640" y="160"/>
                </a:cubicBezTo>
                <a:cubicBezTo>
                  <a:pt x="3776" y="198"/>
                  <a:pt x="3917" y="243"/>
                  <a:pt x="4047" y="292"/>
                </a:cubicBezTo>
                <a:cubicBezTo>
                  <a:pt x="4081" y="307"/>
                  <a:pt x="4115" y="322"/>
                  <a:pt x="4147" y="338"/>
                </a:cubicBezTo>
                <a:cubicBezTo>
                  <a:pt x="4350" y="436"/>
                  <a:pt x="4528" y="564"/>
                  <a:pt x="4647" y="688"/>
                </a:cubicBezTo>
                <a:cubicBezTo>
                  <a:pt x="4656" y="697"/>
                  <a:pt x="4665" y="707"/>
                  <a:pt x="4674" y="716"/>
                </a:cubicBezTo>
                <a:cubicBezTo>
                  <a:pt x="4769" y="820"/>
                  <a:pt x="4837" y="930"/>
                  <a:pt x="4856" y="1042"/>
                </a:cubicBezTo>
                <a:cubicBezTo>
                  <a:pt x="4871" y="1095"/>
                  <a:pt x="4878" y="1147"/>
                  <a:pt x="4871" y="1199"/>
                </a:cubicBezTo>
                <a:cubicBezTo>
                  <a:pt x="4856" y="1331"/>
                  <a:pt x="4774" y="1475"/>
                  <a:pt x="4645" y="1594"/>
                </a:cubicBezTo>
                <a:cubicBezTo>
                  <a:pt x="4609" y="1627"/>
                  <a:pt x="4567" y="1660"/>
                  <a:pt x="4521" y="1692"/>
                </a:cubicBezTo>
                <a:cubicBezTo>
                  <a:pt x="4449" y="1752"/>
                  <a:pt x="4367" y="1808"/>
                  <a:pt x="4279" y="1859"/>
                </a:cubicBezTo>
                <a:cubicBezTo>
                  <a:pt x="4094" y="1964"/>
                  <a:pt x="3863" y="2057"/>
                  <a:pt x="3608" y="2122"/>
                </a:cubicBezTo>
                <a:cubicBezTo>
                  <a:pt x="3353" y="2187"/>
                  <a:pt x="3040" y="2231"/>
                  <a:pt x="2750" y="2248"/>
                </a:cubicBezTo>
                <a:cubicBezTo>
                  <a:pt x="2458" y="2266"/>
                  <a:pt x="2144" y="2259"/>
                  <a:pt x="1862" y="2225"/>
                </a:cubicBezTo>
                <a:cubicBezTo>
                  <a:pt x="1803" y="2218"/>
                  <a:pt x="1744" y="2210"/>
                  <a:pt x="1685" y="2200"/>
                </a:cubicBezTo>
                <a:cubicBezTo>
                  <a:pt x="1666" y="2197"/>
                  <a:pt x="1647" y="2194"/>
                  <a:pt x="1628" y="2191"/>
                </a:cubicBezTo>
                <a:cubicBezTo>
                  <a:pt x="1583" y="2183"/>
                  <a:pt x="1539" y="2174"/>
                  <a:pt x="1494" y="2164"/>
                </a:cubicBezTo>
                <a:cubicBezTo>
                  <a:pt x="1340" y="2131"/>
                  <a:pt x="1192" y="2090"/>
                  <a:pt x="1057" y="2047"/>
                </a:cubicBezTo>
                <a:cubicBezTo>
                  <a:pt x="817" y="1971"/>
                  <a:pt x="585" y="1879"/>
                  <a:pt x="421" y="1767"/>
                </a:cubicBezTo>
                <a:cubicBezTo>
                  <a:pt x="377" y="1737"/>
                  <a:pt x="336" y="1705"/>
                  <a:pt x="299" y="1671"/>
                </a:cubicBezTo>
                <a:cubicBezTo>
                  <a:pt x="294" y="1667"/>
                  <a:pt x="290" y="1664"/>
                  <a:pt x="285" y="1660"/>
                </a:cubicBezTo>
                <a:cubicBezTo>
                  <a:pt x="143" y="1545"/>
                  <a:pt x="39" y="1396"/>
                  <a:pt x="9" y="1263"/>
                </a:cubicBezTo>
                <a:cubicBezTo>
                  <a:pt x="-21" y="1136"/>
                  <a:pt x="24" y="1010"/>
                  <a:pt x="93" y="880"/>
                </a:cubicBezTo>
                <a:cubicBezTo>
                  <a:pt x="96" y="874"/>
                  <a:pt x="99" y="869"/>
                  <a:pt x="103" y="863"/>
                </a:cubicBezTo>
                <a:cubicBezTo>
                  <a:pt x="118" y="835"/>
                  <a:pt x="135" y="805"/>
                  <a:pt x="154" y="775"/>
                </a:cubicBezTo>
                <a:cubicBezTo>
                  <a:pt x="205" y="698"/>
                  <a:pt x="270" y="622"/>
                  <a:pt x="347" y="556"/>
                </a:cubicBezTo>
                <a:cubicBezTo>
                  <a:pt x="439" y="478"/>
                  <a:pt x="540" y="407"/>
                  <a:pt x="670" y="342"/>
                </a:cubicBezTo>
                <a:cubicBezTo>
                  <a:pt x="803" y="291"/>
                  <a:pt x="953" y="249"/>
                  <a:pt x="1105" y="203"/>
                </a:cubicBezTo>
                <a:cubicBezTo>
                  <a:pt x="1213" y="172"/>
                  <a:pt x="1329" y="138"/>
                  <a:pt x="1450" y="108"/>
                </a:cubicBezTo>
                <a:cubicBezTo>
                  <a:pt x="1626" y="72"/>
                  <a:pt x="1792" y="42"/>
                  <a:pt x="1889" y="25"/>
                </a:cubicBezTo>
                <a:cubicBezTo>
                  <a:pt x="1907" y="22"/>
                  <a:pt x="1924" y="19"/>
                  <a:pt x="1940" y="17"/>
                </a:cubicBezTo>
                <a:cubicBezTo>
                  <a:pt x="1987" y="12"/>
                  <a:pt x="2038" y="8"/>
                  <a:pt x="2092" y="6"/>
                </a:cubicBezTo>
                <a:cubicBezTo>
                  <a:pt x="2120" y="9"/>
                  <a:pt x="2129" y="17"/>
                  <a:pt x="2134" y="25"/>
                </a:cubicBezTo>
                <a:lnTo>
                  <a:pt x="1682" y="45"/>
                </a:lnTo>
                <a:moveTo>
                  <a:pt x="2053" y="4"/>
                </a:moveTo>
                <a:cubicBezTo>
                  <a:pt x="2069" y="4"/>
                  <a:pt x="2082" y="4"/>
                  <a:pt x="2092" y="6"/>
                </a:cubicBezTo>
                <a:cubicBezTo>
                  <a:pt x="2142" y="3"/>
                  <a:pt x="2194" y="2"/>
                  <a:pt x="2246" y="1"/>
                </a:cubicBezTo>
                <a:cubicBezTo>
                  <a:pt x="2362" y="1"/>
                  <a:pt x="2478" y="5"/>
                  <a:pt x="2585" y="8"/>
                </a:cubicBezTo>
                <a:cubicBezTo>
                  <a:pt x="2682" y="11"/>
                  <a:pt x="2780" y="16"/>
                  <a:pt x="2876" y="23"/>
                </a:cubicBezTo>
                <a:cubicBezTo>
                  <a:pt x="2856" y="29"/>
                  <a:pt x="2804" y="38"/>
                  <a:pt x="2798" y="47"/>
                </a:cubicBezTo>
                <a:lnTo>
                  <a:pt x="2815" y="4"/>
                </a:lnTo>
                <a:cubicBezTo>
                  <a:pt x="2985" y="7"/>
                  <a:pt x="3162" y="39"/>
                  <a:pt x="3333" y="79"/>
                </a:cubicBezTo>
                <a:cubicBezTo>
                  <a:pt x="3365" y="85"/>
                  <a:pt x="3398" y="92"/>
                  <a:pt x="3429" y="98"/>
                </a:cubicBezTo>
                <a:cubicBezTo>
                  <a:pt x="3648" y="144"/>
                  <a:pt x="3863" y="212"/>
                  <a:pt x="4047" y="292"/>
                </a:cubicBezTo>
                <a:cubicBezTo>
                  <a:pt x="4161" y="335"/>
                  <a:pt x="4267" y="382"/>
                  <a:pt x="4353" y="433"/>
                </a:cubicBezTo>
                <a:cubicBezTo>
                  <a:pt x="4495" y="516"/>
                  <a:pt x="4596" y="616"/>
                  <a:pt x="4674" y="716"/>
                </a:cubicBezTo>
                <a:cubicBezTo>
                  <a:pt x="4697" y="745"/>
                  <a:pt x="4718" y="775"/>
                  <a:pt x="4737" y="803"/>
                </a:cubicBezTo>
                <a:cubicBezTo>
                  <a:pt x="4790" y="881"/>
                  <a:pt x="4833" y="961"/>
                  <a:pt x="4856" y="1042"/>
                </a:cubicBezTo>
                <a:cubicBezTo>
                  <a:pt x="4858" y="1053"/>
                  <a:pt x="4860" y="1065"/>
                  <a:pt x="4861" y="1076"/>
                </a:cubicBezTo>
                <a:cubicBezTo>
                  <a:pt x="4873" y="1210"/>
                  <a:pt x="4814" y="1359"/>
                  <a:pt x="4717" y="1489"/>
                </a:cubicBezTo>
                <a:cubicBezTo>
                  <a:pt x="4666" y="1558"/>
                  <a:pt x="4599" y="1627"/>
                  <a:pt x="4521" y="1692"/>
                </a:cubicBezTo>
                <a:cubicBezTo>
                  <a:pt x="4403" y="1773"/>
                  <a:pt x="4256" y="1847"/>
                  <a:pt x="4101" y="1913"/>
                </a:cubicBezTo>
                <a:cubicBezTo>
                  <a:pt x="3885" y="2004"/>
                  <a:pt x="3618" y="2090"/>
                  <a:pt x="3350" y="2143"/>
                </a:cubicBezTo>
                <a:cubicBezTo>
                  <a:pt x="3082" y="2195"/>
                  <a:pt x="2780" y="2222"/>
                  <a:pt x="2493" y="2230"/>
                </a:cubicBezTo>
                <a:cubicBezTo>
                  <a:pt x="2226" y="2238"/>
                  <a:pt x="1942" y="2238"/>
                  <a:pt x="1685" y="2200"/>
                </a:cubicBezTo>
                <a:cubicBezTo>
                  <a:pt x="1621" y="2189"/>
                  <a:pt x="1557" y="2177"/>
                  <a:pt x="1494" y="2164"/>
                </a:cubicBezTo>
                <a:cubicBezTo>
                  <a:pt x="1270" y="2111"/>
                  <a:pt x="1052" y="2026"/>
                  <a:pt x="865" y="1952"/>
                </a:cubicBezTo>
                <a:cubicBezTo>
                  <a:pt x="648" y="1866"/>
                  <a:pt x="441" y="1781"/>
                  <a:pt x="299" y="1671"/>
                </a:cubicBezTo>
                <a:cubicBezTo>
                  <a:pt x="194" y="1576"/>
                  <a:pt x="113" y="1469"/>
                  <a:pt x="68" y="1371"/>
                </a:cubicBezTo>
                <a:cubicBezTo>
                  <a:pt x="8" y="1237"/>
                  <a:pt x="10" y="1103"/>
                  <a:pt x="57" y="968"/>
                </a:cubicBezTo>
                <a:cubicBezTo>
                  <a:pt x="66" y="939"/>
                  <a:pt x="79" y="910"/>
                  <a:pt x="93" y="880"/>
                </a:cubicBezTo>
                <a:cubicBezTo>
                  <a:pt x="110" y="845"/>
                  <a:pt x="130" y="810"/>
                  <a:pt x="154" y="775"/>
                </a:cubicBezTo>
                <a:cubicBezTo>
                  <a:pt x="225" y="660"/>
                  <a:pt x="321" y="537"/>
                  <a:pt x="453" y="450"/>
                </a:cubicBezTo>
                <a:cubicBezTo>
                  <a:pt x="516" y="409"/>
                  <a:pt x="590" y="374"/>
                  <a:pt x="670" y="342"/>
                </a:cubicBezTo>
                <a:cubicBezTo>
                  <a:pt x="740" y="308"/>
                  <a:pt x="818" y="276"/>
                  <a:pt x="907" y="245"/>
                </a:cubicBezTo>
                <a:cubicBezTo>
                  <a:pt x="1043" y="197"/>
                  <a:pt x="1252" y="149"/>
                  <a:pt x="1450" y="108"/>
                </a:cubicBezTo>
                <a:cubicBezTo>
                  <a:pt x="1606" y="69"/>
                  <a:pt x="1768" y="36"/>
                  <a:pt x="1929" y="18"/>
                </a:cubicBezTo>
                <a:cubicBezTo>
                  <a:pt x="1933" y="17"/>
                  <a:pt x="1936" y="17"/>
                  <a:pt x="1940" y="17"/>
                </a:cubicBezTo>
                <a:cubicBezTo>
                  <a:pt x="1984" y="10"/>
                  <a:pt x="2019" y="6"/>
                  <a:pt x="2045" y="5"/>
                </a:cubicBezTo>
                <a:cubicBezTo>
                  <a:pt x="2048" y="5"/>
                  <a:pt x="2051" y="5"/>
                  <a:pt x="2053" y="4"/>
                </a:cubicBezTo>
                <a:close/>
              </a:path>
            </a:pathLst>
          </a:custGeom>
          <a:solidFill>
            <a:srgbClr val="E599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9383760" y="3558960"/>
            <a:ext cx="1749240" cy="817920"/>
          </a:xfrm>
          <a:custGeom>
            <a:avLst/>
            <a:gdLst/>
            <a:ahLst/>
            <a:rect l="0" t="0" r="r" b="b"/>
            <a:pathLst>
              <a:path fill="none" w="4859" h="2272">
                <a:moveTo>
                  <a:pt x="3401" y="108"/>
                </a:moveTo>
                <a:cubicBezTo>
                  <a:pt x="3671" y="144"/>
                  <a:pt x="3941" y="243"/>
                  <a:pt x="4145" y="339"/>
                </a:cubicBezTo>
                <a:cubicBezTo>
                  <a:pt x="4349" y="433"/>
                  <a:pt x="4509" y="552"/>
                  <a:pt x="4626" y="676"/>
                </a:cubicBezTo>
                <a:cubicBezTo>
                  <a:pt x="4743" y="800"/>
                  <a:pt x="4826" y="946"/>
                  <a:pt x="4847" y="1081"/>
                </a:cubicBezTo>
                <a:cubicBezTo>
                  <a:pt x="4868" y="1216"/>
                  <a:pt x="4837" y="1357"/>
                  <a:pt x="4751" y="1487"/>
                </a:cubicBezTo>
                <a:cubicBezTo>
                  <a:pt x="4665" y="1617"/>
                  <a:pt x="4519" y="1755"/>
                  <a:pt x="4332" y="1862"/>
                </a:cubicBezTo>
                <a:cubicBezTo>
                  <a:pt x="4145" y="1969"/>
                  <a:pt x="3880" y="2063"/>
                  <a:pt x="3627" y="2129"/>
                </a:cubicBezTo>
                <a:cubicBezTo>
                  <a:pt x="3375" y="2196"/>
                  <a:pt x="3099" y="2244"/>
                  <a:pt x="2815" y="2263"/>
                </a:cubicBezTo>
                <a:cubicBezTo>
                  <a:pt x="2532" y="2281"/>
                  <a:pt x="2211" y="2273"/>
                  <a:pt x="1924" y="2240"/>
                </a:cubicBezTo>
                <a:cubicBezTo>
                  <a:pt x="1637" y="2207"/>
                  <a:pt x="1339" y="2140"/>
                  <a:pt x="1093" y="2064"/>
                </a:cubicBezTo>
                <a:cubicBezTo>
                  <a:pt x="847" y="1988"/>
                  <a:pt x="615" y="1887"/>
                  <a:pt x="449" y="1781"/>
                </a:cubicBezTo>
                <a:cubicBezTo>
                  <a:pt x="282" y="1675"/>
                  <a:pt x="160" y="1557"/>
                  <a:pt x="94" y="1428"/>
                </a:cubicBezTo>
                <a:cubicBezTo>
                  <a:pt x="29" y="1298"/>
                  <a:pt x="20" y="1143"/>
                  <a:pt x="57" y="1006"/>
                </a:cubicBezTo>
                <a:cubicBezTo>
                  <a:pt x="94" y="869"/>
                  <a:pt x="180" y="722"/>
                  <a:pt x="317" y="604"/>
                </a:cubicBezTo>
                <a:cubicBezTo>
                  <a:pt x="453" y="486"/>
                  <a:pt x="653" y="383"/>
                  <a:pt x="875" y="298"/>
                </a:cubicBezTo>
                <a:cubicBezTo>
                  <a:pt x="1097" y="214"/>
                  <a:pt x="1375" y="143"/>
                  <a:pt x="1650" y="98"/>
                </a:cubicBezTo>
                <a:cubicBezTo>
                  <a:pt x="1926" y="54"/>
                  <a:pt x="2222" y="25"/>
                  <a:pt x="2529" y="29"/>
                </a:cubicBezTo>
                <a:cubicBezTo>
                  <a:pt x="2835" y="33"/>
                  <a:pt x="3321" y="103"/>
                  <a:pt x="3489" y="124"/>
                </a:cubicBezTo>
                <a:cubicBezTo>
                  <a:pt x="3657" y="145"/>
                  <a:pt x="3557" y="136"/>
                  <a:pt x="3538" y="154"/>
                </a:cubicBezTo>
                <a:moveTo>
                  <a:pt x="2147" y="14"/>
                </a:moveTo>
                <a:cubicBezTo>
                  <a:pt x="2420" y="-17"/>
                  <a:pt x="2757" y="10"/>
                  <a:pt x="3036" y="41"/>
                </a:cubicBezTo>
                <a:cubicBezTo>
                  <a:pt x="3315" y="72"/>
                  <a:pt x="3587" y="117"/>
                  <a:pt x="3819" y="199"/>
                </a:cubicBezTo>
                <a:cubicBezTo>
                  <a:pt x="4052" y="280"/>
                  <a:pt x="4266" y="418"/>
                  <a:pt x="4433" y="532"/>
                </a:cubicBezTo>
                <a:cubicBezTo>
                  <a:pt x="4600" y="646"/>
                  <a:pt x="4757" y="753"/>
                  <a:pt x="4820" y="884"/>
                </a:cubicBezTo>
                <a:cubicBezTo>
                  <a:pt x="4883" y="1015"/>
                  <a:pt x="4861" y="1182"/>
                  <a:pt x="4812" y="1320"/>
                </a:cubicBezTo>
                <a:cubicBezTo>
                  <a:pt x="4764" y="1458"/>
                  <a:pt x="4667" y="1597"/>
                  <a:pt x="4530" y="1712"/>
                </a:cubicBezTo>
                <a:cubicBezTo>
                  <a:pt x="4394" y="1826"/>
                  <a:pt x="4216" y="1920"/>
                  <a:pt x="3993" y="2007"/>
                </a:cubicBezTo>
                <a:cubicBezTo>
                  <a:pt x="3771" y="2095"/>
                  <a:pt x="3472" y="2195"/>
                  <a:pt x="3195" y="2234"/>
                </a:cubicBezTo>
                <a:cubicBezTo>
                  <a:pt x="2917" y="2274"/>
                  <a:pt x="2622" y="2253"/>
                  <a:pt x="2328" y="2244"/>
                </a:cubicBezTo>
                <a:cubicBezTo>
                  <a:pt x="2035" y="2235"/>
                  <a:pt x="1702" y="2236"/>
                  <a:pt x="1435" y="2181"/>
                </a:cubicBezTo>
                <a:cubicBezTo>
                  <a:pt x="1169" y="2126"/>
                  <a:pt x="928" y="2011"/>
                  <a:pt x="729" y="1914"/>
                </a:cubicBezTo>
                <a:cubicBezTo>
                  <a:pt x="530" y="1817"/>
                  <a:pt x="364" y="1726"/>
                  <a:pt x="243" y="1600"/>
                </a:cubicBezTo>
                <a:cubicBezTo>
                  <a:pt x="122" y="1474"/>
                  <a:pt x="19" y="1295"/>
                  <a:pt x="3" y="1160"/>
                </a:cubicBezTo>
                <a:cubicBezTo>
                  <a:pt x="-14" y="1025"/>
                  <a:pt x="49" y="912"/>
                  <a:pt x="145" y="791"/>
                </a:cubicBezTo>
                <a:cubicBezTo>
                  <a:pt x="241" y="672"/>
                  <a:pt x="390" y="547"/>
                  <a:pt x="579" y="440"/>
                </a:cubicBezTo>
                <a:cubicBezTo>
                  <a:pt x="769" y="333"/>
                  <a:pt x="1025" y="222"/>
                  <a:pt x="1280" y="152"/>
                </a:cubicBezTo>
                <a:cubicBezTo>
                  <a:pt x="1535" y="81"/>
                  <a:pt x="1967" y="33"/>
                  <a:pt x="2110" y="17"/>
                </a:cubicBezTo>
                <a:cubicBezTo>
                  <a:pt x="2253" y="1"/>
                  <a:pt x="2130" y="36"/>
                  <a:pt x="2139" y="56"/>
                </a:cubicBezTo>
              </a:path>
            </a:pathLst>
          </a:custGeom>
          <a:ln cap="rnd" w="12240">
            <a:solidFill>
              <a:srgbClr val="9C36B5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7566840" y="5299200"/>
            <a:ext cx="11322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8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Worker K8s API server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9834840" y="3607560"/>
            <a:ext cx="8046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8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Managed LGTM</a:t>
            </a:r>
            <a:endParaRPr lang="en-GB" sz="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6717600" y="3003840"/>
            <a:ext cx="497880" cy="992880"/>
          </a:xfrm>
          <a:custGeom>
            <a:avLst/>
            <a:gdLst/>
            <a:ahLst/>
            <a:rect l="0" t="0" r="r" b="b"/>
            <a:pathLst>
              <a:path fill="none" w="1383" h="2758">
                <a:moveTo>
                  <a:pt x="1383" y="178"/>
                </a:moveTo>
                <a:cubicBezTo>
                  <a:pt x="1267" y="178"/>
                  <a:pt x="806" y="-222"/>
                  <a:pt x="691" y="178"/>
                </a:cubicBezTo>
                <a:cubicBezTo>
                  <a:pt x="576" y="578"/>
                  <a:pt x="806" y="2180"/>
                  <a:pt x="691" y="2580"/>
                </a:cubicBezTo>
                <a:cubicBezTo>
                  <a:pt x="576" y="2980"/>
                  <a:pt x="115" y="2580"/>
                  <a:pt x="0" y="2580"/>
                </a:cubicBezTo>
                <a:moveTo>
                  <a:pt x="1383" y="178"/>
                </a:moveTo>
                <a:cubicBezTo>
                  <a:pt x="1267" y="178"/>
                  <a:pt x="806" y="-222"/>
                  <a:pt x="691" y="178"/>
                </a:cubicBezTo>
                <a:cubicBezTo>
                  <a:pt x="576" y="578"/>
                  <a:pt x="806" y="2180"/>
                  <a:pt x="691" y="2580"/>
                </a:cubicBezTo>
                <a:cubicBezTo>
                  <a:pt x="576" y="2980"/>
                  <a:pt x="115" y="2580"/>
                  <a:pt x="0" y="2580"/>
                </a:cubicBezTo>
              </a:path>
            </a:pathLst>
          </a:custGeom>
          <a:ln cap="rnd" w="12240">
            <a:solidFill>
              <a:srgbClr val="FAB005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6717600" y="3932280"/>
            <a:ext cx="124560" cy="6840"/>
          </a:xfrm>
          <a:custGeom>
            <a:avLst/>
            <a:gdLst/>
            <a:ahLst/>
            <a:rect l="0" t="0" r="r" b="b"/>
            <a:pathLst>
              <a:path fill="none" w="346" h="19">
                <a:moveTo>
                  <a:pt x="346" y="19"/>
                </a:moveTo>
                <a:cubicBezTo>
                  <a:pt x="277" y="15"/>
                  <a:pt x="208" y="11"/>
                  <a:pt x="0" y="0"/>
                </a:cubicBezTo>
                <a:moveTo>
                  <a:pt x="346" y="19"/>
                </a:moveTo>
                <a:cubicBezTo>
                  <a:pt x="236" y="12"/>
                  <a:pt x="125" y="7"/>
                  <a:pt x="0" y="0"/>
                </a:cubicBezTo>
              </a:path>
            </a:pathLst>
          </a:custGeom>
          <a:ln cap="rnd" w="12240">
            <a:solidFill>
              <a:srgbClr val="FAB005"/>
            </a:solidFill>
            <a:miter/>
          </a:ln>
        </p:spPr>
        <p:txBody>
          <a:bodyPr lIns="6120" tIns="720" rIns="6120" bIns="7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6717600" y="3932280"/>
            <a:ext cx="91440" cy="85320"/>
          </a:xfrm>
          <a:custGeom>
            <a:avLst/>
            <a:gdLst/>
            <a:ahLst/>
            <a:rect l="0" t="0" r="r" b="b"/>
            <a:pathLst>
              <a:path fill="none" w="254" h="237">
                <a:moveTo>
                  <a:pt x="254" y="237"/>
                </a:moveTo>
                <a:cubicBezTo>
                  <a:pt x="203" y="190"/>
                  <a:pt x="153" y="143"/>
                  <a:pt x="0" y="0"/>
                </a:cubicBezTo>
                <a:moveTo>
                  <a:pt x="254" y="237"/>
                </a:moveTo>
                <a:cubicBezTo>
                  <a:pt x="173" y="161"/>
                  <a:pt x="91" y="86"/>
                  <a:pt x="0" y="0"/>
                </a:cubicBezTo>
              </a:path>
            </a:pathLst>
          </a:custGeom>
          <a:ln cap="rnd" w="12240">
            <a:solidFill>
              <a:srgbClr val="FAB005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9867240" y="4182120"/>
            <a:ext cx="73224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Mimir · Loki · Tempo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7016400" y="3237120"/>
            <a:ext cx="3492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80" b="0" u="none" strike="noStrike">
                <a:solidFill>
                  <a:srgbClr val="FAB005"/>
                </a:solidFill>
                <a:effectLst/>
                <a:uFillTx/>
                <a:latin typeface="Virgil3YOFF"/>
                <a:ea typeface="Virgil3YOFF"/>
              </a:rPr>
              <a:t>Kafka/TLS</a:t>
            </a:r>
            <a:endParaRPr lang="en-GB" sz="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2737800" y="2992680"/>
            <a:ext cx="2487600" cy="1178280"/>
          </a:xfrm>
          <a:custGeom>
            <a:avLst/>
            <a:gdLst/>
            <a:ahLst/>
            <a:rect l="0" t="0" r="r" b="b"/>
            <a:pathLst>
              <a:path fill="none" w="6910" h="3273">
                <a:moveTo>
                  <a:pt x="6910" y="3062"/>
                </a:moveTo>
                <a:cubicBezTo>
                  <a:pt x="6335" y="3062"/>
                  <a:pt x="4031" y="3538"/>
                  <a:pt x="3456" y="3062"/>
                </a:cubicBezTo>
                <a:cubicBezTo>
                  <a:pt x="2880" y="2587"/>
                  <a:pt x="4031" y="687"/>
                  <a:pt x="3456" y="212"/>
                </a:cubicBezTo>
                <a:cubicBezTo>
                  <a:pt x="2880" y="-264"/>
                  <a:pt x="576" y="212"/>
                  <a:pt x="0" y="212"/>
                </a:cubicBezTo>
                <a:moveTo>
                  <a:pt x="6910" y="3062"/>
                </a:moveTo>
                <a:cubicBezTo>
                  <a:pt x="6335" y="3062"/>
                  <a:pt x="4031" y="3538"/>
                  <a:pt x="3456" y="3062"/>
                </a:cubicBezTo>
                <a:cubicBezTo>
                  <a:pt x="2880" y="2587"/>
                  <a:pt x="4031" y="687"/>
                  <a:pt x="3456" y="212"/>
                </a:cubicBezTo>
                <a:cubicBezTo>
                  <a:pt x="2880" y="-264"/>
                  <a:pt x="576" y="212"/>
                  <a:pt x="0" y="212"/>
                </a:cubicBezTo>
              </a:path>
            </a:pathLst>
          </a:custGeom>
          <a:ln cap="rnd" w="12240">
            <a:solidFill>
              <a:srgbClr val="FAB005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2737800" y="2986920"/>
            <a:ext cx="168480" cy="81360"/>
          </a:xfrm>
          <a:custGeom>
            <a:avLst/>
            <a:gdLst/>
            <a:ahLst/>
            <a:rect l="0" t="0" r="r" b="b"/>
            <a:pathLst>
              <a:path fill="none" w="468" h="226">
                <a:moveTo>
                  <a:pt x="468" y="0"/>
                </a:moveTo>
                <a:cubicBezTo>
                  <a:pt x="374" y="45"/>
                  <a:pt x="281" y="90"/>
                  <a:pt x="0" y="226"/>
                </a:cubicBezTo>
                <a:moveTo>
                  <a:pt x="468" y="0"/>
                </a:moveTo>
                <a:cubicBezTo>
                  <a:pt x="298" y="82"/>
                  <a:pt x="129" y="164"/>
                  <a:pt x="0" y="226"/>
                </a:cubicBezTo>
              </a:path>
            </a:pathLst>
          </a:custGeom>
          <a:ln cap="rnd" w="12240">
            <a:solidFill>
              <a:srgbClr val="FAB005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2737800" y="3067920"/>
            <a:ext cx="181080" cy="46440"/>
          </a:xfrm>
          <a:custGeom>
            <a:avLst/>
            <a:gdLst/>
            <a:ahLst/>
            <a:rect l="0" t="0" r="r" b="b"/>
            <a:pathLst>
              <a:path fill="none" w="503" h="129">
                <a:moveTo>
                  <a:pt x="503" y="129"/>
                </a:moveTo>
                <a:cubicBezTo>
                  <a:pt x="403" y="103"/>
                  <a:pt x="302" y="78"/>
                  <a:pt x="0" y="0"/>
                </a:cubicBezTo>
                <a:moveTo>
                  <a:pt x="503" y="129"/>
                </a:moveTo>
                <a:cubicBezTo>
                  <a:pt x="321" y="82"/>
                  <a:pt x="138" y="35"/>
                  <a:pt x="0" y="0"/>
                </a:cubicBezTo>
              </a:path>
            </a:pathLst>
          </a:custGeom>
          <a:ln cap="rnd" w="12240">
            <a:solidFill>
              <a:srgbClr val="FAB005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7016400" y="3349080"/>
            <a:ext cx="3452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80" b="0" u="none" strike="noStrike">
                <a:solidFill>
                  <a:srgbClr val="FAB005"/>
                </a:solidFill>
                <a:effectLst/>
                <a:uFillTx/>
                <a:latin typeface="Virgil3YOFF"/>
                <a:ea typeface="Virgil3YOFF"/>
              </a:rPr>
              <a:t>SAS Send</a:t>
            </a:r>
            <a:endParaRPr lang="en-GB" sz="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4031280" y="3318120"/>
            <a:ext cx="3492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80" b="0" u="none" strike="noStrike">
                <a:solidFill>
                  <a:srgbClr val="FAB005"/>
                </a:solidFill>
                <a:effectLst/>
                <a:uFillTx/>
                <a:latin typeface="Virgil3YOFF"/>
                <a:ea typeface="Virgil3YOFF"/>
              </a:rPr>
              <a:t>Kafka/TLS</a:t>
            </a:r>
            <a:endParaRPr lang="en-GB" sz="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1867320" y="3378960"/>
            <a:ext cx="0" cy="186480"/>
          </a:xfrm>
          <a:custGeom>
            <a:avLst/>
            <a:gdLst/>
            <a:ahLst/>
            <a:rect l="0" t="0" r="r" b="b"/>
            <a:pathLst>
              <a:path fill="none" w="0" h="518">
                <a:moveTo>
                  <a:pt x="0" y="0"/>
                </a:moveTo>
                <a:cubicBezTo>
                  <a:pt x="0" y="43"/>
                  <a:pt x="0" y="216"/>
                  <a:pt x="0" y="259"/>
                </a:cubicBezTo>
                <a:cubicBezTo>
                  <a:pt x="0" y="302"/>
                  <a:pt x="0" y="216"/>
                  <a:pt x="0" y="259"/>
                </a:cubicBezTo>
                <a:cubicBezTo>
                  <a:pt x="0" y="302"/>
                  <a:pt x="0" y="475"/>
                  <a:pt x="0" y="518"/>
                </a:cubicBezTo>
                <a:moveTo>
                  <a:pt x="0" y="0"/>
                </a:moveTo>
                <a:cubicBezTo>
                  <a:pt x="0" y="43"/>
                  <a:pt x="0" y="216"/>
                  <a:pt x="0" y="259"/>
                </a:cubicBezTo>
                <a:cubicBezTo>
                  <a:pt x="0" y="302"/>
                  <a:pt x="0" y="216"/>
                  <a:pt x="0" y="259"/>
                </a:cubicBezTo>
                <a:cubicBezTo>
                  <a:pt x="0" y="302"/>
                  <a:pt x="0" y="475"/>
                  <a:pt x="0" y="518"/>
                </a:cubicBezTo>
              </a:path>
            </a:pathLst>
          </a:custGeom>
          <a:ln cap="rnd" w="12240">
            <a:solidFill>
              <a:srgbClr val="7048E8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1851120" y="3521520"/>
            <a:ext cx="16560" cy="44280"/>
          </a:xfrm>
          <a:custGeom>
            <a:avLst/>
            <a:gdLst/>
            <a:ahLst/>
            <a:rect l="0" t="0" r="r" b="b"/>
            <a:pathLst>
              <a:path fill="none" w="46" h="123">
                <a:moveTo>
                  <a:pt x="0" y="0"/>
                </a:moveTo>
                <a:cubicBezTo>
                  <a:pt x="9" y="25"/>
                  <a:pt x="18" y="49"/>
                  <a:pt x="46" y="123"/>
                </a:cubicBezTo>
                <a:moveTo>
                  <a:pt x="0" y="0"/>
                </a:moveTo>
                <a:cubicBezTo>
                  <a:pt x="9" y="25"/>
                  <a:pt x="18" y="50"/>
                  <a:pt x="46" y="123"/>
                </a:cubicBezTo>
              </a:path>
            </a:pathLst>
          </a:custGeom>
          <a:ln cap="rnd" w="12240">
            <a:solidFill>
              <a:srgbClr val="7048E8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1867320" y="3521520"/>
            <a:ext cx="16200" cy="44280"/>
          </a:xfrm>
          <a:custGeom>
            <a:avLst/>
            <a:gdLst/>
            <a:ahLst/>
            <a:rect l="0" t="0" r="r" b="b"/>
            <a:pathLst>
              <a:path fill="none" w="45" h="123">
                <a:moveTo>
                  <a:pt x="45" y="0"/>
                </a:moveTo>
                <a:cubicBezTo>
                  <a:pt x="36" y="25"/>
                  <a:pt x="26" y="49"/>
                  <a:pt x="0" y="123"/>
                </a:cubicBezTo>
                <a:moveTo>
                  <a:pt x="45" y="0"/>
                </a:moveTo>
                <a:cubicBezTo>
                  <a:pt x="36" y="25"/>
                  <a:pt x="26" y="50"/>
                  <a:pt x="0" y="123"/>
                </a:cubicBezTo>
              </a:path>
            </a:pathLst>
          </a:custGeom>
          <a:ln cap="rnd" w="12240">
            <a:solidFill>
              <a:srgbClr val="7048E8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1867320" y="4187160"/>
            <a:ext cx="0" cy="186840"/>
          </a:xfrm>
          <a:custGeom>
            <a:avLst/>
            <a:gdLst/>
            <a:ahLst/>
            <a:rect l="0" t="0" r="r" b="b"/>
            <a:pathLst>
              <a:path fill="none" w="0" h="519">
                <a:moveTo>
                  <a:pt x="0" y="0"/>
                </a:moveTo>
                <a:cubicBezTo>
                  <a:pt x="0" y="44"/>
                  <a:pt x="0" y="216"/>
                  <a:pt x="0" y="260"/>
                </a:cubicBezTo>
                <a:cubicBezTo>
                  <a:pt x="0" y="303"/>
                  <a:pt x="0" y="216"/>
                  <a:pt x="0" y="260"/>
                </a:cubicBezTo>
                <a:cubicBezTo>
                  <a:pt x="0" y="303"/>
                  <a:pt x="0" y="475"/>
                  <a:pt x="0" y="519"/>
                </a:cubicBezTo>
                <a:moveTo>
                  <a:pt x="0" y="0"/>
                </a:moveTo>
                <a:cubicBezTo>
                  <a:pt x="0" y="44"/>
                  <a:pt x="0" y="216"/>
                  <a:pt x="0" y="260"/>
                </a:cubicBezTo>
                <a:cubicBezTo>
                  <a:pt x="0" y="303"/>
                  <a:pt x="0" y="216"/>
                  <a:pt x="0" y="260"/>
                </a:cubicBezTo>
                <a:cubicBezTo>
                  <a:pt x="0" y="303"/>
                  <a:pt x="0" y="475"/>
                  <a:pt x="0" y="519"/>
                </a:cubicBezTo>
              </a:path>
            </a:pathLst>
          </a:custGeom>
          <a:ln cap="rnd" w="12240">
            <a:solidFill>
              <a:srgbClr val="7048E8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1851120" y="4330080"/>
            <a:ext cx="16560" cy="44280"/>
          </a:xfrm>
          <a:custGeom>
            <a:avLst/>
            <a:gdLst/>
            <a:ahLst/>
            <a:rect l="0" t="0" r="r" b="b"/>
            <a:pathLst>
              <a:path fill="none" w="46" h="123">
                <a:moveTo>
                  <a:pt x="0" y="0"/>
                </a:moveTo>
                <a:cubicBezTo>
                  <a:pt x="9" y="25"/>
                  <a:pt x="18" y="50"/>
                  <a:pt x="46" y="123"/>
                </a:cubicBezTo>
                <a:moveTo>
                  <a:pt x="0" y="0"/>
                </a:moveTo>
                <a:cubicBezTo>
                  <a:pt x="10" y="29"/>
                  <a:pt x="20" y="56"/>
                  <a:pt x="46" y="123"/>
                </a:cubicBezTo>
              </a:path>
            </a:pathLst>
          </a:custGeom>
          <a:ln cap="rnd" w="12240">
            <a:solidFill>
              <a:srgbClr val="7048E8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1867320" y="4330080"/>
            <a:ext cx="16200" cy="44280"/>
          </a:xfrm>
          <a:custGeom>
            <a:avLst/>
            <a:gdLst/>
            <a:ahLst/>
            <a:rect l="0" t="0" r="r" b="b"/>
            <a:pathLst>
              <a:path fill="none" w="45" h="123">
                <a:moveTo>
                  <a:pt x="45" y="0"/>
                </a:moveTo>
                <a:cubicBezTo>
                  <a:pt x="36" y="25"/>
                  <a:pt x="26" y="50"/>
                  <a:pt x="0" y="123"/>
                </a:cubicBezTo>
                <a:moveTo>
                  <a:pt x="45" y="0"/>
                </a:moveTo>
                <a:cubicBezTo>
                  <a:pt x="35" y="29"/>
                  <a:pt x="24" y="56"/>
                  <a:pt x="0" y="123"/>
                </a:cubicBezTo>
              </a:path>
            </a:pathLst>
          </a:custGeom>
          <a:ln cap="rnd" w="12240">
            <a:solidFill>
              <a:srgbClr val="7048E8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4031280" y="3429720"/>
            <a:ext cx="3700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80" b="0" u="none" strike="noStrike">
                <a:solidFill>
                  <a:srgbClr val="FAB005"/>
                </a:solidFill>
                <a:effectLst/>
                <a:uFillTx/>
                <a:latin typeface="Virgil3YOFF"/>
                <a:ea typeface="Virgil3YOFF"/>
              </a:rPr>
              <a:t>SAS Listen</a:t>
            </a:r>
            <a:endParaRPr lang="en-GB" sz="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2737800" y="3816360"/>
            <a:ext cx="186840" cy="928440"/>
          </a:xfrm>
          <a:custGeom>
            <a:avLst/>
            <a:gdLst/>
            <a:ahLst/>
            <a:rect l="0" t="0" r="r" b="b"/>
            <a:pathLst>
              <a:path fill="none" w="519" h="2579">
                <a:moveTo>
                  <a:pt x="0" y="2413"/>
                </a:moveTo>
                <a:cubicBezTo>
                  <a:pt x="43" y="2413"/>
                  <a:pt x="216" y="2788"/>
                  <a:pt x="259" y="2413"/>
                </a:cubicBezTo>
                <a:cubicBezTo>
                  <a:pt x="302" y="2039"/>
                  <a:pt x="216" y="541"/>
                  <a:pt x="259" y="167"/>
                </a:cubicBezTo>
                <a:cubicBezTo>
                  <a:pt x="302" y="-208"/>
                  <a:pt x="476" y="167"/>
                  <a:pt x="519" y="167"/>
                </a:cubicBezTo>
                <a:moveTo>
                  <a:pt x="0" y="2413"/>
                </a:moveTo>
                <a:cubicBezTo>
                  <a:pt x="43" y="2413"/>
                  <a:pt x="216" y="2788"/>
                  <a:pt x="259" y="2413"/>
                </a:cubicBezTo>
                <a:cubicBezTo>
                  <a:pt x="302" y="2039"/>
                  <a:pt x="216" y="541"/>
                  <a:pt x="259" y="167"/>
                </a:cubicBezTo>
                <a:cubicBezTo>
                  <a:pt x="302" y="-208"/>
                  <a:pt x="476" y="167"/>
                  <a:pt x="519" y="167"/>
                </a:cubicBezTo>
              </a:path>
            </a:pathLst>
          </a:custGeom>
          <a:ln cap="rnd" w="12240">
            <a:solidFill>
              <a:srgbClr val="E8590C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2882520" y="3855600"/>
            <a:ext cx="42120" cy="21240"/>
          </a:xfrm>
          <a:custGeom>
            <a:avLst/>
            <a:gdLst/>
            <a:ahLst/>
            <a:rect l="0" t="0" r="r" b="b"/>
            <a:pathLst>
              <a:path fill="none" w="117" h="59">
                <a:moveTo>
                  <a:pt x="0" y="0"/>
                </a:moveTo>
                <a:cubicBezTo>
                  <a:pt x="24" y="11"/>
                  <a:pt x="47" y="23"/>
                  <a:pt x="117" y="59"/>
                </a:cubicBezTo>
                <a:moveTo>
                  <a:pt x="0" y="0"/>
                </a:moveTo>
                <a:cubicBezTo>
                  <a:pt x="31" y="15"/>
                  <a:pt x="63" y="31"/>
                  <a:pt x="117" y="59"/>
                </a:cubicBezTo>
              </a:path>
            </a:pathLst>
          </a:custGeom>
          <a:ln cap="rnd" w="12240">
            <a:solidFill>
              <a:srgbClr val="E8590C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2905920" y="3833640"/>
            <a:ext cx="18720" cy="43200"/>
          </a:xfrm>
          <a:custGeom>
            <a:avLst/>
            <a:gdLst/>
            <a:ahLst/>
            <a:rect l="0" t="0" r="r" b="b"/>
            <a:pathLst>
              <a:path fill="none" w="52" h="120">
                <a:moveTo>
                  <a:pt x="0" y="0"/>
                </a:moveTo>
                <a:cubicBezTo>
                  <a:pt x="10" y="24"/>
                  <a:pt x="21" y="48"/>
                  <a:pt x="52" y="120"/>
                </a:cubicBezTo>
                <a:moveTo>
                  <a:pt x="0" y="0"/>
                </a:moveTo>
                <a:cubicBezTo>
                  <a:pt x="15" y="33"/>
                  <a:pt x="28" y="65"/>
                  <a:pt x="52" y="120"/>
                </a:cubicBezTo>
              </a:path>
            </a:pathLst>
          </a:custGeom>
          <a:ln cap="rnd" w="12240">
            <a:solidFill>
              <a:srgbClr val="E8590C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3849480" y="4179600"/>
            <a:ext cx="15840" cy="160200"/>
          </a:xfrm>
          <a:custGeom>
            <a:avLst/>
            <a:gdLst/>
            <a:ahLst/>
            <a:rect l="0" t="0" r="r" b="b"/>
            <a:pathLst>
              <a:path w="44" h="445">
                <a:moveTo>
                  <a:pt x="44" y="21"/>
                </a:moveTo>
                <a:lnTo>
                  <a:pt x="44" y="151"/>
                </a:lnTo>
                <a:lnTo>
                  <a:pt x="44" y="161"/>
                </a:lnTo>
                <a:cubicBezTo>
                  <a:pt x="44" y="167"/>
                  <a:pt x="42" y="172"/>
                  <a:pt x="37" y="176"/>
                </a:cubicBezTo>
                <a:cubicBezTo>
                  <a:pt x="32" y="181"/>
                  <a:pt x="27" y="183"/>
                  <a:pt x="21" y="183"/>
                </a:cubicBezTo>
                <a:cubicBezTo>
                  <a:pt x="15" y="183"/>
                  <a:pt x="10" y="181"/>
                  <a:pt x="6" y="176"/>
                </a:cubicBezTo>
                <a:cubicBezTo>
                  <a:pt x="2" y="172"/>
                  <a:pt x="0" y="167"/>
                  <a:pt x="0" y="161"/>
                </a:cubicBezTo>
                <a:lnTo>
                  <a:pt x="0" y="151"/>
                </a:lnTo>
                <a:lnTo>
                  <a:pt x="0" y="21"/>
                </a:lnTo>
                <a:cubicBezTo>
                  <a:pt x="0" y="15"/>
                  <a:pt x="2" y="10"/>
                  <a:pt x="6" y="6"/>
                </a:cubicBezTo>
                <a:cubicBezTo>
                  <a:pt x="10" y="2"/>
                  <a:pt x="15" y="0"/>
                  <a:pt x="21" y="0"/>
                </a:cubicBezTo>
                <a:cubicBezTo>
                  <a:pt x="27" y="0"/>
                  <a:pt x="32" y="2"/>
                  <a:pt x="37" y="6"/>
                </a:cubicBezTo>
                <a:cubicBezTo>
                  <a:pt x="42" y="10"/>
                  <a:pt x="44" y="15"/>
                  <a:pt x="44" y="21"/>
                </a:cubicBezTo>
                <a:moveTo>
                  <a:pt x="44" y="284"/>
                </a:moveTo>
                <a:lnTo>
                  <a:pt x="44" y="411"/>
                </a:lnTo>
                <a:lnTo>
                  <a:pt x="44" y="424"/>
                </a:lnTo>
                <a:cubicBezTo>
                  <a:pt x="44" y="430"/>
                  <a:pt x="42" y="435"/>
                  <a:pt x="37" y="439"/>
                </a:cubicBezTo>
                <a:cubicBezTo>
                  <a:pt x="32" y="443"/>
                  <a:pt x="27" y="445"/>
                  <a:pt x="21" y="445"/>
                </a:cubicBezTo>
                <a:cubicBezTo>
                  <a:pt x="15" y="445"/>
                  <a:pt x="10" y="443"/>
                  <a:pt x="6" y="439"/>
                </a:cubicBezTo>
                <a:cubicBezTo>
                  <a:pt x="2" y="435"/>
                  <a:pt x="0" y="430"/>
                  <a:pt x="0" y="424"/>
                </a:cubicBezTo>
                <a:lnTo>
                  <a:pt x="0" y="411"/>
                </a:lnTo>
                <a:lnTo>
                  <a:pt x="0" y="284"/>
                </a:lnTo>
                <a:cubicBezTo>
                  <a:pt x="0" y="278"/>
                  <a:pt x="2" y="273"/>
                  <a:pt x="6" y="268"/>
                </a:cubicBezTo>
                <a:cubicBezTo>
                  <a:pt x="10" y="264"/>
                  <a:pt x="15" y="262"/>
                  <a:pt x="21" y="262"/>
                </a:cubicBezTo>
                <a:cubicBezTo>
                  <a:pt x="27" y="262"/>
                  <a:pt x="32" y="264"/>
                  <a:pt x="37" y="268"/>
                </a:cubicBezTo>
                <a:cubicBezTo>
                  <a:pt x="42" y="273"/>
                  <a:pt x="44" y="278"/>
                  <a:pt x="44" y="284"/>
                </a:cubicBezTo>
                <a:close/>
              </a:path>
            </a:pathLst>
          </a:custGeom>
          <a:solidFill>
            <a:srgbClr val="C9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3841200" y="4330080"/>
            <a:ext cx="16200" cy="44280"/>
          </a:xfrm>
          <a:custGeom>
            <a:avLst/>
            <a:gdLst/>
            <a:ahLst/>
            <a:rect l="0" t="0" r="r" b="b"/>
            <a:pathLst>
              <a:path fill="none" w="45" h="123">
                <a:moveTo>
                  <a:pt x="0" y="0"/>
                </a:moveTo>
                <a:cubicBezTo>
                  <a:pt x="9" y="25"/>
                  <a:pt x="18" y="50"/>
                  <a:pt x="45" y="123"/>
                </a:cubicBezTo>
              </a:path>
            </a:pathLst>
          </a:custGeom>
          <a:ln cap="rnd" w="15480">
            <a:solidFill>
              <a:srgbClr val="C92A2A"/>
            </a:solidFill>
            <a:miter/>
          </a:ln>
        </p:spPr>
        <p:txBody>
          <a:bodyPr lIns="7560" tIns="7560" rIns="7560" bIns="756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3857040" y="4330080"/>
            <a:ext cx="16560" cy="44280"/>
          </a:xfrm>
          <a:custGeom>
            <a:avLst/>
            <a:gdLst/>
            <a:ahLst/>
            <a:rect l="0" t="0" r="r" b="b"/>
            <a:pathLst>
              <a:path fill="none" w="46" h="123">
                <a:moveTo>
                  <a:pt x="46" y="0"/>
                </a:moveTo>
                <a:cubicBezTo>
                  <a:pt x="36" y="25"/>
                  <a:pt x="27" y="50"/>
                  <a:pt x="0" y="123"/>
                </a:cubicBezTo>
              </a:path>
            </a:pathLst>
          </a:custGeom>
          <a:ln cap="rnd" w="15480">
            <a:solidFill>
              <a:srgbClr val="C92A2A"/>
            </a:solidFill>
            <a:miter/>
          </a:ln>
        </p:spPr>
        <p:txBody>
          <a:bodyPr lIns="7560" tIns="7560" rIns="7560" bIns="756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4789800" y="4634640"/>
            <a:ext cx="2425680" cy="785520"/>
          </a:xfrm>
          <a:custGeom>
            <a:avLst/>
            <a:gdLst/>
            <a:ahLst/>
            <a:rect l="0" t="0" r="r" b="b"/>
            <a:pathLst>
              <a:path fill="none" w="6738" h="2182">
                <a:moveTo>
                  <a:pt x="0" y="140"/>
                </a:moveTo>
                <a:cubicBezTo>
                  <a:pt x="562" y="140"/>
                  <a:pt x="2807" y="-176"/>
                  <a:pt x="3369" y="140"/>
                </a:cubicBezTo>
                <a:cubicBezTo>
                  <a:pt x="3931" y="457"/>
                  <a:pt x="2807" y="1725"/>
                  <a:pt x="3369" y="2041"/>
                </a:cubicBezTo>
                <a:cubicBezTo>
                  <a:pt x="3931" y="2358"/>
                  <a:pt x="6177" y="2041"/>
                  <a:pt x="6738" y="2041"/>
                </a:cubicBezTo>
                <a:moveTo>
                  <a:pt x="0" y="140"/>
                </a:moveTo>
                <a:cubicBezTo>
                  <a:pt x="562" y="140"/>
                  <a:pt x="2807" y="-176"/>
                  <a:pt x="3369" y="140"/>
                </a:cubicBezTo>
                <a:cubicBezTo>
                  <a:pt x="3931" y="457"/>
                  <a:pt x="2807" y="1725"/>
                  <a:pt x="3369" y="2041"/>
                </a:cubicBezTo>
                <a:cubicBezTo>
                  <a:pt x="3931" y="2358"/>
                  <a:pt x="6177" y="2041"/>
                  <a:pt x="6738" y="2041"/>
                </a:cubicBezTo>
              </a:path>
            </a:pathLst>
          </a:custGeom>
          <a:ln cap="rnd" w="12240">
            <a:solidFill>
              <a:srgbClr val="FD7E14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7044480" y="5368680"/>
            <a:ext cx="171000" cy="76320"/>
          </a:xfrm>
          <a:custGeom>
            <a:avLst/>
            <a:gdLst/>
            <a:ahLst/>
            <a:rect l="0" t="0" r="r" b="b"/>
            <a:pathLst>
              <a:path fill="none" w="475" h="212">
                <a:moveTo>
                  <a:pt x="0" y="212"/>
                </a:moveTo>
                <a:cubicBezTo>
                  <a:pt x="96" y="170"/>
                  <a:pt x="191" y="128"/>
                  <a:pt x="475" y="0"/>
                </a:cubicBezTo>
                <a:moveTo>
                  <a:pt x="0" y="212"/>
                </a:moveTo>
                <a:cubicBezTo>
                  <a:pt x="150" y="146"/>
                  <a:pt x="297" y="79"/>
                  <a:pt x="475" y="0"/>
                </a:cubicBezTo>
              </a:path>
            </a:pathLst>
          </a:custGeom>
          <a:ln cap="rnd" w="12240">
            <a:solidFill>
              <a:srgbClr val="FD7E14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7035840" y="5317200"/>
            <a:ext cx="179640" cy="51840"/>
          </a:xfrm>
          <a:custGeom>
            <a:avLst/>
            <a:gdLst/>
            <a:ahLst/>
            <a:rect l="0" t="0" r="r" b="b"/>
            <a:pathLst>
              <a:path fill="none" w="499" h="144">
                <a:moveTo>
                  <a:pt x="0" y="0"/>
                </a:moveTo>
                <a:cubicBezTo>
                  <a:pt x="100" y="29"/>
                  <a:pt x="200" y="58"/>
                  <a:pt x="499" y="144"/>
                </a:cubicBezTo>
                <a:moveTo>
                  <a:pt x="0" y="0"/>
                </a:moveTo>
                <a:cubicBezTo>
                  <a:pt x="157" y="46"/>
                  <a:pt x="312" y="91"/>
                  <a:pt x="499" y="144"/>
                </a:cubicBezTo>
              </a:path>
            </a:pathLst>
          </a:custGeom>
          <a:ln cap="rnd" w="12240">
            <a:solidFill>
              <a:srgbClr val="FD7E14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1917000" y="4132440"/>
            <a:ext cx="5443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80" b="0" u="none" strike="noStrike">
                <a:solidFill>
                  <a:srgbClr val="7048E8"/>
                </a:solidFill>
                <a:effectLst/>
                <a:uFillTx/>
                <a:latin typeface="Virgil3YOFF"/>
                <a:ea typeface="Virgil3YOFF"/>
              </a:rPr>
              <a:t>A2A JSON-RPC</a:t>
            </a:r>
            <a:endParaRPr lang="en-GB" sz="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4789800" y="4063320"/>
            <a:ext cx="0" cy="1442160"/>
          </a:xfrm>
          <a:custGeom>
            <a:avLst/>
            <a:gdLst/>
            <a:ahLst/>
            <a:rect l="0" t="0" r="r" b="b"/>
            <a:pathLst>
              <a:path fill="none" w="0" h="4006">
                <a:moveTo>
                  <a:pt x="0" y="259"/>
                </a:moveTo>
                <a:cubicBezTo>
                  <a:pt x="0" y="259"/>
                  <a:pt x="0" y="-323"/>
                  <a:pt x="0" y="259"/>
                </a:cubicBezTo>
                <a:cubicBezTo>
                  <a:pt x="0" y="841"/>
                  <a:pt x="0" y="3167"/>
                  <a:pt x="0" y="3748"/>
                </a:cubicBezTo>
                <a:cubicBezTo>
                  <a:pt x="0" y="4330"/>
                  <a:pt x="0" y="3748"/>
                  <a:pt x="0" y="3748"/>
                </a:cubicBezTo>
                <a:moveTo>
                  <a:pt x="0" y="259"/>
                </a:moveTo>
                <a:cubicBezTo>
                  <a:pt x="0" y="259"/>
                  <a:pt x="0" y="-323"/>
                  <a:pt x="0" y="259"/>
                </a:cubicBezTo>
                <a:cubicBezTo>
                  <a:pt x="0" y="841"/>
                  <a:pt x="0" y="3167"/>
                  <a:pt x="0" y="3748"/>
                </a:cubicBezTo>
                <a:cubicBezTo>
                  <a:pt x="0" y="4330"/>
                  <a:pt x="0" y="3748"/>
                  <a:pt x="0" y="3748"/>
                </a:cubicBezTo>
              </a:path>
            </a:pathLst>
          </a:custGeom>
          <a:ln cap="rnd" w="12240">
            <a:solidFill>
              <a:srgbClr val="C92A2A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4789800" y="54122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cap="rnd" w="12240">
            <a:solidFill>
              <a:srgbClr val="C92A2A"/>
            </a:solidFill>
            <a:miter/>
          </a:ln>
        </p:spPr>
        <p:txBody>
          <a:bodyPr lIns="6120" tIns="-6120" rIns="6120" bIns="-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4789800" y="54122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cap="rnd" w="12240">
            <a:solidFill>
              <a:srgbClr val="C92A2A"/>
            </a:solidFill>
            <a:miter/>
          </a:ln>
        </p:spPr>
        <p:txBody>
          <a:bodyPr lIns="6120" tIns="-6120" rIns="6120" bIns="-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6052320" y="4878720"/>
            <a:ext cx="8056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80" b="0" u="none" strike="noStrike">
                <a:solidFill>
                  <a:srgbClr val="FD7E14"/>
                </a:solidFill>
                <a:effectLst/>
                <a:uFillTx/>
                <a:latin typeface="Virgil3YOFF"/>
                <a:ea typeface="Virgil3YOFF"/>
              </a:rPr>
              <a:t>UAMI · workload identity</a:t>
            </a:r>
            <a:endParaRPr lang="en-GB" sz="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1859400" y="4987800"/>
            <a:ext cx="15840" cy="185400"/>
          </a:xfrm>
          <a:custGeom>
            <a:avLst/>
            <a:gdLst/>
            <a:ahLst/>
            <a:rect l="0" t="0" r="r" b="b"/>
            <a:pathLst>
              <a:path w="44" h="515">
                <a:moveTo>
                  <a:pt x="44" y="22"/>
                </a:moveTo>
                <a:lnTo>
                  <a:pt x="44" y="43"/>
                </a:lnTo>
                <a:cubicBezTo>
                  <a:pt x="44" y="49"/>
                  <a:pt x="42" y="54"/>
                  <a:pt x="38" y="59"/>
                </a:cubicBezTo>
                <a:cubicBezTo>
                  <a:pt x="34" y="63"/>
                  <a:pt x="29" y="65"/>
                  <a:pt x="23" y="65"/>
                </a:cubicBezTo>
                <a:cubicBezTo>
                  <a:pt x="16" y="65"/>
                  <a:pt x="10" y="63"/>
                  <a:pt x="6" y="59"/>
                </a:cubicBezTo>
                <a:cubicBezTo>
                  <a:pt x="2" y="54"/>
                  <a:pt x="0" y="49"/>
                  <a:pt x="0" y="43"/>
                </a:cubicBezTo>
                <a:lnTo>
                  <a:pt x="0" y="22"/>
                </a:lnTo>
                <a:cubicBezTo>
                  <a:pt x="0" y="16"/>
                  <a:pt x="2" y="11"/>
                  <a:pt x="6" y="7"/>
                </a:cubicBezTo>
                <a:cubicBezTo>
                  <a:pt x="10" y="3"/>
                  <a:pt x="16" y="0"/>
                  <a:pt x="23" y="0"/>
                </a:cubicBezTo>
                <a:cubicBezTo>
                  <a:pt x="29" y="0"/>
                  <a:pt x="34" y="3"/>
                  <a:pt x="38" y="7"/>
                </a:cubicBezTo>
                <a:cubicBezTo>
                  <a:pt x="42" y="11"/>
                  <a:pt x="44" y="16"/>
                  <a:pt x="44" y="22"/>
                </a:cubicBezTo>
                <a:moveTo>
                  <a:pt x="44" y="188"/>
                </a:moveTo>
                <a:lnTo>
                  <a:pt x="44" y="213"/>
                </a:lnTo>
                <a:cubicBezTo>
                  <a:pt x="44" y="219"/>
                  <a:pt x="42" y="224"/>
                  <a:pt x="38" y="229"/>
                </a:cubicBezTo>
                <a:cubicBezTo>
                  <a:pt x="34" y="233"/>
                  <a:pt x="29" y="235"/>
                  <a:pt x="23" y="235"/>
                </a:cubicBezTo>
                <a:cubicBezTo>
                  <a:pt x="16" y="235"/>
                  <a:pt x="10" y="233"/>
                  <a:pt x="6" y="229"/>
                </a:cubicBezTo>
                <a:cubicBezTo>
                  <a:pt x="2" y="224"/>
                  <a:pt x="0" y="219"/>
                  <a:pt x="0" y="213"/>
                </a:cubicBezTo>
                <a:lnTo>
                  <a:pt x="0" y="188"/>
                </a:lnTo>
                <a:cubicBezTo>
                  <a:pt x="0" y="182"/>
                  <a:pt x="2" y="177"/>
                  <a:pt x="6" y="172"/>
                </a:cubicBezTo>
                <a:cubicBezTo>
                  <a:pt x="10" y="168"/>
                  <a:pt x="16" y="166"/>
                  <a:pt x="23" y="166"/>
                </a:cubicBezTo>
                <a:cubicBezTo>
                  <a:pt x="29" y="166"/>
                  <a:pt x="34" y="168"/>
                  <a:pt x="38" y="172"/>
                </a:cubicBezTo>
                <a:cubicBezTo>
                  <a:pt x="42" y="177"/>
                  <a:pt x="44" y="182"/>
                  <a:pt x="44" y="188"/>
                </a:cubicBezTo>
                <a:moveTo>
                  <a:pt x="44" y="298"/>
                </a:moveTo>
                <a:lnTo>
                  <a:pt x="44" y="327"/>
                </a:lnTo>
                <a:cubicBezTo>
                  <a:pt x="44" y="333"/>
                  <a:pt x="42" y="338"/>
                  <a:pt x="38" y="342"/>
                </a:cubicBezTo>
                <a:cubicBezTo>
                  <a:pt x="34" y="346"/>
                  <a:pt x="29" y="348"/>
                  <a:pt x="23" y="348"/>
                </a:cubicBezTo>
                <a:cubicBezTo>
                  <a:pt x="16" y="348"/>
                  <a:pt x="10" y="346"/>
                  <a:pt x="6" y="342"/>
                </a:cubicBezTo>
                <a:cubicBezTo>
                  <a:pt x="2" y="338"/>
                  <a:pt x="0" y="333"/>
                  <a:pt x="0" y="327"/>
                </a:cubicBezTo>
                <a:lnTo>
                  <a:pt x="0" y="298"/>
                </a:lnTo>
                <a:cubicBezTo>
                  <a:pt x="0" y="292"/>
                  <a:pt x="2" y="287"/>
                  <a:pt x="6" y="283"/>
                </a:cubicBezTo>
                <a:cubicBezTo>
                  <a:pt x="10" y="279"/>
                  <a:pt x="16" y="277"/>
                  <a:pt x="23" y="277"/>
                </a:cubicBezTo>
                <a:cubicBezTo>
                  <a:pt x="29" y="277"/>
                  <a:pt x="34" y="279"/>
                  <a:pt x="38" y="283"/>
                </a:cubicBezTo>
                <a:cubicBezTo>
                  <a:pt x="42" y="287"/>
                  <a:pt x="44" y="292"/>
                  <a:pt x="44" y="298"/>
                </a:cubicBezTo>
                <a:moveTo>
                  <a:pt x="44" y="468"/>
                </a:moveTo>
                <a:lnTo>
                  <a:pt x="44" y="494"/>
                </a:lnTo>
                <a:cubicBezTo>
                  <a:pt x="44" y="500"/>
                  <a:pt x="42" y="505"/>
                  <a:pt x="38" y="509"/>
                </a:cubicBezTo>
                <a:cubicBezTo>
                  <a:pt x="34" y="513"/>
                  <a:pt x="29" y="515"/>
                  <a:pt x="23" y="515"/>
                </a:cubicBezTo>
                <a:cubicBezTo>
                  <a:pt x="16" y="515"/>
                  <a:pt x="10" y="513"/>
                  <a:pt x="6" y="509"/>
                </a:cubicBezTo>
                <a:cubicBezTo>
                  <a:pt x="2" y="505"/>
                  <a:pt x="0" y="500"/>
                  <a:pt x="0" y="494"/>
                </a:cubicBezTo>
                <a:lnTo>
                  <a:pt x="0" y="468"/>
                </a:lnTo>
                <a:cubicBezTo>
                  <a:pt x="0" y="462"/>
                  <a:pt x="2" y="457"/>
                  <a:pt x="6" y="453"/>
                </a:cubicBezTo>
                <a:cubicBezTo>
                  <a:pt x="10" y="449"/>
                  <a:pt x="16" y="447"/>
                  <a:pt x="23" y="447"/>
                </a:cubicBezTo>
                <a:cubicBezTo>
                  <a:pt x="29" y="447"/>
                  <a:pt x="34" y="449"/>
                  <a:pt x="38" y="453"/>
                </a:cubicBezTo>
                <a:cubicBezTo>
                  <a:pt x="42" y="457"/>
                  <a:pt x="44" y="462"/>
                  <a:pt x="44" y="468"/>
                </a:cubicBezTo>
                <a:close/>
              </a:path>
            </a:pathLst>
          </a:custGeom>
          <a:solidFill>
            <a:srgbClr val="E859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1843200" y="5130720"/>
            <a:ext cx="32040" cy="59760"/>
          </a:xfrm>
          <a:custGeom>
            <a:avLst/>
            <a:gdLst/>
            <a:ahLst/>
            <a:rect l="0" t="0" r="r" b="b"/>
            <a:pathLst>
              <a:path w="89" h="166">
                <a:moveTo>
                  <a:pt x="41" y="14"/>
                </a:moveTo>
                <a:lnTo>
                  <a:pt x="49" y="37"/>
                </a:lnTo>
                <a:cubicBezTo>
                  <a:pt x="52" y="43"/>
                  <a:pt x="51" y="48"/>
                  <a:pt x="49" y="54"/>
                </a:cubicBezTo>
                <a:cubicBezTo>
                  <a:pt x="46" y="59"/>
                  <a:pt x="42" y="63"/>
                  <a:pt x="37" y="65"/>
                </a:cubicBezTo>
                <a:cubicBezTo>
                  <a:pt x="31" y="67"/>
                  <a:pt x="26" y="67"/>
                  <a:pt x="20" y="64"/>
                </a:cubicBezTo>
                <a:cubicBezTo>
                  <a:pt x="15" y="62"/>
                  <a:pt x="11" y="58"/>
                  <a:pt x="9" y="52"/>
                </a:cubicBezTo>
                <a:lnTo>
                  <a:pt x="1" y="30"/>
                </a:lnTo>
                <a:cubicBezTo>
                  <a:pt x="-1" y="24"/>
                  <a:pt x="-1" y="18"/>
                  <a:pt x="2" y="12"/>
                </a:cubicBezTo>
                <a:cubicBezTo>
                  <a:pt x="4" y="7"/>
                  <a:pt x="8" y="3"/>
                  <a:pt x="14" y="1"/>
                </a:cubicBezTo>
                <a:cubicBezTo>
                  <a:pt x="19" y="-1"/>
                  <a:pt x="25" y="-1"/>
                  <a:pt x="30" y="2"/>
                </a:cubicBezTo>
                <a:cubicBezTo>
                  <a:pt x="36" y="4"/>
                  <a:pt x="39" y="8"/>
                  <a:pt x="41" y="14"/>
                </a:cubicBezTo>
                <a:moveTo>
                  <a:pt x="87" y="137"/>
                </a:moveTo>
                <a:cubicBezTo>
                  <a:pt x="89" y="142"/>
                  <a:pt x="89" y="148"/>
                  <a:pt x="86" y="153"/>
                </a:cubicBezTo>
                <a:cubicBezTo>
                  <a:pt x="84" y="159"/>
                  <a:pt x="80" y="163"/>
                  <a:pt x="74" y="165"/>
                </a:cubicBezTo>
                <a:cubicBezTo>
                  <a:pt x="68" y="167"/>
                  <a:pt x="63" y="166"/>
                  <a:pt x="57" y="164"/>
                </a:cubicBezTo>
                <a:cubicBezTo>
                  <a:pt x="51" y="161"/>
                  <a:pt x="47" y="157"/>
                  <a:pt x="45" y="152"/>
                </a:cubicBezTo>
                <a:cubicBezTo>
                  <a:pt x="43" y="146"/>
                  <a:pt x="43" y="140"/>
                  <a:pt x="46" y="135"/>
                </a:cubicBezTo>
                <a:cubicBezTo>
                  <a:pt x="48" y="130"/>
                  <a:pt x="53" y="126"/>
                  <a:pt x="59" y="124"/>
                </a:cubicBezTo>
                <a:cubicBezTo>
                  <a:pt x="65" y="122"/>
                  <a:pt x="70" y="122"/>
                  <a:pt x="76" y="125"/>
                </a:cubicBezTo>
                <a:cubicBezTo>
                  <a:pt x="81" y="127"/>
                  <a:pt x="85" y="131"/>
                  <a:pt x="87" y="137"/>
                </a:cubicBezTo>
                <a:close/>
              </a:path>
            </a:pathLst>
          </a:custGeom>
          <a:solidFill>
            <a:srgbClr val="E859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1859400" y="5130720"/>
            <a:ext cx="32040" cy="59760"/>
          </a:xfrm>
          <a:custGeom>
            <a:avLst/>
            <a:gdLst/>
            <a:ahLst/>
            <a:rect l="0" t="0" r="r" b="b"/>
            <a:pathLst>
              <a:path w="89" h="166">
                <a:moveTo>
                  <a:pt x="87" y="30"/>
                </a:moveTo>
                <a:lnTo>
                  <a:pt x="79" y="52"/>
                </a:lnTo>
                <a:cubicBezTo>
                  <a:pt x="77" y="58"/>
                  <a:pt x="73" y="62"/>
                  <a:pt x="68" y="64"/>
                </a:cubicBezTo>
                <a:cubicBezTo>
                  <a:pt x="63" y="67"/>
                  <a:pt x="57" y="67"/>
                  <a:pt x="51" y="65"/>
                </a:cubicBezTo>
                <a:cubicBezTo>
                  <a:pt x="46" y="63"/>
                  <a:pt x="42" y="59"/>
                  <a:pt x="39" y="54"/>
                </a:cubicBezTo>
                <a:cubicBezTo>
                  <a:pt x="37" y="48"/>
                  <a:pt x="37" y="43"/>
                  <a:pt x="39" y="37"/>
                </a:cubicBezTo>
                <a:lnTo>
                  <a:pt x="47" y="14"/>
                </a:lnTo>
                <a:cubicBezTo>
                  <a:pt x="49" y="8"/>
                  <a:pt x="52" y="4"/>
                  <a:pt x="58" y="2"/>
                </a:cubicBezTo>
                <a:cubicBezTo>
                  <a:pt x="63" y="-1"/>
                  <a:pt x="69" y="-1"/>
                  <a:pt x="74" y="1"/>
                </a:cubicBezTo>
                <a:cubicBezTo>
                  <a:pt x="80" y="3"/>
                  <a:pt x="84" y="7"/>
                  <a:pt x="87" y="12"/>
                </a:cubicBezTo>
                <a:cubicBezTo>
                  <a:pt x="89" y="18"/>
                  <a:pt x="89" y="24"/>
                  <a:pt x="87" y="30"/>
                </a:cubicBezTo>
                <a:moveTo>
                  <a:pt x="43" y="152"/>
                </a:moveTo>
                <a:cubicBezTo>
                  <a:pt x="41" y="157"/>
                  <a:pt x="37" y="161"/>
                  <a:pt x="32" y="164"/>
                </a:cubicBezTo>
                <a:cubicBezTo>
                  <a:pt x="26" y="166"/>
                  <a:pt x="21" y="167"/>
                  <a:pt x="15" y="165"/>
                </a:cubicBezTo>
                <a:cubicBezTo>
                  <a:pt x="9" y="163"/>
                  <a:pt x="4" y="159"/>
                  <a:pt x="2" y="153"/>
                </a:cubicBezTo>
                <a:cubicBezTo>
                  <a:pt x="-1" y="148"/>
                  <a:pt x="-1" y="142"/>
                  <a:pt x="1" y="137"/>
                </a:cubicBezTo>
                <a:cubicBezTo>
                  <a:pt x="3" y="131"/>
                  <a:pt x="7" y="127"/>
                  <a:pt x="13" y="125"/>
                </a:cubicBezTo>
                <a:cubicBezTo>
                  <a:pt x="19" y="122"/>
                  <a:pt x="24" y="122"/>
                  <a:pt x="30" y="124"/>
                </a:cubicBezTo>
                <a:cubicBezTo>
                  <a:pt x="36" y="126"/>
                  <a:pt x="40" y="130"/>
                  <a:pt x="42" y="135"/>
                </a:cubicBezTo>
                <a:cubicBezTo>
                  <a:pt x="45" y="140"/>
                  <a:pt x="45" y="146"/>
                  <a:pt x="43" y="152"/>
                </a:cubicBezTo>
                <a:close/>
              </a:path>
            </a:pathLst>
          </a:custGeom>
          <a:solidFill>
            <a:srgbClr val="E859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9205200" y="3031560"/>
            <a:ext cx="948960" cy="534600"/>
          </a:xfrm>
          <a:custGeom>
            <a:avLst/>
            <a:gdLst/>
            <a:ahLst/>
            <a:rect l="0" t="0" r="r" b="b"/>
            <a:pathLst>
              <a:path fill="none" w="2636" h="1485">
                <a:moveTo>
                  <a:pt x="0" y="102"/>
                </a:moveTo>
                <a:cubicBezTo>
                  <a:pt x="409" y="102"/>
                  <a:pt x="2044" y="-128"/>
                  <a:pt x="2454" y="102"/>
                </a:cubicBezTo>
                <a:cubicBezTo>
                  <a:pt x="2863" y="332"/>
                  <a:pt x="2454" y="1255"/>
                  <a:pt x="2454" y="1485"/>
                </a:cubicBezTo>
                <a:moveTo>
                  <a:pt x="0" y="102"/>
                </a:moveTo>
                <a:cubicBezTo>
                  <a:pt x="409" y="102"/>
                  <a:pt x="2044" y="-128"/>
                  <a:pt x="2454" y="102"/>
                </a:cubicBezTo>
                <a:cubicBezTo>
                  <a:pt x="2863" y="332"/>
                  <a:pt x="2454" y="1255"/>
                  <a:pt x="2454" y="1485"/>
                </a:cubicBezTo>
              </a:path>
            </a:pathLst>
          </a:custGeom>
          <a:ln cap="rnd" w="12240">
            <a:solidFill>
              <a:srgbClr val="9C36B5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10063080" y="3380760"/>
            <a:ext cx="25560" cy="185040"/>
          </a:xfrm>
          <a:custGeom>
            <a:avLst/>
            <a:gdLst/>
            <a:ahLst/>
            <a:rect l="0" t="0" r="r" b="b"/>
            <a:pathLst>
              <a:path fill="none" w="71" h="514">
                <a:moveTo>
                  <a:pt x="0" y="0"/>
                </a:moveTo>
                <a:cubicBezTo>
                  <a:pt x="15" y="103"/>
                  <a:pt x="29" y="206"/>
                  <a:pt x="71" y="514"/>
                </a:cubicBezTo>
                <a:moveTo>
                  <a:pt x="0" y="0"/>
                </a:moveTo>
                <a:cubicBezTo>
                  <a:pt x="16" y="113"/>
                  <a:pt x="31" y="226"/>
                  <a:pt x="71" y="514"/>
                </a:cubicBezTo>
              </a:path>
            </a:pathLst>
          </a:custGeom>
          <a:ln cap="rnd" w="12240">
            <a:solidFill>
              <a:srgbClr val="9C36B5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10088280" y="3407760"/>
            <a:ext cx="99720" cy="158040"/>
          </a:xfrm>
          <a:custGeom>
            <a:avLst/>
            <a:gdLst/>
            <a:ahLst/>
            <a:rect l="0" t="0" r="r" b="b"/>
            <a:pathLst>
              <a:path fill="none" w="277" h="439">
                <a:moveTo>
                  <a:pt x="277" y="0"/>
                </a:moveTo>
                <a:cubicBezTo>
                  <a:pt x="221" y="87"/>
                  <a:pt x="165" y="175"/>
                  <a:pt x="0" y="439"/>
                </a:cubicBezTo>
                <a:moveTo>
                  <a:pt x="277" y="0"/>
                </a:moveTo>
                <a:cubicBezTo>
                  <a:pt x="215" y="96"/>
                  <a:pt x="155" y="192"/>
                  <a:pt x="0" y="439"/>
                </a:cubicBezTo>
              </a:path>
            </a:pathLst>
          </a:custGeom>
          <a:ln cap="rnd" w="12240">
            <a:solidFill>
              <a:srgbClr val="9C36B5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4839840" y="4636080"/>
            <a:ext cx="1875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80" b="0" u="none" strike="noStrike">
                <a:solidFill>
                  <a:srgbClr val="C92A2A"/>
                </a:solidFill>
                <a:effectLst/>
                <a:uFillTx/>
                <a:latin typeface="Virgil3YOFF"/>
                <a:ea typeface="Virgil3YOFF"/>
              </a:rPr>
              <a:t>UAMI</a:t>
            </a:r>
            <a:endParaRPr lang="en-GB" sz="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9696600" y="2808000"/>
            <a:ext cx="4280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80" b="0" u="none" strike="noStrike">
                <a:solidFill>
                  <a:srgbClr val="9C36B5"/>
                </a:solidFill>
                <a:effectLst/>
                <a:uFillTx/>
                <a:latin typeface="Virgil3YOFF"/>
                <a:ea typeface="Virgil3YOFF"/>
              </a:rPr>
              <a:t>remote_write</a:t>
            </a:r>
            <a:endParaRPr lang="en-GB" sz="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9696600" y="2919960"/>
            <a:ext cx="5486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80" b="0" u="none" strike="noStrike">
                <a:solidFill>
                  <a:srgbClr val="9C36B5"/>
                </a:solidFill>
                <a:effectLst/>
                <a:uFillTx/>
                <a:latin typeface="Virgil3YOFF"/>
                <a:ea typeface="Virgil3YOFF"/>
              </a:rPr>
              <a:t>loki.write · OTLP</a:t>
            </a:r>
            <a:endParaRPr lang="en-GB" sz="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11835360" y="6466320"/>
            <a:ext cx="12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9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685440" y="2485800"/>
            <a:ext cx="1886400" cy="19440"/>
          </a:xfrm>
          <a:custGeom>
            <a:avLst/>
            <a:gdLst/>
            <a:ahLst/>
            <a:rect l="0" t="0" r="r" b="b"/>
            <a:pathLst>
              <a:path w="5240" h="54">
                <a:moveTo>
                  <a:pt x="0" y="0"/>
                </a:moveTo>
                <a:lnTo>
                  <a:pt x="5240" y="0"/>
                </a:lnTo>
                <a:lnTo>
                  <a:pt x="524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2571480" y="2485800"/>
            <a:ext cx="3705840" cy="19440"/>
          </a:xfrm>
          <a:custGeom>
            <a:avLst/>
            <a:gdLst/>
            <a:ahLst/>
            <a:rect l="0" t="0" r="r" b="b"/>
            <a:pathLst>
              <a:path w="10294" h="54">
                <a:moveTo>
                  <a:pt x="0" y="0"/>
                </a:moveTo>
                <a:lnTo>
                  <a:pt x="10294" y="0"/>
                </a:lnTo>
                <a:lnTo>
                  <a:pt x="102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6276960" y="2485800"/>
            <a:ext cx="5229360" cy="19440"/>
          </a:xfrm>
          <a:custGeom>
            <a:avLst/>
            <a:gdLst/>
            <a:ahLst/>
            <a:rect l="0" t="0" r="r" b="b"/>
            <a:pathLst>
              <a:path w="14526" h="54">
                <a:moveTo>
                  <a:pt x="0" y="0"/>
                </a:moveTo>
                <a:lnTo>
                  <a:pt x="14526" y="0"/>
                </a:lnTo>
                <a:lnTo>
                  <a:pt x="1452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685440" y="3133440"/>
            <a:ext cx="1886400" cy="10080"/>
          </a:xfrm>
          <a:custGeom>
            <a:avLst/>
            <a:gdLst/>
            <a:ahLst/>
            <a:rect l="0" t="0" r="r" b="b"/>
            <a:pathLst>
              <a:path w="5240" h="28">
                <a:moveTo>
                  <a:pt x="0" y="0"/>
                </a:moveTo>
                <a:lnTo>
                  <a:pt x="5240" y="0"/>
                </a:lnTo>
                <a:lnTo>
                  <a:pt x="52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2571480" y="3133440"/>
            <a:ext cx="3705840" cy="10080"/>
          </a:xfrm>
          <a:custGeom>
            <a:avLst/>
            <a:gdLst/>
            <a:ahLst/>
            <a:rect l="0" t="0" r="r" b="b"/>
            <a:pathLst>
              <a:path w="10294" h="28">
                <a:moveTo>
                  <a:pt x="0" y="0"/>
                </a:moveTo>
                <a:lnTo>
                  <a:pt x="10294" y="0"/>
                </a:lnTo>
                <a:lnTo>
                  <a:pt x="1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6276960" y="3133440"/>
            <a:ext cx="5229360" cy="10080"/>
          </a:xfrm>
          <a:custGeom>
            <a:avLst/>
            <a:gdLst/>
            <a:ahLst/>
            <a:rect l="0" t="0" r="r" b="b"/>
            <a:pathLst>
              <a:path w="14526" h="28">
                <a:moveTo>
                  <a:pt x="0" y="0"/>
                </a:moveTo>
                <a:lnTo>
                  <a:pt x="14526" y="0"/>
                </a:lnTo>
                <a:lnTo>
                  <a:pt x="145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685440" y="3781080"/>
            <a:ext cx="1886400" cy="10080"/>
          </a:xfrm>
          <a:custGeom>
            <a:avLst/>
            <a:gdLst/>
            <a:ahLst/>
            <a:rect l="0" t="0" r="r" b="b"/>
            <a:pathLst>
              <a:path w="5240" h="28">
                <a:moveTo>
                  <a:pt x="0" y="0"/>
                </a:moveTo>
                <a:lnTo>
                  <a:pt x="5240" y="0"/>
                </a:lnTo>
                <a:lnTo>
                  <a:pt x="52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2571480" y="3781080"/>
            <a:ext cx="3705840" cy="10080"/>
          </a:xfrm>
          <a:custGeom>
            <a:avLst/>
            <a:gdLst/>
            <a:ahLst/>
            <a:rect l="0" t="0" r="r" b="b"/>
            <a:pathLst>
              <a:path w="10294" h="28">
                <a:moveTo>
                  <a:pt x="0" y="0"/>
                </a:moveTo>
                <a:lnTo>
                  <a:pt x="10294" y="0"/>
                </a:lnTo>
                <a:lnTo>
                  <a:pt x="1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6276960" y="3781080"/>
            <a:ext cx="5229360" cy="10080"/>
          </a:xfrm>
          <a:custGeom>
            <a:avLst/>
            <a:gdLst/>
            <a:ahLst/>
            <a:rect l="0" t="0" r="r" b="b"/>
            <a:pathLst>
              <a:path w="14526" h="28">
                <a:moveTo>
                  <a:pt x="0" y="0"/>
                </a:moveTo>
                <a:lnTo>
                  <a:pt x="14526" y="0"/>
                </a:lnTo>
                <a:lnTo>
                  <a:pt x="145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685440" y="4209840"/>
            <a:ext cx="1886400" cy="10080"/>
          </a:xfrm>
          <a:custGeom>
            <a:avLst/>
            <a:gdLst/>
            <a:ahLst/>
            <a:rect l="0" t="0" r="r" b="b"/>
            <a:pathLst>
              <a:path w="5240" h="28">
                <a:moveTo>
                  <a:pt x="0" y="0"/>
                </a:moveTo>
                <a:lnTo>
                  <a:pt x="5240" y="0"/>
                </a:lnTo>
                <a:lnTo>
                  <a:pt x="52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2571480" y="4209840"/>
            <a:ext cx="3705840" cy="10080"/>
          </a:xfrm>
          <a:custGeom>
            <a:avLst/>
            <a:gdLst/>
            <a:ahLst/>
            <a:rect l="0" t="0" r="r" b="b"/>
            <a:pathLst>
              <a:path w="10294" h="28">
                <a:moveTo>
                  <a:pt x="0" y="0"/>
                </a:moveTo>
                <a:lnTo>
                  <a:pt x="10294" y="0"/>
                </a:lnTo>
                <a:lnTo>
                  <a:pt x="1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6276960" y="4209840"/>
            <a:ext cx="5229360" cy="10080"/>
          </a:xfrm>
          <a:custGeom>
            <a:avLst/>
            <a:gdLst/>
            <a:ahLst/>
            <a:rect l="0" t="0" r="r" b="b"/>
            <a:pathLst>
              <a:path w="14526" h="28">
                <a:moveTo>
                  <a:pt x="0" y="0"/>
                </a:moveTo>
                <a:lnTo>
                  <a:pt x="14526" y="0"/>
                </a:lnTo>
                <a:lnTo>
                  <a:pt x="145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685440" y="4628880"/>
            <a:ext cx="1886400" cy="10080"/>
          </a:xfrm>
          <a:custGeom>
            <a:avLst/>
            <a:gdLst/>
            <a:ahLst/>
            <a:rect l="0" t="0" r="r" b="b"/>
            <a:pathLst>
              <a:path w="5240" h="28">
                <a:moveTo>
                  <a:pt x="0" y="0"/>
                </a:moveTo>
                <a:lnTo>
                  <a:pt x="5240" y="0"/>
                </a:lnTo>
                <a:lnTo>
                  <a:pt x="52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2571480" y="4628880"/>
            <a:ext cx="3705840" cy="10080"/>
          </a:xfrm>
          <a:custGeom>
            <a:avLst/>
            <a:gdLst/>
            <a:ahLst/>
            <a:rect l="0" t="0" r="r" b="b"/>
            <a:pathLst>
              <a:path w="10294" h="28">
                <a:moveTo>
                  <a:pt x="0" y="0"/>
                </a:moveTo>
                <a:lnTo>
                  <a:pt x="10294" y="0"/>
                </a:lnTo>
                <a:lnTo>
                  <a:pt x="1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6276960" y="4628880"/>
            <a:ext cx="5229360" cy="10080"/>
          </a:xfrm>
          <a:custGeom>
            <a:avLst/>
            <a:gdLst/>
            <a:ahLst/>
            <a:rect l="0" t="0" r="r" b="b"/>
            <a:pathLst>
              <a:path w="14526" h="28">
                <a:moveTo>
                  <a:pt x="0" y="0"/>
                </a:moveTo>
                <a:lnTo>
                  <a:pt x="14526" y="0"/>
                </a:lnTo>
                <a:lnTo>
                  <a:pt x="145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685440" y="5047920"/>
            <a:ext cx="1886400" cy="10080"/>
          </a:xfrm>
          <a:custGeom>
            <a:avLst/>
            <a:gdLst/>
            <a:ahLst/>
            <a:rect l="0" t="0" r="r" b="b"/>
            <a:pathLst>
              <a:path w="5240" h="28">
                <a:moveTo>
                  <a:pt x="0" y="0"/>
                </a:moveTo>
                <a:lnTo>
                  <a:pt x="5240" y="0"/>
                </a:lnTo>
                <a:lnTo>
                  <a:pt x="52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2571480" y="5047920"/>
            <a:ext cx="3705840" cy="10080"/>
          </a:xfrm>
          <a:custGeom>
            <a:avLst/>
            <a:gdLst/>
            <a:ahLst/>
            <a:rect l="0" t="0" r="r" b="b"/>
            <a:pathLst>
              <a:path w="10294" h="28">
                <a:moveTo>
                  <a:pt x="0" y="0"/>
                </a:moveTo>
                <a:lnTo>
                  <a:pt x="10294" y="0"/>
                </a:lnTo>
                <a:lnTo>
                  <a:pt x="1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6276960" y="5047920"/>
            <a:ext cx="5229360" cy="10080"/>
          </a:xfrm>
          <a:custGeom>
            <a:avLst/>
            <a:gdLst/>
            <a:ahLst/>
            <a:rect l="0" t="0" r="r" b="b"/>
            <a:pathLst>
              <a:path w="14526" h="28">
                <a:moveTo>
                  <a:pt x="0" y="0"/>
                </a:moveTo>
                <a:lnTo>
                  <a:pt x="14526" y="0"/>
                </a:lnTo>
                <a:lnTo>
                  <a:pt x="145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685800" y="948600"/>
            <a:ext cx="33919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W H Y   S P L I T   M G M T   V S   W O R K E R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685800" y="1148400"/>
            <a:ext cx="1120500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Different concerns, different blast radius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685800" y="2190600"/>
            <a:ext cx="64404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CONCERN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2573640" y="2190600"/>
            <a:ext cx="22014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M A N AG E M E N T   C L U S T E R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6274080" y="2190600"/>
            <a:ext cx="17190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W O R K E R   C L U S T E R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685800" y="2603520"/>
            <a:ext cx="880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Cross-cluster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685800" y="2822400"/>
            <a:ext cx="8640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orchestration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2573640" y="2603520"/>
            <a:ext cx="2548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Yes — AKS-MCP, multi-cluster routing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6274080" y="2603520"/>
            <a:ext cx="13287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No — only sees self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685800" y="3241440"/>
            <a:ext cx="1553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System namespaces of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2571480" y="3247920"/>
            <a:ext cx="467280" cy="209880"/>
          </a:xfrm>
          <a:custGeom>
            <a:avLst/>
            <a:gdLst/>
            <a:ahLst/>
            <a:rect l="0" t="0" r="r" b="b"/>
            <a:pathLst>
              <a:path w="1298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191" y="0"/>
                </a:lnTo>
                <a:cubicBezTo>
                  <a:pt x="1205" y="0"/>
                  <a:pt x="1218" y="2"/>
                  <a:pt x="1231" y="8"/>
                </a:cubicBezTo>
                <a:cubicBezTo>
                  <a:pt x="1244" y="13"/>
                  <a:pt x="1256" y="21"/>
                  <a:pt x="1266" y="31"/>
                </a:cubicBezTo>
                <a:cubicBezTo>
                  <a:pt x="1276" y="41"/>
                  <a:pt x="1284" y="52"/>
                  <a:pt x="1290" y="65"/>
                </a:cubicBezTo>
                <a:cubicBezTo>
                  <a:pt x="1295" y="78"/>
                  <a:pt x="1298" y="92"/>
                  <a:pt x="1298" y="106"/>
                </a:cubicBezTo>
                <a:lnTo>
                  <a:pt x="1298" y="476"/>
                </a:lnTo>
                <a:cubicBezTo>
                  <a:pt x="1298" y="490"/>
                  <a:pt x="1295" y="504"/>
                  <a:pt x="1290" y="517"/>
                </a:cubicBezTo>
                <a:cubicBezTo>
                  <a:pt x="1284" y="530"/>
                  <a:pt x="1276" y="541"/>
                  <a:pt x="1266" y="551"/>
                </a:cubicBezTo>
                <a:cubicBezTo>
                  <a:pt x="1256" y="561"/>
                  <a:pt x="1244" y="568"/>
                  <a:pt x="1231" y="574"/>
                </a:cubicBezTo>
                <a:cubicBezTo>
                  <a:pt x="1218" y="579"/>
                  <a:pt x="1205" y="583"/>
                  <a:pt x="1191" y="583"/>
                </a:cubicBezTo>
                <a:lnTo>
                  <a:pt x="106" y="583"/>
                </a:lnTo>
                <a:cubicBezTo>
                  <a:pt x="92" y="583"/>
                  <a:pt x="79" y="579"/>
                  <a:pt x="66" y="574"/>
                </a:cubicBezTo>
                <a:cubicBezTo>
                  <a:pt x="53" y="568"/>
                  <a:pt x="41" y="561"/>
                  <a:pt x="31" y="551"/>
                </a:cubicBezTo>
                <a:cubicBezTo>
                  <a:pt x="21" y="541"/>
                  <a:pt x="14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685800" y="3470040"/>
            <a:ext cx="490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interest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2649960" y="3279240"/>
            <a:ext cx="316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argo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3114360" y="3247920"/>
            <a:ext cx="1019520" cy="209880"/>
          </a:xfrm>
          <a:custGeom>
            <a:avLst/>
            <a:gdLst/>
            <a:ahLst/>
            <a:rect l="0" t="0" r="r" b="b"/>
            <a:pathLst>
              <a:path w="2832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727" y="0"/>
                </a:lnTo>
                <a:cubicBezTo>
                  <a:pt x="2741" y="0"/>
                  <a:pt x="2754" y="2"/>
                  <a:pt x="2767" y="8"/>
                </a:cubicBezTo>
                <a:cubicBezTo>
                  <a:pt x="2780" y="13"/>
                  <a:pt x="2791" y="21"/>
                  <a:pt x="2801" y="31"/>
                </a:cubicBezTo>
                <a:cubicBezTo>
                  <a:pt x="2811" y="41"/>
                  <a:pt x="2819" y="52"/>
                  <a:pt x="2824" y="65"/>
                </a:cubicBezTo>
                <a:cubicBezTo>
                  <a:pt x="2830" y="78"/>
                  <a:pt x="2832" y="92"/>
                  <a:pt x="2832" y="106"/>
                </a:cubicBezTo>
                <a:lnTo>
                  <a:pt x="2832" y="476"/>
                </a:lnTo>
                <a:cubicBezTo>
                  <a:pt x="2832" y="490"/>
                  <a:pt x="2830" y="504"/>
                  <a:pt x="2824" y="517"/>
                </a:cubicBezTo>
                <a:cubicBezTo>
                  <a:pt x="2819" y="530"/>
                  <a:pt x="2811" y="541"/>
                  <a:pt x="2801" y="551"/>
                </a:cubicBezTo>
                <a:cubicBezTo>
                  <a:pt x="2791" y="561"/>
                  <a:pt x="2780" y="568"/>
                  <a:pt x="2767" y="574"/>
                </a:cubicBezTo>
                <a:cubicBezTo>
                  <a:pt x="2754" y="579"/>
                  <a:pt x="2741" y="583"/>
                  <a:pt x="2727" y="583"/>
                </a:cubicBezTo>
                <a:lnTo>
                  <a:pt x="106" y="583"/>
                </a:lnTo>
                <a:cubicBezTo>
                  <a:pt x="92" y="583"/>
                  <a:pt x="79" y="579"/>
                  <a:pt x="66" y="574"/>
                </a:cubicBezTo>
                <a:cubicBezTo>
                  <a:pt x="53" y="568"/>
                  <a:pt x="41" y="561"/>
                  <a:pt x="31" y="551"/>
                </a:cubicBezTo>
                <a:cubicBezTo>
                  <a:pt x="21" y="541"/>
                  <a:pt x="14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3040920" y="32414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,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3191040" y="3279240"/>
            <a:ext cx="8686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argo-events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4209840" y="3247920"/>
            <a:ext cx="619560" cy="209880"/>
          </a:xfrm>
          <a:custGeom>
            <a:avLst/>
            <a:gdLst/>
            <a:ahLst/>
            <a:rect l="0" t="0" r="r" b="b"/>
            <a:pathLst>
              <a:path w="1721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615" y="0"/>
                </a:lnTo>
                <a:cubicBezTo>
                  <a:pt x="1629" y="0"/>
                  <a:pt x="1643" y="2"/>
                  <a:pt x="1656" y="8"/>
                </a:cubicBezTo>
                <a:cubicBezTo>
                  <a:pt x="1669" y="13"/>
                  <a:pt x="1680" y="21"/>
                  <a:pt x="1690" y="31"/>
                </a:cubicBezTo>
                <a:cubicBezTo>
                  <a:pt x="1700" y="41"/>
                  <a:pt x="1707" y="52"/>
                  <a:pt x="1713" y="65"/>
                </a:cubicBezTo>
                <a:cubicBezTo>
                  <a:pt x="1718" y="78"/>
                  <a:pt x="1721" y="92"/>
                  <a:pt x="1721" y="106"/>
                </a:cubicBezTo>
                <a:lnTo>
                  <a:pt x="1721" y="476"/>
                </a:lnTo>
                <a:cubicBezTo>
                  <a:pt x="1721" y="490"/>
                  <a:pt x="1718" y="504"/>
                  <a:pt x="1713" y="517"/>
                </a:cubicBezTo>
                <a:cubicBezTo>
                  <a:pt x="1707" y="530"/>
                  <a:pt x="1700" y="541"/>
                  <a:pt x="1690" y="551"/>
                </a:cubicBezTo>
                <a:cubicBezTo>
                  <a:pt x="1680" y="561"/>
                  <a:pt x="1669" y="568"/>
                  <a:pt x="1656" y="574"/>
                </a:cubicBezTo>
                <a:cubicBezTo>
                  <a:pt x="1643" y="579"/>
                  <a:pt x="1629" y="583"/>
                  <a:pt x="1615" y="583"/>
                </a:cubicBezTo>
                <a:lnTo>
                  <a:pt x="106" y="583"/>
                </a:lnTo>
                <a:cubicBezTo>
                  <a:pt x="92" y="583"/>
                  <a:pt x="78" y="579"/>
                  <a:pt x="65" y="574"/>
                </a:cubicBezTo>
                <a:cubicBezTo>
                  <a:pt x="52" y="568"/>
                  <a:pt x="41" y="561"/>
                  <a:pt x="31" y="551"/>
                </a:cubicBezTo>
                <a:cubicBezTo>
                  <a:pt x="21" y="541"/>
                  <a:pt x="14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4132800" y="32414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,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4282560" y="3279240"/>
            <a:ext cx="4741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4905360" y="3247920"/>
            <a:ext cx="1095480" cy="209880"/>
          </a:xfrm>
          <a:custGeom>
            <a:avLst/>
            <a:gdLst/>
            <a:ahLst/>
            <a:rect l="0" t="0" r="r" b="b"/>
            <a:pathLst>
              <a:path w="3043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3043" y="0"/>
                </a:lnTo>
                <a:lnTo>
                  <a:pt x="3043" y="583"/>
                </a:lnTo>
                <a:lnTo>
                  <a:pt x="106" y="583"/>
                </a:lnTo>
                <a:cubicBezTo>
                  <a:pt x="92" y="583"/>
                  <a:pt x="79" y="579"/>
                  <a:pt x="66" y="574"/>
                </a:cubicBezTo>
                <a:cubicBezTo>
                  <a:pt x="52" y="568"/>
                  <a:pt x="40" y="561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2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4830840" y="32414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,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2571480" y="3476520"/>
            <a:ext cx="552960" cy="209880"/>
          </a:xfrm>
          <a:custGeom>
            <a:avLst/>
            <a:gdLst/>
            <a:ahLst/>
            <a:rect l="0" t="0" r="r" b="b"/>
            <a:pathLst>
              <a:path w="1536" h="583">
                <a:moveTo>
                  <a:pt x="0" y="0"/>
                </a:moveTo>
                <a:lnTo>
                  <a:pt x="1430" y="0"/>
                </a:lnTo>
                <a:cubicBezTo>
                  <a:pt x="1444" y="0"/>
                  <a:pt x="1458" y="2"/>
                  <a:pt x="1470" y="8"/>
                </a:cubicBezTo>
                <a:cubicBezTo>
                  <a:pt x="1483" y="13"/>
                  <a:pt x="1495" y="21"/>
                  <a:pt x="1505" y="31"/>
                </a:cubicBezTo>
                <a:cubicBezTo>
                  <a:pt x="1515" y="41"/>
                  <a:pt x="1522" y="52"/>
                  <a:pt x="1528" y="65"/>
                </a:cubicBezTo>
                <a:cubicBezTo>
                  <a:pt x="1533" y="78"/>
                  <a:pt x="1536" y="92"/>
                  <a:pt x="1536" y="106"/>
                </a:cubicBezTo>
                <a:lnTo>
                  <a:pt x="1536" y="476"/>
                </a:lnTo>
                <a:cubicBezTo>
                  <a:pt x="1536" y="490"/>
                  <a:pt x="1533" y="504"/>
                  <a:pt x="1528" y="517"/>
                </a:cubicBezTo>
                <a:cubicBezTo>
                  <a:pt x="1522" y="531"/>
                  <a:pt x="1515" y="542"/>
                  <a:pt x="1505" y="552"/>
                </a:cubicBezTo>
                <a:cubicBezTo>
                  <a:pt x="1495" y="562"/>
                  <a:pt x="1483" y="569"/>
                  <a:pt x="1470" y="575"/>
                </a:cubicBezTo>
                <a:cubicBezTo>
                  <a:pt x="1458" y="580"/>
                  <a:pt x="1444" y="583"/>
                  <a:pt x="1430" y="583"/>
                </a:cubicBezTo>
                <a:lnTo>
                  <a:pt x="0" y="583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4980960" y="3279240"/>
            <a:ext cx="10263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agentgateway-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2573640" y="3507840"/>
            <a:ext cx="4741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system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3200040" y="3476520"/>
            <a:ext cx="695880" cy="209880"/>
          </a:xfrm>
          <a:custGeom>
            <a:avLst/>
            <a:gdLst/>
            <a:ahLst/>
            <a:rect l="0" t="0" r="r" b="b"/>
            <a:pathLst>
              <a:path w="1933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827" y="0"/>
                </a:lnTo>
                <a:cubicBezTo>
                  <a:pt x="1841" y="0"/>
                  <a:pt x="1855" y="2"/>
                  <a:pt x="1868" y="8"/>
                </a:cubicBezTo>
                <a:cubicBezTo>
                  <a:pt x="1881" y="13"/>
                  <a:pt x="1892" y="21"/>
                  <a:pt x="1902" y="31"/>
                </a:cubicBezTo>
                <a:cubicBezTo>
                  <a:pt x="1912" y="41"/>
                  <a:pt x="1920" y="52"/>
                  <a:pt x="1925" y="65"/>
                </a:cubicBezTo>
                <a:cubicBezTo>
                  <a:pt x="1930" y="78"/>
                  <a:pt x="1933" y="92"/>
                  <a:pt x="1933" y="106"/>
                </a:cubicBezTo>
                <a:lnTo>
                  <a:pt x="1933" y="476"/>
                </a:lnTo>
                <a:cubicBezTo>
                  <a:pt x="1933" y="490"/>
                  <a:pt x="1930" y="504"/>
                  <a:pt x="1925" y="517"/>
                </a:cubicBezTo>
                <a:cubicBezTo>
                  <a:pt x="1920" y="531"/>
                  <a:pt x="1912" y="542"/>
                  <a:pt x="1902" y="552"/>
                </a:cubicBezTo>
                <a:cubicBezTo>
                  <a:pt x="1892" y="562"/>
                  <a:pt x="1881" y="569"/>
                  <a:pt x="1868" y="575"/>
                </a:cubicBezTo>
                <a:cubicBezTo>
                  <a:pt x="1855" y="580"/>
                  <a:pt x="1841" y="583"/>
                  <a:pt x="1827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2" y="542"/>
                  <a:pt x="14" y="531"/>
                  <a:pt x="9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3121920" y="34700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,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6276960" y="3247920"/>
            <a:ext cx="1095480" cy="209880"/>
          </a:xfrm>
          <a:custGeom>
            <a:avLst/>
            <a:gdLst/>
            <a:ahLst/>
            <a:rect l="0" t="0" r="r" b="b"/>
            <a:pathLst>
              <a:path w="3043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937" y="0"/>
                </a:lnTo>
                <a:cubicBezTo>
                  <a:pt x="2951" y="0"/>
                  <a:pt x="2965" y="2"/>
                  <a:pt x="2978" y="8"/>
                </a:cubicBezTo>
                <a:cubicBezTo>
                  <a:pt x="2991" y="13"/>
                  <a:pt x="3002" y="21"/>
                  <a:pt x="3012" y="31"/>
                </a:cubicBezTo>
                <a:cubicBezTo>
                  <a:pt x="3022" y="41"/>
                  <a:pt x="3030" y="52"/>
                  <a:pt x="3035" y="65"/>
                </a:cubicBezTo>
                <a:cubicBezTo>
                  <a:pt x="3041" y="78"/>
                  <a:pt x="3043" y="92"/>
                  <a:pt x="3043" y="106"/>
                </a:cubicBezTo>
                <a:lnTo>
                  <a:pt x="3043" y="476"/>
                </a:lnTo>
                <a:cubicBezTo>
                  <a:pt x="3043" y="490"/>
                  <a:pt x="3041" y="504"/>
                  <a:pt x="3035" y="517"/>
                </a:cubicBezTo>
                <a:cubicBezTo>
                  <a:pt x="3030" y="530"/>
                  <a:pt x="3022" y="541"/>
                  <a:pt x="3012" y="551"/>
                </a:cubicBezTo>
                <a:cubicBezTo>
                  <a:pt x="3002" y="561"/>
                  <a:pt x="2991" y="568"/>
                  <a:pt x="2978" y="574"/>
                </a:cubicBezTo>
                <a:cubicBezTo>
                  <a:pt x="2965" y="579"/>
                  <a:pt x="2951" y="583"/>
                  <a:pt x="2937" y="583"/>
                </a:cubicBezTo>
                <a:lnTo>
                  <a:pt x="105" y="583"/>
                </a:lnTo>
                <a:cubicBezTo>
                  <a:pt x="91" y="583"/>
                  <a:pt x="78" y="579"/>
                  <a:pt x="65" y="574"/>
                </a:cubicBezTo>
                <a:cubicBezTo>
                  <a:pt x="52" y="568"/>
                  <a:pt x="40" y="561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2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3272040" y="3507840"/>
            <a:ext cx="5529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aks-mcp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6350400" y="3279240"/>
            <a:ext cx="9475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cert-manager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7448400" y="3247920"/>
            <a:ext cx="695520" cy="209880"/>
          </a:xfrm>
          <a:custGeom>
            <a:avLst/>
            <a:gdLst/>
            <a:ahLst/>
            <a:rect l="0" t="0" r="r" b="b"/>
            <a:pathLst>
              <a:path w="1932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827" y="0"/>
                </a:lnTo>
                <a:cubicBezTo>
                  <a:pt x="1841" y="0"/>
                  <a:pt x="1854" y="2"/>
                  <a:pt x="1867" y="8"/>
                </a:cubicBezTo>
                <a:cubicBezTo>
                  <a:pt x="1880" y="13"/>
                  <a:pt x="1891" y="21"/>
                  <a:pt x="1901" y="31"/>
                </a:cubicBezTo>
                <a:cubicBezTo>
                  <a:pt x="1911" y="41"/>
                  <a:pt x="1919" y="52"/>
                  <a:pt x="1924" y="65"/>
                </a:cubicBezTo>
                <a:cubicBezTo>
                  <a:pt x="1930" y="78"/>
                  <a:pt x="1932" y="92"/>
                  <a:pt x="1932" y="106"/>
                </a:cubicBezTo>
                <a:lnTo>
                  <a:pt x="1932" y="476"/>
                </a:lnTo>
                <a:cubicBezTo>
                  <a:pt x="1932" y="490"/>
                  <a:pt x="1930" y="504"/>
                  <a:pt x="1924" y="517"/>
                </a:cubicBezTo>
                <a:cubicBezTo>
                  <a:pt x="1919" y="530"/>
                  <a:pt x="1911" y="541"/>
                  <a:pt x="1901" y="551"/>
                </a:cubicBezTo>
                <a:cubicBezTo>
                  <a:pt x="1891" y="561"/>
                  <a:pt x="1880" y="568"/>
                  <a:pt x="1867" y="574"/>
                </a:cubicBezTo>
                <a:cubicBezTo>
                  <a:pt x="1854" y="579"/>
                  <a:pt x="1841" y="583"/>
                  <a:pt x="1827" y="583"/>
                </a:cubicBezTo>
                <a:lnTo>
                  <a:pt x="106" y="583"/>
                </a:lnTo>
                <a:cubicBezTo>
                  <a:pt x="92" y="583"/>
                  <a:pt x="78" y="579"/>
                  <a:pt x="65" y="574"/>
                </a:cubicBezTo>
                <a:cubicBezTo>
                  <a:pt x="52" y="568"/>
                  <a:pt x="41" y="561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7370640" y="32414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,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7520760" y="3279240"/>
            <a:ext cx="5529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kyverno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8219880" y="3247920"/>
            <a:ext cx="390960" cy="209880"/>
          </a:xfrm>
          <a:custGeom>
            <a:avLst/>
            <a:gdLst/>
            <a:ahLst/>
            <a:rect l="0" t="0" r="r" b="b"/>
            <a:pathLst>
              <a:path w="1086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980" y="0"/>
                </a:lnTo>
                <a:cubicBezTo>
                  <a:pt x="994" y="0"/>
                  <a:pt x="1008" y="2"/>
                  <a:pt x="1020" y="8"/>
                </a:cubicBezTo>
                <a:cubicBezTo>
                  <a:pt x="1033" y="13"/>
                  <a:pt x="1045" y="21"/>
                  <a:pt x="1055" y="31"/>
                </a:cubicBezTo>
                <a:cubicBezTo>
                  <a:pt x="1065" y="41"/>
                  <a:pt x="1072" y="52"/>
                  <a:pt x="1078" y="65"/>
                </a:cubicBezTo>
                <a:cubicBezTo>
                  <a:pt x="1083" y="78"/>
                  <a:pt x="1086" y="92"/>
                  <a:pt x="1086" y="106"/>
                </a:cubicBezTo>
                <a:lnTo>
                  <a:pt x="1086" y="476"/>
                </a:lnTo>
                <a:cubicBezTo>
                  <a:pt x="1086" y="490"/>
                  <a:pt x="1083" y="504"/>
                  <a:pt x="1078" y="517"/>
                </a:cubicBezTo>
                <a:cubicBezTo>
                  <a:pt x="1072" y="530"/>
                  <a:pt x="1065" y="541"/>
                  <a:pt x="1055" y="551"/>
                </a:cubicBezTo>
                <a:cubicBezTo>
                  <a:pt x="1045" y="561"/>
                  <a:pt x="1033" y="568"/>
                  <a:pt x="1020" y="574"/>
                </a:cubicBezTo>
                <a:cubicBezTo>
                  <a:pt x="1008" y="579"/>
                  <a:pt x="994" y="583"/>
                  <a:pt x="980" y="583"/>
                </a:cubicBezTo>
                <a:lnTo>
                  <a:pt x="106" y="583"/>
                </a:lnTo>
                <a:cubicBezTo>
                  <a:pt x="92" y="583"/>
                  <a:pt x="78" y="579"/>
                  <a:pt x="65" y="574"/>
                </a:cubicBezTo>
                <a:cubicBezTo>
                  <a:pt x="52" y="568"/>
                  <a:pt x="41" y="561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8147880" y="32414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,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8297640" y="3279240"/>
            <a:ext cx="23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kro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8686440" y="3247920"/>
            <a:ext cx="1410120" cy="209880"/>
          </a:xfrm>
          <a:custGeom>
            <a:avLst/>
            <a:gdLst/>
            <a:ahLst/>
            <a:rect l="0" t="0" r="r" b="b"/>
            <a:pathLst>
              <a:path w="3917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3811" y="0"/>
                </a:lnTo>
                <a:cubicBezTo>
                  <a:pt x="3826" y="0"/>
                  <a:pt x="3839" y="2"/>
                  <a:pt x="3852" y="8"/>
                </a:cubicBezTo>
                <a:cubicBezTo>
                  <a:pt x="3865" y="13"/>
                  <a:pt x="3876" y="21"/>
                  <a:pt x="3886" y="31"/>
                </a:cubicBezTo>
                <a:cubicBezTo>
                  <a:pt x="3896" y="41"/>
                  <a:pt x="3904" y="52"/>
                  <a:pt x="3909" y="65"/>
                </a:cubicBezTo>
                <a:cubicBezTo>
                  <a:pt x="3915" y="78"/>
                  <a:pt x="3917" y="92"/>
                  <a:pt x="3917" y="106"/>
                </a:cubicBezTo>
                <a:lnTo>
                  <a:pt x="3917" y="476"/>
                </a:lnTo>
                <a:cubicBezTo>
                  <a:pt x="3917" y="490"/>
                  <a:pt x="3915" y="504"/>
                  <a:pt x="3909" y="517"/>
                </a:cubicBezTo>
                <a:cubicBezTo>
                  <a:pt x="3904" y="530"/>
                  <a:pt x="3896" y="541"/>
                  <a:pt x="3886" y="551"/>
                </a:cubicBezTo>
                <a:cubicBezTo>
                  <a:pt x="3876" y="561"/>
                  <a:pt x="3865" y="568"/>
                  <a:pt x="3852" y="574"/>
                </a:cubicBezTo>
                <a:cubicBezTo>
                  <a:pt x="3839" y="579"/>
                  <a:pt x="3826" y="583"/>
                  <a:pt x="3811" y="583"/>
                </a:cubicBezTo>
                <a:lnTo>
                  <a:pt x="106" y="583"/>
                </a:lnTo>
                <a:cubicBezTo>
                  <a:pt x="92" y="583"/>
                  <a:pt x="79" y="579"/>
                  <a:pt x="66" y="574"/>
                </a:cubicBezTo>
                <a:cubicBezTo>
                  <a:pt x="53" y="568"/>
                  <a:pt x="41" y="561"/>
                  <a:pt x="31" y="551"/>
                </a:cubicBezTo>
                <a:cubicBezTo>
                  <a:pt x="22" y="541"/>
                  <a:pt x="14" y="530"/>
                  <a:pt x="9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8610120" y="32414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,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8759880" y="3279240"/>
            <a:ext cx="1263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external-secrets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10172520" y="3247920"/>
            <a:ext cx="933840" cy="209880"/>
          </a:xfrm>
          <a:custGeom>
            <a:avLst/>
            <a:gdLst/>
            <a:ahLst/>
            <a:rect l="0" t="0" r="r" b="b"/>
            <a:pathLst>
              <a:path w="2594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6" y="2"/>
                  <a:pt x="2529" y="8"/>
                </a:cubicBezTo>
                <a:cubicBezTo>
                  <a:pt x="2542" y="13"/>
                  <a:pt x="2553" y="21"/>
                  <a:pt x="2563" y="31"/>
                </a:cubicBezTo>
                <a:cubicBezTo>
                  <a:pt x="2573" y="41"/>
                  <a:pt x="2580" y="52"/>
                  <a:pt x="2586" y="65"/>
                </a:cubicBezTo>
                <a:cubicBezTo>
                  <a:pt x="2591" y="78"/>
                  <a:pt x="2594" y="92"/>
                  <a:pt x="2594" y="106"/>
                </a:cubicBezTo>
                <a:lnTo>
                  <a:pt x="2594" y="476"/>
                </a:lnTo>
                <a:cubicBezTo>
                  <a:pt x="2594" y="490"/>
                  <a:pt x="2591" y="504"/>
                  <a:pt x="2586" y="517"/>
                </a:cubicBezTo>
                <a:cubicBezTo>
                  <a:pt x="2580" y="530"/>
                  <a:pt x="2573" y="541"/>
                  <a:pt x="2563" y="551"/>
                </a:cubicBezTo>
                <a:cubicBezTo>
                  <a:pt x="2553" y="561"/>
                  <a:pt x="2542" y="568"/>
                  <a:pt x="2529" y="574"/>
                </a:cubicBezTo>
                <a:cubicBezTo>
                  <a:pt x="2516" y="579"/>
                  <a:pt x="2502" y="583"/>
                  <a:pt x="2488" y="583"/>
                </a:cubicBezTo>
                <a:lnTo>
                  <a:pt x="106" y="583"/>
                </a:lnTo>
                <a:cubicBezTo>
                  <a:pt x="92" y="583"/>
                  <a:pt x="78" y="579"/>
                  <a:pt x="65" y="574"/>
                </a:cubicBezTo>
                <a:cubicBezTo>
                  <a:pt x="52" y="568"/>
                  <a:pt x="41" y="561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10095120" y="32414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,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10245240" y="3279240"/>
            <a:ext cx="7898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monitoring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6276960" y="3476520"/>
            <a:ext cx="1095480" cy="209880"/>
          </a:xfrm>
          <a:custGeom>
            <a:avLst/>
            <a:gdLst/>
            <a:ahLst/>
            <a:rect l="0" t="0" r="r" b="b"/>
            <a:pathLst>
              <a:path w="3043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937" y="0"/>
                </a:lnTo>
                <a:cubicBezTo>
                  <a:pt x="2951" y="0"/>
                  <a:pt x="2965" y="2"/>
                  <a:pt x="2978" y="8"/>
                </a:cubicBezTo>
                <a:cubicBezTo>
                  <a:pt x="2991" y="13"/>
                  <a:pt x="3002" y="21"/>
                  <a:pt x="3012" y="31"/>
                </a:cubicBezTo>
                <a:cubicBezTo>
                  <a:pt x="3022" y="41"/>
                  <a:pt x="3030" y="52"/>
                  <a:pt x="3035" y="65"/>
                </a:cubicBezTo>
                <a:cubicBezTo>
                  <a:pt x="3041" y="78"/>
                  <a:pt x="3043" y="92"/>
                  <a:pt x="3043" y="106"/>
                </a:cubicBezTo>
                <a:lnTo>
                  <a:pt x="3043" y="476"/>
                </a:lnTo>
                <a:cubicBezTo>
                  <a:pt x="3043" y="490"/>
                  <a:pt x="3041" y="504"/>
                  <a:pt x="3035" y="517"/>
                </a:cubicBezTo>
                <a:cubicBezTo>
                  <a:pt x="3030" y="531"/>
                  <a:pt x="3022" y="542"/>
                  <a:pt x="3012" y="552"/>
                </a:cubicBezTo>
                <a:cubicBezTo>
                  <a:pt x="3002" y="562"/>
                  <a:pt x="2991" y="569"/>
                  <a:pt x="2978" y="575"/>
                </a:cubicBezTo>
                <a:cubicBezTo>
                  <a:pt x="2965" y="580"/>
                  <a:pt x="2951" y="583"/>
                  <a:pt x="2937" y="583"/>
                </a:cubicBezTo>
                <a:lnTo>
                  <a:pt x="105" y="583"/>
                </a:lnTo>
                <a:cubicBezTo>
                  <a:pt x="91" y="583"/>
                  <a:pt x="78" y="580"/>
                  <a:pt x="65" y="575"/>
                </a:cubicBezTo>
                <a:cubicBezTo>
                  <a:pt x="52" y="569"/>
                  <a:pt x="40" y="562"/>
                  <a:pt x="31" y="552"/>
                </a:cubicBezTo>
                <a:cubicBezTo>
                  <a:pt x="21" y="542"/>
                  <a:pt x="13" y="531"/>
                  <a:pt x="8" y="517"/>
                </a:cubicBezTo>
                <a:cubicBezTo>
                  <a:pt x="2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11108160" y="32414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,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6350400" y="3507840"/>
            <a:ext cx="9475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istio-system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7448400" y="3476520"/>
            <a:ext cx="1009800" cy="209880"/>
          </a:xfrm>
          <a:custGeom>
            <a:avLst/>
            <a:gdLst/>
            <a:ahLst/>
            <a:rect l="0" t="0" r="r" b="b"/>
            <a:pathLst>
              <a:path w="2805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700" y="0"/>
                </a:lnTo>
                <a:cubicBezTo>
                  <a:pt x="2714" y="0"/>
                  <a:pt x="2727" y="2"/>
                  <a:pt x="2740" y="8"/>
                </a:cubicBezTo>
                <a:cubicBezTo>
                  <a:pt x="2753" y="13"/>
                  <a:pt x="2765" y="21"/>
                  <a:pt x="2775" y="31"/>
                </a:cubicBezTo>
                <a:cubicBezTo>
                  <a:pt x="2784" y="41"/>
                  <a:pt x="2792" y="52"/>
                  <a:pt x="2797" y="65"/>
                </a:cubicBezTo>
                <a:cubicBezTo>
                  <a:pt x="2803" y="78"/>
                  <a:pt x="2805" y="92"/>
                  <a:pt x="2805" y="106"/>
                </a:cubicBezTo>
                <a:lnTo>
                  <a:pt x="2805" y="476"/>
                </a:lnTo>
                <a:cubicBezTo>
                  <a:pt x="2805" y="490"/>
                  <a:pt x="2803" y="504"/>
                  <a:pt x="2797" y="517"/>
                </a:cubicBezTo>
                <a:cubicBezTo>
                  <a:pt x="2792" y="531"/>
                  <a:pt x="2784" y="542"/>
                  <a:pt x="2775" y="552"/>
                </a:cubicBezTo>
                <a:cubicBezTo>
                  <a:pt x="2765" y="562"/>
                  <a:pt x="2753" y="569"/>
                  <a:pt x="2740" y="575"/>
                </a:cubicBezTo>
                <a:cubicBezTo>
                  <a:pt x="2727" y="580"/>
                  <a:pt x="2714" y="583"/>
                  <a:pt x="2700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1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7370640" y="34700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,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7520760" y="3507840"/>
            <a:ext cx="8686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flux-system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685800" y="3889440"/>
            <a:ext cx="9802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Triage location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2573640" y="3889440"/>
            <a:ext cx="2324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Aggregates events from N workers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6274080" y="3889440"/>
            <a:ext cx="3627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Local triage when EventHub round-trip is unnecessary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685800" y="4317840"/>
            <a:ext cx="797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LLM access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2573640" y="4317840"/>
            <a:ext cx="1569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Yes (via agentgateway)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6274080" y="4317840"/>
            <a:ext cx="2565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Yes (via agentgateway, mgmt or local)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685800" y="4736880"/>
            <a:ext cx="523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Latency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2573640" y="4736880"/>
            <a:ext cx="23076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Slower — round-trip via Event Hub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6274080" y="4736880"/>
            <a:ext cx="1287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Faster — local A2A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685800" y="5213520"/>
            <a:ext cx="105451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Worker-local triage</a:t>
            </a: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shortens loops from seconds to milliseconds for namespaces that don't need cross-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685800" y="5556240"/>
            <a:ext cx="49809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cluster context (cert-manager, kyverno, kro etc.).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1178028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10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690480" y="1604880"/>
            <a:ext cx="10811160" cy="4353120"/>
          </a:xfrm>
          <a:custGeom>
            <a:avLst/>
            <a:gdLst/>
            <a:ahLst/>
            <a:rect l="0" t="0" r="r" b="b"/>
            <a:pathLst>
              <a:path w="30031" h="12092">
                <a:moveTo>
                  <a:pt x="0" y="11841"/>
                </a:moveTo>
                <a:lnTo>
                  <a:pt x="0" y="251"/>
                </a:lnTo>
                <a:cubicBezTo>
                  <a:pt x="0" y="235"/>
                  <a:pt x="1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1"/>
                </a:cubicBezTo>
                <a:cubicBezTo>
                  <a:pt x="51" y="98"/>
                  <a:pt x="62" y="85"/>
                  <a:pt x="73" y="73"/>
                </a:cubicBezTo>
                <a:cubicBezTo>
                  <a:pt x="85" y="62"/>
                  <a:pt x="98" y="51"/>
                  <a:pt x="111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1"/>
                  <a:pt x="235" y="0"/>
                  <a:pt x="251" y="0"/>
                </a:cubicBezTo>
                <a:lnTo>
                  <a:pt x="29780" y="0"/>
                </a:lnTo>
                <a:cubicBezTo>
                  <a:pt x="29796" y="0"/>
                  <a:pt x="29812" y="1"/>
                  <a:pt x="29829" y="5"/>
                </a:cubicBezTo>
                <a:cubicBezTo>
                  <a:pt x="29845" y="8"/>
                  <a:pt x="29861" y="13"/>
                  <a:pt x="29876" y="19"/>
                </a:cubicBezTo>
                <a:cubicBezTo>
                  <a:pt x="29891" y="25"/>
                  <a:pt x="29906" y="33"/>
                  <a:pt x="29919" y="42"/>
                </a:cubicBezTo>
                <a:cubicBezTo>
                  <a:pt x="29933" y="51"/>
                  <a:pt x="29946" y="62"/>
                  <a:pt x="29957" y="73"/>
                </a:cubicBezTo>
                <a:cubicBezTo>
                  <a:pt x="29969" y="85"/>
                  <a:pt x="29979" y="98"/>
                  <a:pt x="29989" y="111"/>
                </a:cubicBezTo>
                <a:cubicBezTo>
                  <a:pt x="29998" y="125"/>
                  <a:pt x="30005" y="140"/>
                  <a:pt x="30012" y="155"/>
                </a:cubicBezTo>
                <a:cubicBezTo>
                  <a:pt x="30018" y="170"/>
                  <a:pt x="30023" y="186"/>
                  <a:pt x="30026" y="202"/>
                </a:cubicBezTo>
                <a:cubicBezTo>
                  <a:pt x="30029" y="218"/>
                  <a:pt x="30031" y="235"/>
                  <a:pt x="30031" y="251"/>
                </a:cubicBezTo>
                <a:lnTo>
                  <a:pt x="30031" y="11841"/>
                </a:lnTo>
                <a:cubicBezTo>
                  <a:pt x="30031" y="11857"/>
                  <a:pt x="30029" y="11874"/>
                  <a:pt x="30026" y="11890"/>
                </a:cubicBezTo>
                <a:cubicBezTo>
                  <a:pt x="30023" y="11906"/>
                  <a:pt x="30018" y="11922"/>
                  <a:pt x="30012" y="11937"/>
                </a:cubicBezTo>
                <a:cubicBezTo>
                  <a:pt x="30005" y="11952"/>
                  <a:pt x="29998" y="11967"/>
                  <a:pt x="29989" y="11980"/>
                </a:cubicBezTo>
                <a:cubicBezTo>
                  <a:pt x="29979" y="11994"/>
                  <a:pt x="29969" y="12007"/>
                  <a:pt x="29957" y="12019"/>
                </a:cubicBezTo>
                <a:cubicBezTo>
                  <a:pt x="29946" y="12030"/>
                  <a:pt x="29933" y="12041"/>
                  <a:pt x="29919" y="12050"/>
                </a:cubicBezTo>
                <a:cubicBezTo>
                  <a:pt x="29906" y="12059"/>
                  <a:pt x="29891" y="12067"/>
                  <a:pt x="29876" y="12073"/>
                </a:cubicBezTo>
                <a:cubicBezTo>
                  <a:pt x="29861" y="12079"/>
                  <a:pt x="29845" y="12084"/>
                  <a:pt x="29829" y="12087"/>
                </a:cubicBezTo>
                <a:cubicBezTo>
                  <a:pt x="29812" y="12091"/>
                  <a:pt x="29796" y="12092"/>
                  <a:pt x="29780" y="12092"/>
                </a:cubicBezTo>
                <a:lnTo>
                  <a:pt x="251" y="12092"/>
                </a:lnTo>
                <a:cubicBezTo>
                  <a:pt x="235" y="12092"/>
                  <a:pt x="218" y="12091"/>
                  <a:pt x="202" y="12087"/>
                </a:cubicBezTo>
                <a:cubicBezTo>
                  <a:pt x="186" y="12084"/>
                  <a:pt x="170" y="12079"/>
                  <a:pt x="155" y="12073"/>
                </a:cubicBezTo>
                <a:cubicBezTo>
                  <a:pt x="140" y="12067"/>
                  <a:pt x="125" y="12059"/>
                  <a:pt x="111" y="12050"/>
                </a:cubicBezTo>
                <a:cubicBezTo>
                  <a:pt x="98" y="12041"/>
                  <a:pt x="85" y="12030"/>
                  <a:pt x="73" y="12019"/>
                </a:cubicBezTo>
                <a:cubicBezTo>
                  <a:pt x="62" y="12007"/>
                  <a:pt x="51" y="11994"/>
                  <a:pt x="42" y="11980"/>
                </a:cubicBezTo>
                <a:cubicBezTo>
                  <a:pt x="33" y="11967"/>
                  <a:pt x="25" y="11952"/>
                  <a:pt x="19" y="11937"/>
                </a:cubicBezTo>
                <a:cubicBezTo>
                  <a:pt x="13" y="11922"/>
                  <a:pt x="8" y="11906"/>
                  <a:pt x="5" y="11890"/>
                </a:cubicBezTo>
                <a:cubicBezTo>
                  <a:pt x="1" y="11874"/>
                  <a:pt x="0" y="11857"/>
                  <a:pt x="0" y="11841"/>
                </a:cubicBezTo>
                <a:close/>
              </a:path>
            </a:pathLst>
          </a:custGeom>
          <a:solidFill>
            <a:srgbClr val="1414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690480" y="1604880"/>
            <a:ext cx="10811160" cy="4353120"/>
          </a:xfrm>
          <a:custGeom>
            <a:avLst/>
            <a:gdLst/>
            <a:ahLst/>
            <a:rect l="0" t="0" r="r" b="b"/>
            <a:pathLst>
              <a:path w="30031" h="12092">
                <a:moveTo>
                  <a:pt x="0" y="11841"/>
                </a:moveTo>
                <a:lnTo>
                  <a:pt x="0" y="251"/>
                </a:lnTo>
                <a:cubicBezTo>
                  <a:pt x="0" y="235"/>
                  <a:pt x="1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1"/>
                </a:cubicBezTo>
                <a:cubicBezTo>
                  <a:pt x="51" y="98"/>
                  <a:pt x="62" y="85"/>
                  <a:pt x="73" y="73"/>
                </a:cubicBezTo>
                <a:cubicBezTo>
                  <a:pt x="85" y="62"/>
                  <a:pt x="98" y="51"/>
                  <a:pt x="111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1"/>
                  <a:pt x="235" y="0"/>
                  <a:pt x="251" y="0"/>
                </a:cubicBezTo>
                <a:lnTo>
                  <a:pt x="29780" y="0"/>
                </a:lnTo>
                <a:cubicBezTo>
                  <a:pt x="29796" y="0"/>
                  <a:pt x="29812" y="1"/>
                  <a:pt x="29829" y="5"/>
                </a:cubicBezTo>
                <a:cubicBezTo>
                  <a:pt x="29845" y="8"/>
                  <a:pt x="29861" y="13"/>
                  <a:pt x="29876" y="19"/>
                </a:cubicBezTo>
                <a:cubicBezTo>
                  <a:pt x="29891" y="25"/>
                  <a:pt x="29906" y="33"/>
                  <a:pt x="29919" y="42"/>
                </a:cubicBezTo>
                <a:cubicBezTo>
                  <a:pt x="29933" y="51"/>
                  <a:pt x="29946" y="62"/>
                  <a:pt x="29957" y="73"/>
                </a:cubicBezTo>
                <a:cubicBezTo>
                  <a:pt x="29969" y="85"/>
                  <a:pt x="29979" y="98"/>
                  <a:pt x="29989" y="111"/>
                </a:cubicBezTo>
                <a:cubicBezTo>
                  <a:pt x="29998" y="125"/>
                  <a:pt x="30005" y="140"/>
                  <a:pt x="30012" y="155"/>
                </a:cubicBezTo>
                <a:cubicBezTo>
                  <a:pt x="30018" y="170"/>
                  <a:pt x="30023" y="186"/>
                  <a:pt x="30026" y="202"/>
                </a:cubicBezTo>
                <a:cubicBezTo>
                  <a:pt x="30029" y="218"/>
                  <a:pt x="30031" y="235"/>
                  <a:pt x="30031" y="251"/>
                </a:cubicBezTo>
                <a:lnTo>
                  <a:pt x="30031" y="11841"/>
                </a:lnTo>
                <a:cubicBezTo>
                  <a:pt x="30031" y="11857"/>
                  <a:pt x="30029" y="11874"/>
                  <a:pt x="30026" y="11890"/>
                </a:cubicBezTo>
                <a:cubicBezTo>
                  <a:pt x="30023" y="11906"/>
                  <a:pt x="30018" y="11922"/>
                  <a:pt x="30012" y="11937"/>
                </a:cubicBezTo>
                <a:cubicBezTo>
                  <a:pt x="30005" y="11952"/>
                  <a:pt x="29998" y="11967"/>
                  <a:pt x="29989" y="11980"/>
                </a:cubicBezTo>
                <a:cubicBezTo>
                  <a:pt x="29979" y="11994"/>
                  <a:pt x="29969" y="12007"/>
                  <a:pt x="29957" y="12019"/>
                </a:cubicBezTo>
                <a:cubicBezTo>
                  <a:pt x="29946" y="12030"/>
                  <a:pt x="29933" y="12041"/>
                  <a:pt x="29919" y="12050"/>
                </a:cubicBezTo>
                <a:cubicBezTo>
                  <a:pt x="29906" y="12059"/>
                  <a:pt x="29891" y="12067"/>
                  <a:pt x="29876" y="12073"/>
                </a:cubicBezTo>
                <a:cubicBezTo>
                  <a:pt x="29861" y="12079"/>
                  <a:pt x="29845" y="12084"/>
                  <a:pt x="29829" y="12087"/>
                </a:cubicBezTo>
                <a:cubicBezTo>
                  <a:pt x="29812" y="12091"/>
                  <a:pt x="29796" y="12092"/>
                  <a:pt x="29780" y="12092"/>
                </a:cubicBezTo>
                <a:lnTo>
                  <a:pt x="251" y="12092"/>
                </a:lnTo>
                <a:cubicBezTo>
                  <a:pt x="235" y="12092"/>
                  <a:pt x="218" y="12091"/>
                  <a:pt x="202" y="12087"/>
                </a:cubicBezTo>
                <a:cubicBezTo>
                  <a:pt x="186" y="12084"/>
                  <a:pt x="170" y="12079"/>
                  <a:pt x="155" y="12073"/>
                </a:cubicBezTo>
                <a:cubicBezTo>
                  <a:pt x="140" y="12067"/>
                  <a:pt x="125" y="12059"/>
                  <a:pt x="111" y="12050"/>
                </a:cubicBezTo>
                <a:cubicBezTo>
                  <a:pt x="98" y="12041"/>
                  <a:pt x="85" y="12030"/>
                  <a:pt x="73" y="12019"/>
                </a:cubicBezTo>
                <a:cubicBezTo>
                  <a:pt x="62" y="12007"/>
                  <a:pt x="51" y="11994"/>
                  <a:pt x="42" y="11980"/>
                </a:cubicBezTo>
                <a:cubicBezTo>
                  <a:pt x="33" y="11967"/>
                  <a:pt x="25" y="11952"/>
                  <a:pt x="19" y="11937"/>
                </a:cubicBezTo>
                <a:cubicBezTo>
                  <a:pt x="13" y="11922"/>
                  <a:pt x="8" y="11906"/>
                  <a:pt x="5" y="11890"/>
                </a:cubicBezTo>
                <a:cubicBezTo>
                  <a:pt x="1" y="11874"/>
                  <a:pt x="0" y="11857"/>
                  <a:pt x="0" y="11841"/>
                </a:cubicBezTo>
                <a:close/>
              </a:path>
            </a:pathLst>
          </a:custGeom>
          <a:noFill/>
          <a:ln w="9360">
            <a:solidFill>
              <a:srgbClr val="2A2A2A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685800" y="520200"/>
            <a:ext cx="1418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N A M E S P A C E  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1843920" y="534240"/>
            <a:ext cx="137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2011320" y="520200"/>
            <a:ext cx="19364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  A G E N T   R O U T I N G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685800" y="719640"/>
            <a:ext cx="969624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Two ConfigMaps drive the dispatch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2076120" y="181908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307" y="0"/>
                </a:moveTo>
                <a:cubicBezTo>
                  <a:pt x="328" y="0"/>
                  <a:pt x="345" y="17"/>
                  <a:pt x="345" y="38"/>
                </a:cubicBezTo>
                <a:lnTo>
                  <a:pt x="345" y="307"/>
                </a:lnTo>
                <a:cubicBezTo>
                  <a:pt x="345" y="328"/>
                  <a:pt x="328" y="345"/>
                  <a:pt x="307" y="345"/>
                </a:cubicBezTo>
                <a:lnTo>
                  <a:pt x="39" y="345"/>
                </a:lnTo>
                <a:cubicBezTo>
                  <a:pt x="18" y="345"/>
                  <a:pt x="0" y="328"/>
                  <a:pt x="0" y="307"/>
                </a:cubicBezTo>
                <a:lnTo>
                  <a:pt x="0" y="38"/>
                </a:lnTo>
                <a:cubicBezTo>
                  <a:pt x="0" y="17"/>
                  <a:pt x="18" y="0"/>
                  <a:pt x="39" y="0"/>
                </a:cubicBezTo>
                <a:lnTo>
                  <a:pt x="307" y="0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2103840" y="1843200"/>
            <a:ext cx="75960" cy="75960"/>
          </a:xfrm>
          <a:custGeom>
            <a:avLst/>
            <a:gdLst/>
            <a:ahLst/>
            <a:rect l="0" t="0" r="r" b="b"/>
            <a:pathLst>
              <a:path w="211" h="211">
                <a:moveTo>
                  <a:pt x="0" y="0"/>
                </a:moveTo>
                <a:lnTo>
                  <a:pt x="211" y="106"/>
                </a:lnTo>
                <a:lnTo>
                  <a:pt x="0" y="2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923760" y="1816920"/>
            <a:ext cx="112932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Event arrives ─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2203920" y="1816920"/>
            <a:ext cx="29350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parse-otlp extracts: namespace, reason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923760" y="2007360"/>
            <a:ext cx="18064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    │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923760" y="2197800"/>
            <a:ext cx="18064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    ▼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923760" y="2378880"/>
            <a:ext cx="526716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Reason match? (Evicted, NodeNotReady, FailedMount, …)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923760" y="2569320"/>
            <a:ext cx="323604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YES → reason-route agent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923760" y="2759760"/>
            <a:ext cx="346176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NO  → namespace-route agent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923760" y="2950200"/>
            <a:ext cx="203220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       │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923760" y="3141000"/>
            <a:ext cx="504144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       └── No match → sre-triage-agent (default)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923760" y="3321720"/>
            <a:ext cx="18064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    │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923760" y="3512520"/>
            <a:ext cx="18064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    ▼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923760" y="3702960"/>
            <a:ext cx="496620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Workflow calls A2A: POST /api/a2a/kagent/&lt;agent&gt;/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923760" y="3893400"/>
            <a:ext cx="18064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    │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923760" y="4083840"/>
            <a:ext cx="18064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    ▼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923760" y="4264920"/>
            <a:ext cx="21826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Agent loads: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923760" y="4455360"/>
            <a:ext cx="323604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• System prompt (in CRD)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923760" y="4645800"/>
            <a:ext cx="459036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• Skills (mounted /skills via skills-init)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923760" y="4836240"/>
            <a:ext cx="526716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• Memory (load_memory · pgvector — when re-enabled)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923760" y="5026680"/>
            <a:ext cx="413892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• Tools (kagent-tool-server via MCP)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923760" y="5207760"/>
            <a:ext cx="18064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    │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923760" y="5398200"/>
            <a:ext cx="18064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    ▼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923760" y="5588640"/>
            <a:ext cx="391320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Diagnosis JSON returned to workflow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2285640" y="6143400"/>
            <a:ext cx="6820560" cy="295560"/>
          </a:xfrm>
          <a:custGeom>
            <a:avLst/>
            <a:gdLst/>
            <a:ahLst/>
            <a:rect l="0" t="0" r="r" b="b"/>
            <a:pathLst>
              <a:path w="18946" h="821">
                <a:moveTo>
                  <a:pt x="0" y="715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8840" y="0"/>
                </a:lnTo>
                <a:cubicBezTo>
                  <a:pt x="18854" y="0"/>
                  <a:pt x="18867" y="3"/>
                  <a:pt x="18880" y="8"/>
                </a:cubicBezTo>
                <a:cubicBezTo>
                  <a:pt x="18893" y="14"/>
                  <a:pt x="18905" y="21"/>
                  <a:pt x="18915" y="31"/>
                </a:cubicBezTo>
                <a:cubicBezTo>
                  <a:pt x="18925" y="41"/>
                  <a:pt x="18932" y="52"/>
                  <a:pt x="18938" y="65"/>
                </a:cubicBezTo>
                <a:cubicBezTo>
                  <a:pt x="18943" y="78"/>
                  <a:pt x="18946" y="92"/>
                  <a:pt x="18946" y="106"/>
                </a:cubicBezTo>
                <a:lnTo>
                  <a:pt x="18946" y="715"/>
                </a:lnTo>
                <a:cubicBezTo>
                  <a:pt x="18946" y="730"/>
                  <a:pt x="18943" y="743"/>
                  <a:pt x="18938" y="756"/>
                </a:cubicBezTo>
                <a:cubicBezTo>
                  <a:pt x="18932" y="769"/>
                  <a:pt x="18925" y="780"/>
                  <a:pt x="18915" y="790"/>
                </a:cubicBezTo>
                <a:cubicBezTo>
                  <a:pt x="18905" y="800"/>
                  <a:pt x="18893" y="808"/>
                  <a:pt x="18880" y="813"/>
                </a:cubicBezTo>
                <a:cubicBezTo>
                  <a:pt x="18867" y="819"/>
                  <a:pt x="18854" y="821"/>
                  <a:pt x="18840" y="821"/>
                </a:cubicBezTo>
                <a:lnTo>
                  <a:pt x="106" y="821"/>
                </a:lnTo>
                <a:cubicBezTo>
                  <a:pt x="92" y="821"/>
                  <a:pt x="79" y="819"/>
                  <a:pt x="66" y="813"/>
                </a:cubicBezTo>
                <a:cubicBezTo>
                  <a:pt x="53" y="808"/>
                  <a:pt x="41" y="800"/>
                  <a:pt x="31" y="790"/>
                </a:cubicBezTo>
                <a:cubicBezTo>
                  <a:pt x="22" y="780"/>
                  <a:pt x="14" y="769"/>
                  <a:pt x="9" y="756"/>
                </a:cubicBezTo>
                <a:cubicBezTo>
                  <a:pt x="3" y="743"/>
                  <a:pt x="0" y="730"/>
                  <a:pt x="0" y="715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685800" y="6118200"/>
            <a:ext cx="16142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Routing config: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2366280" y="6176160"/>
            <a:ext cx="66618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8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eventhub-otlp-pipeline/tier-critical/agent-routing.yaml</a:t>
            </a:r>
            <a:endParaRPr lang="en-GB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1181916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11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685440" y="2419200"/>
            <a:ext cx="1562760" cy="19440"/>
          </a:xfrm>
          <a:custGeom>
            <a:avLst/>
            <a:gdLst/>
            <a:ahLst/>
            <a:rect l="0" t="0" r="r" b="b"/>
            <a:pathLst>
              <a:path w="4341" h="54">
                <a:moveTo>
                  <a:pt x="0" y="0"/>
                </a:moveTo>
                <a:lnTo>
                  <a:pt x="4341" y="0"/>
                </a:lnTo>
                <a:lnTo>
                  <a:pt x="434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2247840" y="2419200"/>
            <a:ext cx="3372120" cy="19440"/>
          </a:xfrm>
          <a:custGeom>
            <a:avLst/>
            <a:gdLst/>
            <a:ahLst/>
            <a:rect l="0" t="0" r="r" b="b"/>
            <a:pathLst>
              <a:path w="9367" h="54">
                <a:moveTo>
                  <a:pt x="0" y="0"/>
                </a:moveTo>
                <a:lnTo>
                  <a:pt x="9367" y="0"/>
                </a:lnTo>
                <a:lnTo>
                  <a:pt x="936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5619600" y="2419200"/>
            <a:ext cx="1124280" cy="19440"/>
          </a:xfrm>
          <a:custGeom>
            <a:avLst/>
            <a:gdLst/>
            <a:ahLst/>
            <a:rect l="0" t="0" r="r" b="b"/>
            <a:pathLst>
              <a:path w="3123" h="54">
                <a:moveTo>
                  <a:pt x="0" y="0"/>
                </a:moveTo>
                <a:lnTo>
                  <a:pt x="3123" y="0"/>
                </a:lnTo>
                <a:lnTo>
                  <a:pt x="312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6743520" y="2419200"/>
            <a:ext cx="4762800" cy="19440"/>
          </a:xfrm>
          <a:custGeom>
            <a:avLst/>
            <a:gdLst/>
            <a:ahLst/>
            <a:rect l="0" t="0" r="r" b="b"/>
            <a:pathLst>
              <a:path w="13230" h="54">
                <a:moveTo>
                  <a:pt x="0" y="0"/>
                </a:moveTo>
                <a:lnTo>
                  <a:pt x="13230" y="0"/>
                </a:lnTo>
                <a:lnTo>
                  <a:pt x="1323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685440" y="2847960"/>
            <a:ext cx="1562760" cy="9720"/>
          </a:xfrm>
          <a:custGeom>
            <a:avLst/>
            <a:gdLst/>
            <a:ahLst/>
            <a:rect l="0" t="0" r="r" b="b"/>
            <a:pathLst>
              <a:path w="4341" h="27">
                <a:moveTo>
                  <a:pt x="0" y="0"/>
                </a:moveTo>
                <a:lnTo>
                  <a:pt x="4341" y="0"/>
                </a:lnTo>
                <a:lnTo>
                  <a:pt x="43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2247840" y="2847960"/>
            <a:ext cx="3372120" cy="9720"/>
          </a:xfrm>
          <a:custGeom>
            <a:avLst/>
            <a:gdLst/>
            <a:ahLst/>
            <a:rect l="0" t="0" r="r" b="b"/>
            <a:pathLst>
              <a:path w="9367" h="27">
                <a:moveTo>
                  <a:pt x="0" y="0"/>
                </a:moveTo>
                <a:lnTo>
                  <a:pt x="9367" y="0"/>
                </a:lnTo>
                <a:lnTo>
                  <a:pt x="93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5619600" y="284796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6743520" y="2847960"/>
            <a:ext cx="4762800" cy="9720"/>
          </a:xfrm>
          <a:custGeom>
            <a:avLst/>
            <a:gdLst/>
            <a:ahLst/>
            <a:rect l="0" t="0" r="r" b="b"/>
            <a:pathLst>
              <a:path w="13230" h="27">
                <a:moveTo>
                  <a:pt x="0" y="0"/>
                </a:moveTo>
                <a:lnTo>
                  <a:pt x="13230" y="0"/>
                </a:lnTo>
                <a:lnTo>
                  <a:pt x="132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685440" y="3276360"/>
            <a:ext cx="1562760" cy="10080"/>
          </a:xfrm>
          <a:custGeom>
            <a:avLst/>
            <a:gdLst/>
            <a:ahLst/>
            <a:rect l="0" t="0" r="r" b="b"/>
            <a:pathLst>
              <a:path w="4341" h="28">
                <a:moveTo>
                  <a:pt x="0" y="0"/>
                </a:moveTo>
                <a:lnTo>
                  <a:pt x="4341" y="0"/>
                </a:lnTo>
                <a:lnTo>
                  <a:pt x="43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2247840" y="3276360"/>
            <a:ext cx="3372120" cy="10080"/>
          </a:xfrm>
          <a:custGeom>
            <a:avLst/>
            <a:gdLst/>
            <a:ahLst/>
            <a:rect l="0" t="0" r="r" b="b"/>
            <a:pathLst>
              <a:path w="9367" h="28">
                <a:moveTo>
                  <a:pt x="0" y="0"/>
                </a:moveTo>
                <a:lnTo>
                  <a:pt x="9367" y="0"/>
                </a:lnTo>
                <a:lnTo>
                  <a:pt x="93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5619600" y="327636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6743520" y="3276360"/>
            <a:ext cx="4762800" cy="10080"/>
          </a:xfrm>
          <a:custGeom>
            <a:avLst/>
            <a:gdLst/>
            <a:ahLst/>
            <a:rect l="0" t="0" r="r" b="b"/>
            <a:pathLst>
              <a:path w="13230" h="28">
                <a:moveTo>
                  <a:pt x="0" y="0"/>
                </a:moveTo>
                <a:lnTo>
                  <a:pt x="13230" y="0"/>
                </a:lnTo>
                <a:lnTo>
                  <a:pt x="132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685440" y="3695400"/>
            <a:ext cx="1562760" cy="10080"/>
          </a:xfrm>
          <a:custGeom>
            <a:avLst/>
            <a:gdLst/>
            <a:ahLst/>
            <a:rect l="0" t="0" r="r" b="b"/>
            <a:pathLst>
              <a:path w="4341" h="28">
                <a:moveTo>
                  <a:pt x="0" y="0"/>
                </a:moveTo>
                <a:lnTo>
                  <a:pt x="4341" y="0"/>
                </a:lnTo>
                <a:lnTo>
                  <a:pt x="43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2247840" y="3695400"/>
            <a:ext cx="3372120" cy="10080"/>
          </a:xfrm>
          <a:custGeom>
            <a:avLst/>
            <a:gdLst/>
            <a:ahLst/>
            <a:rect l="0" t="0" r="r" b="b"/>
            <a:pathLst>
              <a:path w="9367" h="28">
                <a:moveTo>
                  <a:pt x="0" y="0"/>
                </a:moveTo>
                <a:lnTo>
                  <a:pt x="9367" y="0"/>
                </a:lnTo>
                <a:lnTo>
                  <a:pt x="93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5619600" y="369540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6743520" y="3695400"/>
            <a:ext cx="4762800" cy="10080"/>
          </a:xfrm>
          <a:custGeom>
            <a:avLst/>
            <a:gdLst/>
            <a:ahLst/>
            <a:rect l="0" t="0" r="r" b="b"/>
            <a:pathLst>
              <a:path w="13230" h="28">
                <a:moveTo>
                  <a:pt x="0" y="0"/>
                </a:moveTo>
                <a:lnTo>
                  <a:pt x="13230" y="0"/>
                </a:lnTo>
                <a:lnTo>
                  <a:pt x="132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685440" y="4343040"/>
            <a:ext cx="1562760" cy="10080"/>
          </a:xfrm>
          <a:custGeom>
            <a:avLst/>
            <a:gdLst/>
            <a:ahLst/>
            <a:rect l="0" t="0" r="r" b="b"/>
            <a:pathLst>
              <a:path w="4341" h="28">
                <a:moveTo>
                  <a:pt x="0" y="0"/>
                </a:moveTo>
                <a:lnTo>
                  <a:pt x="4341" y="0"/>
                </a:lnTo>
                <a:lnTo>
                  <a:pt x="43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2247840" y="4343040"/>
            <a:ext cx="3372120" cy="10080"/>
          </a:xfrm>
          <a:custGeom>
            <a:avLst/>
            <a:gdLst/>
            <a:ahLst/>
            <a:rect l="0" t="0" r="r" b="b"/>
            <a:pathLst>
              <a:path w="9367" h="28">
                <a:moveTo>
                  <a:pt x="0" y="0"/>
                </a:moveTo>
                <a:lnTo>
                  <a:pt x="9367" y="0"/>
                </a:lnTo>
                <a:lnTo>
                  <a:pt x="93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5619600" y="434304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6743520" y="4343040"/>
            <a:ext cx="4762800" cy="10080"/>
          </a:xfrm>
          <a:custGeom>
            <a:avLst/>
            <a:gdLst/>
            <a:ahLst/>
            <a:rect l="0" t="0" r="r" b="b"/>
            <a:pathLst>
              <a:path w="13230" h="28">
                <a:moveTo>
                  <a:pt x="0" y="0"/>
                </a:moveTo>
                <a:lnTo>
                  <a:pt x="13230" y="0"/>
                </a:lnTo>
                <a:lnTo>
                  <a:pt x="132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685440" y="4991040"/>
            <a:ext cx="1562760" cy="9720"/>
          </a:xfrm>
          <a:custGeom>
            <a:avLst/>
            <a:gdLst/>
            <a:ahLst/>
            <a:rect l="0" t="0" r="r" b="b"/>
            <a:pathLst>
              <a:path w="4341" h="27">
                <a:moveTo>
                  <a:pt x="0" y="0"/>
                </a:moveTo>
                <a:lnTo>
                  <a:pt x="4341" y="0"/>
                </a:lnTo>
                <a:lnTo>
                  <a:pt x="43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2247840" y="4991040"/>
            <a:ext cx="3372120" cy="9720"/>
          </a:xfrm>
          <a:custGeom>
            <a:avLst/>
            <a:gdLst/>
            <a:ahLst/>
            <a:rect l="0" t="0" r="r" b="b"/>
            <a:pathLst>
              <a:path w="9367" h="27">
                <a:moveTo>
                  <a:pt x="0" y="0"/>
                </a:moveTo>
                <a:lnTo>
                  <a:pt x="9367" y="0"/>
                </a:lnTo>
                <a:lnTo>
                  <a:pt x="93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5619600" y="499104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6743520" y="4991040"/>
            <a:ext cx="4762800" cy="9720"/>
          </a:xfrm>
          <a:custGeom>
            <a:avLst/>
            <a:gdLst/>
            <a:ahLst/>
            <a:rect l="0" t="0" r="r" b="b"/>
            <a:pathLst>
              <a:path w="13230" h="27">
                <a:moveTo>
                  <a:pt x="0" y="0"/>
                </a:moveTo>
                <a:lnTo>
                  <a:pt x="13230" y="0"/>
                </a:lnTo>
                <a:lnTo>
                  <a:pt x="132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685440" y="5628960"/>
            <a:ext cx="1562760" cy="10080"/>
          </a:xfrm>
          <a:custGeom>
            <a:avLst/>
            <a:gdLst/>
            <a:ahLst/>
            <a:rect l="0" t="0" r="r" b="b"/>
            <a:pathLst>
              <a:path w="4341" h="28">
                <a:moveTo>
                  <a:pt x="0" y="0"/>
                </a:moveTo>
                <a:lnTo>
                  <a:pt x="4341" y="0"/>
                </a:lnTo>
                <a:lnTo>
                  <a:pt x="43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2247840" y="5628960"/>
            <a:ext cx="3372120" cy="10080"/>
          </a:xfrm>
          <a:custGeom>
            <a:avLst/>
            <a:gdLst/>
            <a:ahLst/>
            <a:rect l="0" t="0" r="r" b="b"/>
            <a:pathLst>
              <a:path w="9367" h="28">
                <a:moveTo>
                  <a:pt x="0" y="0"/>
                </a:moveTo>
                <a:lnTo>
                  <a:pt x="9367" y="0"/>
                </a:lnTo>
                <a:lnTo>
                  <a:pt x="93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5619600" y="562896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6743520" y="5628960"/>
            <a:ext cx="4762800" cy="10080"/>
          </a:xfrm>
          <a:custGeom>
            <a:avLst/>
            <a:gdLst/>
            <a:ahLst/>
            <a:rect l="0" t="0" r="r" b="b"/>
            <a:pathLst>
              <a:path w="13230" h="28">
                <a:moveTo>
                  <a:pt x="0" y="0"/>
                </a:moveTo>
                <a:lnTo>
                  <a:pt x="13230" y="0"/>
                </a:lnTo>
                <a:lnTo>
                  <a:pt x="132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685800" y="710640"/>
            <a:ext cx="33462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S K I L L S   ·   C O N T E X T   ·   M E M O R Y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685800" y="910080"/>
            <a:ext cx="1078776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How agents pick up domain knowledge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685800" y="2048040"/>
            <a:ext cx="4705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LAYE R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2251800" y="2048040"/>
            <a:ext cx="6955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 O U RC E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5616720" y="1952640"/>
            <a:ext cx="52848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LOADED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5616720" y="2133720"/>
            <a:ext cx="3931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WHEN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6746040" y="2048040"/>
            <a:ext cx="9979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M EC H AN IS M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2247840" y="2543040"/>
            <a:ext cx="2991240" cy="209880"/>
          </a:xfrm>
          <a:custGeom>
            <a:avLst/>
            <a:gdLst/>
            <a:ahLst/>
            <a:rect l="0" t="0" r="r" b="b"/>
            <a:pathLst>
              <a:path w="8309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8203" y="0"/>
                </a:lnTo>
                <a:cubicBezTo>
                  <a:pt x="8217" y="0"/>
                  <a:pt x="8230" y="3"/>
                  <a:pt x="8243" y="8"/>
                </a:cubicBezTo>
                <a:cubicBezTo>
                  <a:pt x="8256" y="13"/>
                  <a:pt x="8268" y="21"/>
                  <a:pt x="8278" y="31"/>
                </a:cubicBezTo>
                <a:cubicBezTo>
                  <a:pt x="8288" y="41"/>
                  <a:pt x="8295" y="52"/>
                  <a:pt x="8301" y="65"/>
                </a:cubicBezTo>
                <a:cubicBezTo>
                  <a:pt x="8306" y="78"/>
                  <a:pt x="8309" y="92"/>
                  <a:pt x="8309" y="106"/>
                </a:cubicBezTo>
                <a:lnTo>
                  <a:pt x="8309" y="477"/>
                </a:lnTo>
                <a:cubicBezTo>
                  <a:pt x="8309" y="491"/>
                  <a:pt x="8306" y="505"/>
                  <a:pt x="8301" y="518"/>
                </a:cubicBezTo>
                <a:cubicBezTo>
                  <a:pt x="8295" y="531"/>
                  <a:pt x="8288" y="542"/>
                  <a:pt x="8278" y="552"/>
                </a:cubicBezTo>
                <a:cubicBezTo>
                  <a:pt x="8268" y="562"/>
                  <a:pt x="8256" y="570"/>
                  <a:pt x="8243" y="575"/>
                </a:cubicBezTo>
                <a:cubicBezTo>
                  <a:pt x="8230" y="580"/>
                  <a:pt x="8217" y="583"/>
                  <a:pt x="8203" y="583"/>
                </a:cubicBezTo>
                <a:lnTo>
                  <a:pt x="105" y="583"/>
                </a:lnTo>
                <a:cubicBezTo>
                  <a:pt x="91" y="583"/>
                  <a:pt x="78" y="580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685800" y="2536560"/>
            <a:ext cx="10051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System prompt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2327760" y="2574360"/>
            <a:ext cx="28414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Agent.spec.declarative.systemMessage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5616720" y="2536560"/>
            <a:ext cx="59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Pod start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6746040" y="2536560"/>
            <a:ext cx="8722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Inline in CRD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2247840" y="2962080"/>
            <a:ext cx="1419480" cy="209880"/>
          </a:xfrm>
          <a:custGeom>
            <a:avLst/>
            <a:gdLst/>
            <a:ahLst/>
            <a:rect l="0" t="0" r="r" b="b"/>
            <a:pathLst>
              <a:path w="3943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837" y="0"/>
                </a:lnTo>
                <a:cubicBezTo>
                  <a:pt x="3851" y="0"/>
                  <a:pt x="3865" y="3"/>
                  <a:pt x="3878" y="8"/>
                </a:cubicBezTo>
                <a:cubicBezTo>
                  <a:pt x="3891" y="13"/>
                  <a:pt x="3902" y="21"/>
                  <a:pt x="3912" y="31"/>
                </a:cubicBezTo>
                <a:cubicBezTo>
                  <a:pt x="3922" y="41"/>
                  <a:pt x="3930" y="52"/>
                  <a:pt x="3935" y="65"/>
                </a:cubicBezTo>
                <a:cubicBezTo>
                  <a:pt x="3940" y="78"/>
                  <a:pt x="3943" y="92"/>
                  <a:pt x="3943" y="106"/>
                </a:cubicBezTo>
                <a:lnTo>
                  <a:pt x="3943" y="477"/>
                </a:lnTo>
                <a:cubicBezTo>
                  <a:pt x="3943" y="491"/>
                  <a:pt x="3940" y="505"/>
                  <a:pt x="3935" y="518"/>
                </a:cubicBezTo>
                <a:cubicBezTo>
                  <a:pt x="3930" y="531"/>
                  <a:pt x="3922" y="542"/>
                  <a:pt x="3912" y="552"/>
                </a:cubicBezTo>
                <a:cubicBezTo>
                  <a:pt x="3902" y="562"/>
                  <a:pt x="3891" y="570"/>
                  <a:pt x="3878" y="575"/>
                </a:cubicBezTo>
                <a:cubicBezTo>
                  <a:pt x="3865" y="580"/>
                  <a:pt x="3851" y="583"/>
                  <a:pt x="3837" y="583"/>
                </a:cubicBezTo>
                <a:lnTo>
                  <a:pt x="105" y="583"/>
                </a:lnTo>
                <a:cubicBezTo>
                  <a:pt x="91" y="583"/>
                  <a:pt x="78" y="580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685800" y="2955960"/>
            <a:ext cx="1237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A2A skill metadata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2327760" y="2993400"/>
            <a:ext cx="1263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a2aConfig.skills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5616720" y="2955960"/>
            <a:ext cx="59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Pod start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6746040" y="2955960"/>
            <a:ext cx="2706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Discovery / catalog only — not executed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2247840" y="3390840"/>
            <a:ext cx="1648080" cy="209880"/>
          </a:xfrm>
          <a:custGeom>
            <a:avLst/>
            <a:gdLst/>
            <a:ahLst/>
            <a:rect l="0" t="0" r="r" b="b"/>
            <a:pathLst>
              <a:path w="4578" h="583">
                <a:moveTo>
                  <a:pt x="0" y="477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4472" y="0"/>
                </a:lnTo>
                <a:cubicBezTo>
                  <a:pt x="4486" y="0"/>
                  <a:pt x="4500" y="2"/>
                  <a:pt x="4513" y="8"/>
                </a:cubicBezTo>
                <a:cubicBezTo>
                  <a:pt x="4526" y="13"/>
                  <a:pt x="4537" y="21"/>
                  <a:pt x="4547" y="31"/>
                </a:cubicBezTo>
                <a:cubicBezTo>
                  <a:pt x="4557" y="41"/>
                  <a:pt x="4565" y="52"/>
                  <a:pt x="4570" y="65"/>
                </a:cubicBezTo>
                <a:cubicBezTo>
                  <a:pt x="4575" y="78"/>
                  <a:pt x="4578" y="91"/>
                  <a:pt x="4578" y="105"/>
                </a:cubicBezTo>
                <a:lnTo>
                  <a:pt x="4578" y="477"/>
                </a:lnTo>
                <a:cubicBezTo>
                  <a:pt x="4578" y="491"/>
                  <a:pt x="4575" y="504"/>
                  <a:pt x="4570" y="517"/>
                </a:cubicBezTo>
                <a:cubicBezTo>
                  <a:pt x="4565" y="530"/>
                  <a:pt x="4557" y="542"/>
                  <a:pt x="4547" y="552"/>
                </a:cubicBezTo>
                <a:cubicBezTo>
                  <a:pt x="4537" y="562"/>
                  <a:pt x="4526" y="569"/>
                  <a:pt x="4513" y="575"/>
                </a:cubicBezTo>
                <a:cubicBezTo>
                  <a:pt x="4500" y="580"/>
                  <a:pt x="4486" y="583"/>
                  <a:pt x="4472" y="583"/>
                </a:cubicBezTo>
                <a:lnTo>
                  <a:pt x="105" y="583"/>
                </a:lnTo>
                <a:cubicBezTo>
                  <a:pt x="91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0"/>
                  <a:pt x="8" y="517"/>
                </a:cubicBezTo>
                <a:cubicBezTo>
                  <a:pt x="2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685800" y="3384360"/>
            <a:ext cx="1104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Executable skills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2327760" y="3422160"/>
            <a:ext cx="15001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spec.skills.gitRefs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3899160" y="3384360"/>
            <a:ext cx="4820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or OCI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6743520" y="3390840"/>
            <a:ext cx="1019520" cy="209880"/>
          </a:xfrm>
          <a:custGeom>
            <a:avLst/>
            <a:gdLst/>
            <a:ahLst/>
            <a:rect l="0" t="0" r="r" b="b"/>
            <a:pathLst>
              <a:path w="2832" h="583">
                <a:moveTo>
                  <a:pt x="0" y="477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726" y="0"/>
                </a:lnTo>
                <a:cubicBezTo>
                  <a:pt x="2740" y="0"/>
                  <a:pt x="2754" y="2"/>
                  <a:pt x="2767" y="8"/>
                </a:cubicBezTo>
                <a:cubicBezTo>
                  <a:pt x="2780" y="13"/>
                  <a:pt x="2791" y="21"/>
                  <a:pt x="2801" y="31"/>
                </a:cubicBezTo>
                <a:cubicBezTo>
                  <a:pt x="2811" y="41"/>
                  <a:pt x="2819" y="52"/>
                  <a:pt x="2824" y="65"/>
                </a:cubicBezTo>
                <a:cubicBezTo>
                  <a:pt x="2829" y="78"/>
                  <a:pt x="2832" y="91"/>
                  <a:pt x="2832" y="105"/>
                </a:cubicBezTo>
                <a:lnTo>
                  <a:pt x="2832" y="477"/>
                </a:lnTo>
                <a:cubicBezTo>
                  <a:pt x="2832" y="491"/>
                  <a:pt x="2829" y="504"/>
                  <a:pt x="2824" y="517"/>
                </a:cubicBezTo>
                <a:cubicBezTo>
                  <a:pt x="2819" y="530"/>
                  <a:pt x="2811" y="542"/>
                  <a:pt x="2801" y="552"/>
                </a:cubicBezTo>
                <a:cubicBezTo>
                  <a:pt x="2791" y="562"/>
                  <a:pt x="2780" y="569"/>
                  <a:pt x="2767" y="575"/>
                </a:cubicBezTo>
                <a:cubicBezTo>
                  <a:pt x="2754" y="580"/>
                  <a:pt x="2740" y="583"/>
                  <a:pt x="2726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5616720" y="3384360"/>
            <a:ext cx="59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Pod start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6822000" y="3422160"/>
            <a:ext cx="8686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skills-init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9343800" y="3390840"/>
            <a:ext cx="790920" cy="209880"/>
          </a:xfrm>
          <a:custGeom>
            <a:avLst/>
            <a:gdLst/>
            <a:ahLst/>
            <a:rect l="0" t="0" r="r" b="b"/>
            <a:pathLst>
              <a:path w="2197" h="583">
                <a:moveTo>
                  <a:pt x="0" y="477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091" y="0"/>
                </a:lnTo>
                <a:cubicBezTo>
                  <a:pt x="2105" y="0"/>
                  <a:pt x="2119" y="2"/>
                  <a:pt x="2132" y="8"/>
                </a:cubicBezTo>
                <a:cubicBezTo>
                  <a:pt x="2145" y="13"/>
                  <a:pt x="2156" y="21"/>
                  <a:pt x="2166" y="31"/>
                </a:cubicBezTo>
                <a:cubicBezTo>
                  <a:pt x="2176" y="41"/>
                  <a:pt x="2184" y="52"/>
                  <a:pt x="2189" y="65"/>
                </a:cubicBezTo>
                <a:cubicBezTo>
                  <a:pt x="2194" y="78"/>
                  <a:pt x="2197" y="91"/>
                  <a:pt x="2197" y="105"/>
                </a:cubicBezTo>
                <a:lnTo>
                  <a:pt x="2197" y="477"/>
                </a:lnTo>
                <a:cubicBezTo>
                  <a:pt x="2197" y="491"/>
                  <a:pt x="2194" y="504"/>
                  <a:pt x="2189" y="517"/>
                </a:cubicBezTo>
                <a:cubicBezTo>
                  <a:pt x="2184" y="530"/>
                  <a:pt x="2176" y="542"/>
                  <a:pt x="2166" y="552"/>
                </a:cubicBezTo>
                <a:cubicBezTo>
                  <a:pt x="2156" y="562"/>
                  <a:pt x="2145" y="569"/>
                  <a:pt x="2132" y="575"/>
                </a:cubicBezTo>
                <a:cubicBezTo>
                  <a:pt x="2119" y="580"/>
                  <a:pt x="2105" y="583"/>
                  <a:pt x="2091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4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7763760" y="3384360"/>
            <a:ext cx="15696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initContainer clones to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9424080" y="3422160"/>
            <a:ext cx="6318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emptyDir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10334520" y="3390840"/>
            <a:ext cx="705240" cy="209880"/>
          </a:xfrm>
          <a:custGeom>
            <a:avLst/>
            <a:gdLst/>
            <a:ahLst/>
            <a:rect l="0" t="0" r="r" b="b"/>
            <a:pathLst>
              <a:path w="1959" h="583">
                <a:moveTo>
                  <a:pt x="0" y="477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853" y="0"/>
                </a:lnTo>
                <a:cubicBezTo>
                  <a:pt x="1867" y="0"/>
                  <a:pt x="1880" y="2"/>
                  <a:pt x="1893" y="8"/>
                </a:cubicBezTo>
                <a:cubicBezTo>
                  <a:pt x="1906" y="13"/>
                  <a:pt x="1918" y="21"/>
                  <a:pt x="1928" y="31"/>
                </a:cubicBezTo>
                <a:cubicBezTo>
                  <a:pt x="1938" y="41"/>
                  <a:pt x="1945" y="52"/>
                  <a:pt x="1951" y="65"/>
                </a:cubicBezTo>
                <a:cubicBezTo>
                  <a:pt x="1956" y="78"/>
                  <a:pt x="1959" y="91"/>
                  <a:pt x="1959" y="105"/>
                </a:cubicBezTo>
                <a:lnTo>
                  <a:pt x="1959" y="477"/>
                </a:lnTo>
                <a:cubicBezTo>
                  <a:pt x="1959" y="491"/>
                  <a:pt x="1956" y="504"/>
                  <a:pt x="1951" y="517"/>
                </a:cubicBezTo>
                <a:cubicBezTo>
                  <a:pt x="1945" y="530"/>
                  <a:pt x="1938" y="542"/>
                  <a:pt x="1928" y="552"/>
                </a:cubicBezTo>
                <a:cubicBezTo>
                  <a:pt x="1918" y="562"/>
                  <a:pt x="1906" y="569"/>
                  <a:pt x="1893" y="575"/>
                </a:cubicBezTo>
                <a:cubicBezTo>
                  <a:pt x="1880" y="580"/>
                  <a:pt x="1867" y="583"/>
                  <a:pt x="1853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0"/>
                  <a:pt x="8" y="517"/>
                </a:cubicBezTo>
                <a:cubicBezTo>
                  <a:pt x="2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10129680" y="3384360"/>
            <a:ext cx="208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at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10409400" y="3422160"/>
            <a:ext cx="5529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/skills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2247840" y="3809880"/>
            <a:ext cx="1886040" cy="209880"/>
          </a:xfrm>
          <a:custGeom>
            <a:avLst/>
            <a:gdLst/>
            <a:ahLst/>
            <a:rect l="0" t="0" r="r" b="b"/>
            <a:pathLst>
              <a:path w="5239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5134" y="0"/>
                </a:lnTo>
                <a:cubicBezTo>
                  <a:pt x="5148" y="0"/>
                  <a:pt x="5161" y="3"/>
                  <a:pt x="5174" y="8"/>
                </a:cubicBezTo>
                <a:cubicBezTo>
                  <a:pt x="5187" y="13"/>
                  <a:pt x="5198" y="21"/>
                  <a:pt x="5208" y="31"/>
                </a:cubicBezTo>
                <a:cubicBezTo>
                  <a:pt x="5218" y="41"/>
                  <a:pt x="5226" y="52"/>
                  <a:pt x="5231" y="65"/>
                </a:cubicBezTo>
                <a:cubicBezTo>
                  <a:pt x="5237" y="78"/>
                  <a:pt x="5239" y="92"/>
                  <a:pt x="5239" y="106"/>
                </a:cubicBezTo>
                <a:lnTo>
                  <a:pt x="5239" y="477"/>
                </a:lnTo>
                <a:cubicBezTo>
                  <a:pt x="5239" y="491"/>
                  <a:pt x="5237" y="505"/>
                  <a:pt x="5231" y="518"/>
                </a:cubicBezTo>
                <a:cubicBezTo>
                  <a:pt x="5226" y="531"/>
                  <a:pt x="5218" y="542"/>
                  <a:pt x="5208" y="552"/>
                </a:cubicBezTo>
                <a:cubicBezTo>
                  <a:pt x="5198" y="562"/>
                  <a:pt x="5187" y="569"/>
                  <a:pt x="5174" y="575"/>
                </a:cubicBezTo>
                <a:cubicBezTo>
                  <a:pt x="5161" y="580"/>
                  <a:pt x="5148" y="583"/>
                  <a:pt x="5134" y="583"/>
                </a:cubicBezTo>
                <a:lnTo>
                  <a:pt x="105" y="583"/>
                </a:lnTo>
                <a:cubicBezTo>
                  <a:pt x="91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685800" y="3803400"/>
            <a:ext cx="365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Tools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2327760" y="3841200"/>
            <a:ext cx="1736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spec.declarative.tools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4134960" y="3803400"/>
            <a:ext cx="4651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(MCP)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5616720" y="3803400"/>
            <a:ext cx="780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Per-request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6746040" y="3803400"/>
            <a:ext cx="4424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RemoteMCPServer or Service · agentgateway can be central MCP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6746040" y="4032000"/>
            <a:ext cx="5652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gateway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2247840" y="4457520"/>
            <a:ext cx="1962360" cy="209880"/>
          </a:xfrm>
          <a:custGeom>
            <a:avLst/>
            <a:gdLst/>
            <a:ahLst/>
            <a:rect l="0" t="0" r="r" b="b"/>
            <a:pathLst>
              <a:path w="5451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5345" y="0"/>
                </a:lnTo>
                <a:cubicBezTo>
                  <a:pt x="5359" y="0"/>
                  <a:pt x="5373" y="3"/>
                  <a:pt x="5386" y="8"/>
                </a:cubicBezTo>
                <a:cubicBezTo>
                  <a:pt x="5399" y="13"/>
                  <a:pt x="5410" y="21"/>
                  <a:pt x="5420" y="31"/>
                </a:cubicBezTo>
                <a:cubicBezTo>
                  <a:pt x="5430" y="41"/>
                  <a:pt x="5438" y="52"/>
                  <a:pt x="5443" y="65"/>
                </a:cubicBezTo>
                <a:cubicBezTo>
                  <a:pt x="5448" y="78"/>
                  <a:pt x="5451" y="92"/>
                  <a:pt x="5451" y="106"/>
                </a:cubicBezTo>
                <a:lnTo>
                  <a:pt x="5451" y="477"/>
                </a:lnTo>
                <a:cubicBezTo>
                  <a:pt x="5451" y="491"/>
                  <a:pt x="5448" y="505"/>
                  <a:pt x="5443" y="518"/>
                </a:cubicBezTo>
                <a:cubicBezTo>
                  <a:pt x="5438" y="531"/>
                  <a:pt x="5430" y="542"/>
                  <a:pt x="5420" y="552"/>
                </a:cubicBezTo>
                <a:cubicBezTo>
                  <a:pt x="5410" y="562"/>
                  <a:pt x="5399" y="570"/>
                  <a:pt x="5386" y="575"/>
                </a:cubicBezTo>
                <a:cubicBezTo>
                  <a:pt x="5373" y="580"/>
                  <a:pt x="5359" y="583"/>
                  <a:pt x="5345" y="583"/>
                </a:cubicBezTo>
                <a:lnTo>
                  <a:pt x="105" y="583"/>
                </a:lnTo>
                <a:cubicBezTo>
                  <a:pt x="91" y="583"/>
                  <a:pt x="78" y="580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685800" y="4451400"/>
            <a:ext cx="5400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Memory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2327760" y="4488840"/>
            <a:ext cx="18154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spec.declarative.memory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4213800" y="4451400"/>
            <a:ext cx="672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(when re-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2251800" y="4670280"/>
            <a:ext cx="59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enabled)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6743520" y="4457520"/>
            <a:ext cx="1572120" cy="209880"/>
          </a:xfrm>
          <a:custGeom>
            <a:avLst/>
            <a:gdLst/>
            <a:ahLst/>
            <a:rect l="0" t="0" r="r" b="b"/>
            <a:pathLst>
              <a:path w="4367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261" y="0"/>
                </a:lnTo>
                <a:cubicBezTo>
                  <a:pt x="4275" y="0"/>
                  <a:pt x="4288" y="3"/>
                  <a:pt x="4301" y="8"/>
                </a:cubicBezTo>
                <a:cubicBezTo>
                  <a:pt x="4314" y="13"/>
                  <a:pt x="4326" y="21"/>
                  <a:pt x="4336" y="31"/>
                </a:cubicBezTo>
                <a:cubicBezTo>
                  <a:pt x="4346" y="41"/>
                  <a:pt x="4353" y="52"/>
                  <a:pt x="4359" y="65"/>
                </a:cubicBezTo>
                <a:cubicBezTo>
                  <a:pt x="4364" y="78"/>
                  <a:pt x="4367" y="92"/>
                  <a:pt x="4367" y="106"/>
                </a:cubicBezTo>
                <a:lnTo>
                  <a:pt x="4367" y="477"/>
                </a:lnTo>
                <a:cubicBezTo>
                  <a:pt x="4367" y="491"/>
                  <a:pt x="4364" y="505"/>
                  <a:pt x="4359" y="518"/>
                </a:cubicBezTo>
                <a:cubicBezTo>
                  <a:pt x="4353" y="531"/>
                  <a:pt x="4346" y="542"/>
                  <a:pt x="4336" y="552"/>
                </a:cubicBezTo>
                <a:cubicBezTo>
                  <a:pt x="4326" y="562"/>
                  <a:pt x="4314" y="570"/>
                  <a:pt x="4301" y="575"/>
                </a:cubicBezTo>
                <a:cubicBezTo>
                  <a:pt x="4288" y="580"/>
                  <a:pt x="4275" y="583"/>
                  <a:pt x="4261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5616720" y="4451400"/>
            <a:ext cx="780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Per-request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6822000" y="4488840"/>
            <a:ext cx="14209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load_memory(query)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8420040" y="4457520"/>
            <a:ext cx="1486080" cy="209880"/>
          </a:xfrm>
          <a:custGeom>
            <a:avLst/>
            <a:gdLst/>
            <a:ahLst/>
            <a:rect l="0" t="0" r="r" b="b"/>
            <a:pathLst>
              <a:path w="4128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4022" y="0"/>
                </a:lnTo>
                <a:cubicBezTo>
                  <a:pt x="4036" y="0"/>
                  <a:pt x="4050" y="3"/>
                  <a:pt x="4063" y="8"/>
                </a:cubicBezTo>
                <a:cubicBezTo>
                  <a:pt x="4076" y="13"/>
                  <a:pt x="4087" y="21"/>
                  <a:pt x="4097" y="31"/>
                </a:cubicBezTo>
                <a:cubicBezTo>
                  <a:pt x="4107" y="41"/>
                  <a:pt x="4115" y="52"/>
                  <a:pt x="4120" y="65"/>
                </a:cubicBezTo>
                <a:cubicBezTo>
                  <a:pt x="4125" y="78"/>
                  <a:pt x="4128" y="92"/>
                  <a:pt x="4128" y="106"/>
                </a:cubicBezTo>
                <a:lnTo>
                  <a:pt x="4128" y="477"/>
                </a:lnTo>
                <a:cubicBezTo>
                  <a:pt x="4128" y="491"/>
                  <a:pt x="4125" y="505"/>
                  <a:pt x="4120" y="518"/>
                </a:cubicBezTo>
                <a:cubicBezTo>
                  <a:pt x="4115" y="531"/>
                  <a:pt x="4107" y="542"/>
                  <a:pt x="4097" y="552"/>
                </a:cubicBezTo>
                <a:cubicBezTo>
                  <a:pt x="4087" y="562"/>
                  <a:pt x="4076" y="570"/>
                  <a:pt x="4063" y="575"/>
                </a:cubicBezTo>
                <a:cubicBezTo>
                  <a:pt x="4050" y="580"/>
                  <a:pt x="4036" y="583"/>
                  <a:pt x="4022" y="583"/>
                </a:cubicBezTo>
                <a:lnTo>
                  <a:pt x="105" y="583"/>
                </a:lnTo>
                <a:cubicBezTo>
                  <a:pt x="91" y="583"/>
                  <a:pt x="78" y="580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8314560" y="445140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8493840" y="4488840"/>
            <a:ext cx="13420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save_memory(text)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9907560" y="4451400"/>
            <a:ext cx="7228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pgvector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685800" y="5099040"/>
            <a:ext cx="1096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Prompt template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2247840" y="5105160"/>
            <a:ext cx="2200680" cy="209880"/>
          </a:xfrm>
          <a:custGeom>
            <a:avLst/>
            <a:gdLst/>
            <a:ahLst/>
            <a:rect l="0" t="0" r="r" b="b"/>
            <a:pathLst>
              <a:path w="6113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2" y="79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6007" y="0"/>
                </a:lnTo>
                <a:cubicBezTo>
                  <a:pt x="6021" y="0"/>
                  <a:pt x="6034" y="3"/>
                  <a:pt x="6047" y="8"/>
                </a:cubicBezTo>
                <a:cubicBezTo>
                  <a:pt x="6060" y="14"/>
                  <a:pt x="6072" y="21"/>
                  <a:pt x="6082" y="31"/>
                </a:cubicBezTo>
                <a:cubicBezTo>
                  <a:pt x="6091" y="41"/>
                  <a:pt x="6099" y="53"/>
                  <a:pt x="6104" y="65"/>
                </a:cubicBezTo>
                <a:cubicBezTo>
                  <a:pt x="6110" y="79"/>
                  <a:pt x="6113" y="93"/>
                  <a:pt x="6113" y="107"/>
                </a:cubicBezTo>
                <a:lnTo>
                  <a:pt x="6113" y="477"/>
                </a:lnTo>
                <a:cubicBezTo>
                  <a:pt x="6113" y="491"/>
                  <a:pt x="6110" y="505"/>
                  <a:pt x="6104" y="518"/>
                </a:cubicBezTo>
                <a:cubicBezTo>
                  <a:pt x="6099" y="531"/>
                  <a:pt x="6091" y="542"/>
                  <a:pt x="6082" y="552"/>
                </a:cubicBezTo>
                <a:cubicBezTo>
                  <a:pt x="6072" y="562"/>
                  <a:pt x="6060" y="570"/>
                  <a:pt x="6047" y="575"/>
                </a:cubicBezTo>
                <a:cubicBezTo>
                  <a:pt x="6034" y="581"/>
                  <a:pt x="6021" y="583"/>
                  <a:pt x="6007" y="583"/>
                </a:cubicBezTo>
                <a:lnTo>
                  <a:pt x="105" y="583"/>
                </a:lnTo>
                <a:cubicBezTo>
                  <a:pt x="91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685800" y="5317920"/>
            <a:ext cx="2912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data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2327760" y="5136480"/>
            <a:ext cx="20523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promptTemplate.dataSources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5616720" y="5099040"/>
            <a:ext cx="780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Per-request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6746040" y="5099040"/>
            <a:ext cx="3717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ConfigMap-backed builtins + per-namespace overrides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2828880" y="5819760"/>
            <a:ext cx="1486080" cy="295560"/>
          </a:xfrm>
          <a:custGeom>
            <a:avLst/>
            <a:gdLst/>
            <a:ahLst/>
            <a:rect l="0" t="0" r="r" b="b"/>
            <a:pathLst>
              <a:path w="4128" h="821">
                <a:moveTo>
                  <a:pt x="0" y="715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4022" y="0"/>
                </a:lnTo>
                <a:cubicBezTo>
                  <a:pt x="4036" y="0"/>
                  <a:pt x="4050" y="2"/>
                  <a:pt x="4063" y="8"/>
                </a:cubicBezTo>
                <a:cubicBezTo>
                  <a:pt x="4076" y="13"/>
                  <a:pt x="4087" y="21"/>
                  <a:pt x="4097" y="31"/>
                </a:cubicBezTo>
                <a:cubicBezTo>
                  <a:pt x="4107" y="40"/>
                  <a:pt x="4115" y="52"/>
                  <a:pt x="4120" y="65"/>
                </a:cubicBezTo>
                <a:cubicBezTo>
                  <a:pt x="4125" y="78"/>
                  <a:pt x="4128" y="91"/>
                  <a:pt x="4128" y="105"/>
                </a:cubicBezTo>
                <a:lnTo>
                  <a:pt x="4128" y="715"/>
                </a:lnTo>
                <a:cubicBezTo>
                  <a:pt x="4128" y="729"/>
                  <a:pt x="4125" y="742"/>
                  <a:pt x="4120" y="755"/>
                </a:cubicBezTo>
                <a:cubicBezTo>
                  <a:pt x="4115" y="768"/>
                  <a:pt x="4107" y="780"/>
                  <a:pt x="4097" y="790"/>
                </a:cubicBezTo>
                <a:cubicBezTo>
                  <a:pt x="4087" y="800"/>
                  <a:pt x="4076" y="807"/>
                  <a:pt x="4063" y="813"/>
                </a:cubicBezTo>
                <a:cubicBezTo>
                  <a:pt x="4050" y="818"/>
                  <a:pt x="4036" y="821"/>
                  <a:pt x="4022" y="821"/>
                </a:cubicBezTo>
                <a:lnTo>
                  <a:pt x="105" y="821"/>
                </a:lnTo>
                <a:cubicBezTo>
                  <a:pt x="91" y="821"/>
                  <a:pt x="78" y="818"/>
                  <a:pt x="65" y="813"/>
                </a:cubicBezTo>
                <a:cubicBezTo>
                  <a:pt x="52" y="807"/>
                  <a:pt x="41" y="800"/>
                  <a:pt x="31" y="790"/>
                </a:cubicBezTo>
                <a:cubicBezTo>
                  <a:pt x="21" y="780"/>
                  <a:pt x="13" y="768"/>
                  <a:pt x="8" y="755"/>
                </a:cubicBezTo>
                <a:cubicBezTo>
                  <a:pt x="2" y="742"/>
                  <a:pt x="0" y="729"/>
                  <a:pt x="0" y="715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685800" y="5794560"/>
            <a:ext cx="20206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Critical naming rule: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2903760" y="5852160"/>
            <a:ext cx="1333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8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spec.skills</a:t>
            </a:r>
            <a:endParaRPr lang="en-GB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4312440" y="5794560"/>
            <a:ext cx="2300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(executable bundles)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6606360" y="5862960"/>
            <a:ext cx="2282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≠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6791040" y="5819760"/>
            <a:ext cx="2095920" cy="295560"/>
          </a:xfrm>
          <a:custGeom>
            <a:avLst/>
            <a:gdLst/>
            <a:ahLst/>
            <a:rect l="0" t="0" r="r" b="b"/>
            <a:pathLst>
              <a:path w="5822" h="821">
                <a:moveTo>
                  <a:pt x="0" y="715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5716" y="0"/>
                </a:lnTo>
                <a:cubicBezTo>
                  <a:pt x="5730" y="0"/>
                  <a:pt x="5744" y="2"/>
                  <a:pt x="5757" y="8"/>
                </a:cubicBezTo>
                <a:cubicBezTo>
                  <a:pt x="5770" y="13"/>
                  <a:pt x="5781" y="21"/>
                  <a:pt x="5791" y="31"/>
                </a:cubicBezTo>
                <a:cubicBezTo>
                  <a:pt x="5801" y="40"/>
                  <a:pt x="5809" y="52"/>
                  <a:pt x="5814" y="65"/>
                </a:cubicBezTo>
                <a:cubicBezTo>
                  <a:pt x="5819" y="78"/>
                  <a:pt x="5822" y="91"/>
                  <a:pt x="5822" y="105"/>
                </a:cubicBezTo>
                <a:lnTo>
                  <a:pt x="5822" y="715"/>
                </a:lnTo>
                <a:cubicBezTo>
                  <a:pt x="5822" y="729"/>
                  <a:pt x="5819" y="742"/>
                  <a:pt x="5814" y="755"/>
                </a:cubicBezTo>
                <a:cubicBezTo>
                  <a:pt x="5809" y="768"/>
                  <a:pt x="5801" y="780"/>
                  <a:pt x="5791" y="790"/>
                </a:cubicBezTo>
                <a:cubicBezTo>
                  <a:pt x="5781" y="800"/>
                  <a:pt x="5770" y="807"/>
                  <a:pt x="5757" y="813"/>
                </a:cubicBezTo>
                <a:cubicBezTo>
                  <a:pt x="5744" y="818"/>
                  <a:pt x="5730" y="821"/>
                  <a:pt x="5716" y="821"/>
                </a:cubicBezTo>
                <a:lnTo>
                  <a:pt x="106" y="821"/>
                </a:lnTo>
                <a:cubicBezTo>
                  <a:pt x="92" y="821"/>
                  <a:pt x="79" y="818"/>
                  <a:pt x="66" y="813"/>
                </a:cubicBezTo>
                <a:cubicBezTo>
                  <a:pt x="53" y="807"/>
                  <a:pt x="41" y="800"/>
                  <a:pt x="31" y="790"/>
                </a:cubicBezTo>
                <a:cubicBezTo>
                  <a:pt x="21" y="780"/>
                  <a:pt x="14" y="768"/>
                  <a:pt x="8" y="755"/>
                </a:cubicBezTo>
                <a:cubicBezTo>
                  <a:pt x="3" y="742"/>
                  <a:pt x="0" y="729"/>
                  <a:pt x="0" y="715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6736320" y="5794560"/>
            <a:ext cx="2282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6871320" y="5852160"/>
            <a:ext cx="1938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8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a2aConfig.skills</a:t>
            </a:r>
            <a:endParaRPr lang="en-GB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8885520" y="5794560"/>
            <a:ext cx="17283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(metadata only).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1179468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12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685800" y="520200"/>
            <a:ext cx="31939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P E R - R E Q U E S T   T R I A G E   F L O W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685800" y="719640"/>
            <a:ext cx="173304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Event 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2079000" y="771120"/>
            <a:ext cx="503640" cy="593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2571840" y="719640"/>
            <a:ext cx="229176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 routing 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4381560" y="771120"/>
            <a:ext cx="503640" cy="593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4874400" y="719640"/>
            <a:ext cx="190116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 agent 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6363360" y="771120"/>
            <a:ext cx="503640" cy="593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6856200" y="719640"/>
            <a:ext cx="296280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 diagnosis 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9168840" y="771120"/>
            <a:ext cx="503640" cy="593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685440" y="2327400"/>
            <a:ext cx="10820880" cy="3689280"/>
          </a:xfrm>
          <a:custGeom>
            <a:avLst/>
            <a:gdLst/>
            <a:ahLst/>
            <a:rect l="0" t="0" r="r" b="b"/>
            <a:pathLst>
              <a:path w="30058" h="10248">
                <a:moveTo>
                  <a:pt x="0" y="0"/>
                </a:moveTo>
                <a:lnTo>
                  <a:pt x="30058" y="0"/>
                </a:lnTo>
                <a:lnTo>
                  <a:pt x="30058" y="10248"/>
                </a:lnTo>
                <a:lnTo>
                  <a:pt x="0" y="102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2406960" y="4048920"/>
            <a:ext cx="6455880" cy="799560"/>
          </a:xfrm>
          <a:custGeom>
            <a:avLst/>
            <a:gdLst/>
            <a:ahLst/>
            <a:rect l="0" t="0" r="r" b="b"/>
            <a:pathLst>
              <a:path w="17933" h="2221">
                <a:moveTo>
                  <a:pt x="0" y="0"/>
                </a:moveTo>
                <a:lnTo>
                  <a:pt x="17933" y="0"/>
                </a:lnTo>
                <a:lnTo>
                  <a:pt x="17933" y="2221"/>
                </a:lnTo>
                <a:lnTo>
                  <a:pt x="0" y="2221"/>
                </a:lnTo>
                <a:lnTo>
                  <a:pt x="0" y="0"/>
                </a:lnTo>
                <a:close/>
              </a:path>
            </a:pathLst>
          </a:custGeom>
          <a:solidFill>
            <a:srgbClr val="FFF4E6">
              <a:alpha val="6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2406960" y="4048920"/>
            <a:ext cx="6455880" cy="799560"/>
          </a:xfrm>
          <a:custGeom>
            <a:avLst/>
            <a:gdLst/>
            <a:ahLst/>
            <a:rect l="0" t="0" r="r" b="b"/>
            <a:pathLst>
              <a:path fill="none" w="17933" h="2221">
                <a:moveTo>
                  <a:pt x="17933" y="0"/>
                </a:moveTo>
                <a:cubicBezTo>
                  <a:pt x="17933" y="483"/>
                  <a:pt x="17933" y="966"/>
                  <a:pt x="17933" y="2221"/>
                </a:cubicBezTo>
                <a:moveTo>
                  <a:pt x="17933" y="0"/>
                </a:moveTo>
                <a:cubicBezTo>
                  <a:pt x="17933" y="596"/>
                  <a:pt x="17933" y="1192"/>
                  <a:pt x="17933" y="2221"/>
                </a:cubicBezTo>
                <a:moveTo>
                  <a:pt x="17933" y="2221"/>
                </a:moveTo>
                <a:cubicBezTo>
                  <a:pt x="14065" y="2221"/>
                  <a:pt x="10198" y="2221"/>
                  <a:pt x="0" y="2221"/>
                </a:cubicBezTo>
                <a:moveTo>
                  <a:pt x="17933" y="2221"/>
                </a:moveTo>
                <a:cubicBezTo>
                  <a:pt x="11192" y="2221"/>
                  <a:pt x="4451" y="2221"/>
                  <a:pt x="0" y="2221"/>
                </a:cubicBezTo>
                <a:moveTo>
                  <a:pt x="0" y="2221"/>
                </a:moveTo>
                <a:cubicBezTo>
                  <a:pt x="0" y="1584"/>
                  <a:pt x="0" y="946"/>
                  <a:pt x="0" y="0"/>
                </a:cubicBezTo>
                <a:cubicBezTo>
                  <a:pt x="3588" y="0"/>
                  <a:pt x="7174" y="0"/>
                  <a:pt x="17933" y="0"/>
                </a:cubicBezTo>
                <a:moveTo>
                  <a:pt x="0" y="2221"/>
                </a:moveTo>
                <a:cubicBezTo>
                  <a:pt x="0" y="1413"/>
                  <a:pt x="0" y="605"/>
                  <a:pt x="0" y="0"/>
                </a:cubicBezTo>
                <a:cubicBezTo>
                  <a:pt x="3970" y="0"/>
                  <a:pt x="7940" y="0"/>
                  <a:pt x="17933" y="0"/>
                </a:cubicBezTo>
              </a:path>
            </a:pathLst>
          </a:custGeom>
          <a:ln cap="rnd" w="6120">
            <a:solidFill>
              <a:srgbClr val="000000">
                <a:alpha val="0"/>
              </a:srgbClr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2399400" y="4041000"/>
            <a:ext cx="6471000" cy="815040"/>
          </a:xfrm>
          <a:custGeom>
            <a:avLst/>
            <a:gdLst/>
            <a:ahLst/>
            <a:rect l="0" t="0" r="r" b="b"/>
            <a:pathLst>
              <a:path w="17975" h="2264">
                <a:moveTo>
                  <a:pt x="21" y="0"/>
                </a:moveTo>
                <a:lnTo>
                  <a:pt x="158" y="0"/>
                </a:lnTo>
                <a:cubicBezTo>
                  <a:pt x="163" y="0"/>
                  <a:pt x="168" y="2"/>
                  <a:pt x="173" y="7"/>
                </a:cubicBezTo>
                <a:cubicBezTo>
                  <a:pt x="177" y="11"/>
                  <a:pt x="179" y="16"/>
                  <a:pt x="179" y="22"/>
                </a:cubicBezTo>
                <a:cubicBezTo>
                  <a:pt x="179" y="28"/>
                  <a:pt x="177" y="33"/>
                  <a:pt x="173" y="37"/>
                </a:cubicBezTo>
                <a:cubicBezTo>
                  <a:pt x="168" y="41"/>
                  <a:pt x="163" y="43"/>
                  <a:pt x="158" y="43"/>
                </a:cubicBezTo>
                <a:lnTo>
                  <a:pt x="43" y="43"/>
                </a:lnTo>
                <a:lnTo>
                  <a:pt x="43" y="89"/>
                </a:lnTo>
                <a:cubicBezTo>
                  <a:pt x="43" y="95"/>
                  <a:pt x="41" y="100"/>
                  <a:pt x="36" y="104"/>
                </a:cubicBezTo>
                <a:cubicBezTo>
                  <a:pt x="32" y="108"/>
                  <a:pt x="27" y="111"/>
                  <a:pt x="21" y="111"/>
                </a:cubicBezTo>
                <a:cubicBezTo>
                  <a:pt x="15" y="111"/>
                  <a:pt x="10" y="108"/>
                  <a:pt x="6" y="104"/>
                </a:cubicBezTo>
                <a:cubicBezTo>
                  <a:pt x="2" y="100"/>
                  <a:pt x="0" y="95"/>
                  <a:pt x="0" y="89"/>
                </a:cubicBezTo>
                <a:lnTo>
                  <a:pt x="0" y="22"/>
                </a:lnTo>
                <a:cubicBezTo>
                  <a:pt x="0" y="16"/>
                  <a:pt x="2" y="11"/>
                  <a:pt x="6" y="7"/>
                </a:cubicBezTo>
                <a:cubicBezTo>
                  <a:pt x="10" y="2"/>
                  <a:pt x="15" y="0"/>
                  <a:pt x="21" y="0"/>
                </a:cubicBezTo>
                <a:moveTo>
                  <a:pt x="328" y="0"/>
                </a:moveTo>
                <a:lnTo>
                  <a:pt x="465" y="0"/>
                </a:lnTo>
                <a:cubicBezTo>
                  <a:pt x="471" y="0"/>
                  <a:pt x="476" y="2"/>
                  <a:pt x="480" y="7"/>
                </a:cubicBezTo>
                <a:cubicBezTo>
                  <a:pt x="484" y="11"/>
                  <a:pt x="486" y="16"/>
                  <a:pt x="486" y="22"/>
                </a:cubicBezTo>
                <a:cubicBezTo>
                  <a:pt x="486" y="28"/>
                  <a:pt x="484" y="33"/>
                  <a:pt x="480" y="37"/>
                </a:cubicBezTo>
                <a:cubicBezTo>
                  <a:pt x="476" y="41"/>
                  <a:pt x="471" y="43"/>
                  <a:pt x="465" y="43"/>
                </a:cubicBezTo>
                <a:lnTo>
                  <a:pt x="328" y="43"/>
                </a:lnTo>
                <a:cubicBezTo>
                  <a:pt x="322" y="43"/>
                  <a:pt x="317" y="41"/>
                  <a:pt x="313" y="37"/>
                </a:cubicBezTo>
                <a:cubicBezTo>
                  <a:pt x="309" y="33"/>
                  <a:pt x="307" y="28"/>
                  <a:pt x="307" y="22"/>
                </a:cubicBezTo>
                <a:cubicBezTo>
                  <a:pt x="307" y="16"/>
                  <a:pt x="309" y="11"/>
                  <a:pt x="313" y="7"/>
                </a:cubicBezTo>
                <a:cubicBezTo>
                  <a:pt x="317" y="2"/>
                  <a:pt x="322" y="0"/>
                  <a:pt x="328" y="0"/>
                </a:cubicBezTo>
                <a:moveTo>
                  <a:pt x="636" y="0"/>
                </a:moveTo>
                <a:lnTo>
                  <a:pt x="772" y="0"/>
                </a:lnTo>
                <a:cubicBezTo>
                  <a:pt x="778" y="0"/>
                  <a:pt x="783" y="2"/>
                  <a:pt x="787" y="7"/>
                </a:cubicBezTo>
                <a:cubicBezTo>
                  <a:pt x="791" y="11"/>
                  <a:pt x="793" y="16"/>
                  <a:pt x="793" y="22"/>
                </a:cubicBezTo>
                <a:cubicBezTo>
                  <a:pt x="793" y="28"/>
                  <a:pt x="791" y="33"/>
                  <a:pt x="787" y="37"/>
                </a:cubicBezTo>
                <a:cubicBezTo>
                  <a:pt x="783" y="41"/>
                  <a:pt x="778" y="43"/>
                  <a:pt x="772" y="43"/>
                </a:cubicBezTo>
                <a:lnTo>
                  <a:pt x="636" y="43"/>
                </a:lnTo>
                <a:cubicBezTo>
                  <a:pt x="630" y="43"/>
                  <a:pt x="625" y="41"/>
                  <a:pt x="621" y="37"/>
                </a:cubicBezTo>
                <a:cubicBezTo>
                  <a:pt x="617" y="33"/>
                  <a:pt x="614" y="28"/>
                  <a:pt x="614" y="22"/>
                </a:cubicBezTo>
                <a:cubicBezTo>
                  <a:pt x="614" y="16"/>
                  <a:pt x="617" y="11"/>
                  <a:pt x="621" y="7"/>
                </a:cubicBezTo>
                <a:cubicBezTo>
                  <a:pt x="625" y="2"/>
                  <a:pt x="630" y="0"/>
                  <a:pt x="636" y="0"/>
                </a:cubicBezTo>
                <a:moveTo>
                  <a:pt x="942" y="0"/>
                </a:moveTo>
                <a:lnTo>
                  <a:pt x="1078" y="0"/>
                </a:lnTo>
                <a:cubicBezTo>
                  <a:pt x="1084" y="0"/>
                  <a:pt x="1089" y="2"/>
                  <a:pt x="1093" y="7"/>
                </a:cubicBezTo>
                <a:cubicBezTo>
                  <a:pt x="1097" y="11"/>
                  <a:pt x="1099" y="16"/>
                  <a:pt x="1099" y="22"/>
                </a:cubicBezTo>
                <a:cubicBezTo>
                  <a:pt x="1099" y="28"/>
                  <a:pt x="1097" y="33"/>
                  <a:pt x="1093" y="37"/>
                </a:cubicBezTo>
                <a:cubicBezTo>
                  <a:pt x="1089" y="41"/>
                  <a:pt x="1084" y="43"/>
                  <a:pt x="1078" y="43"/>
                </a:cubicBezTo>
                <a:lnTo>
                  <a:pt x="942" y="43"/>
                </a:lnTo>
                <a:cubicBezTo>
                  <a:pt x="936" y="43"/>
                  <a:pt x="931" y="41"/>
                  <a:pt x="927" y="37"/>
                </a:cubicBezTo>
                <a:cubicBezTo>
                  <a:pt x="922" y="33"/>
                  <a:pt x="920" y="28"/>
                  <a:pt x="920" y="22"/>
                </a:cubicBezTo>
                <a:cubicBezTo>
                  <a:pt x="920" y="16"/>
                  <a:pt x="922" y="11"/>
                  <a:pt x="927" y="7"/>
                </a:cubicBezTo>
                <a:cubicBezTo>
                  <a:pt x="931" y="2"/>
                  <a:pt x="936" y="0"/>
                  <a:pt x="942" y="0"/>
                </a:cubicBezTo>
                <a:moveTo>
                  <a:pt x="1250" y="0"/>
                </a:moveTo>
                <a:lnTo>
                  <a:pt x="1387" y="0"/>
                </a:lnTo>
                <a:cubicBezTo>
                  <a:pt x="1393" y="0"/>
                  <a:pt x="1398" y="2"/>
                  <a:pt x="1402" y="7"/>
                </a:cubicBezTo>
                <a:cubicBezTo>
                  <a:pt x="1407" y="11"/>
                  <a:pt x="1409" y="16"/>
                  <a:pt x="1409" y="22"/>
                </a:cubicBezTo>
                <a:cubicBezTo>
                  <a:pt x="1409" y="28"/>
                  <a:pt x="1407" y="33"/>
                  <a:pt x="1402" y="37"/>
                </a:cubicBezTo>
                <a:cubicBezTo>
                  <a:pt x="1398" y="41"/>
                  <a:pt x="1393" y="43"/>
                  <a:pt x="1387" y="43"/>
                </a:cubicBezTo>
                <a:lnTo>
                  <a:pt x="1250" y="43"/>
                </a:lnTo>
                <a:cubicBezTo>
                  <a:pt x="1244" y="43"/>
                  <a:pt x="1239" y="41"/>
                  <a:pt x="1234" y="37"/>
                </a:cubicBezTo>
                <a:cubicBezTo>
                  <a:pt x="1230" y="33"/>
                  <a:pt x="1228" y="28"/>
                  <a:pt x="1228" y="22"/>
                </a:cubicBezTo>
                <a:cubicBezTo>
                  <a:pt x="1228" y="16"/>
                  <a:pt x="1230" y="11"/>
                  <a:pt x="1234" y="7"/>
                </a:cubicBezTo>
                <a:cubicBezTo>
                  <a:pt x="1239" y="2"/>
                  <a:pt x="1244" y="0"/>
                  <a:pt x="1250" y="0"/>
                </a:cubicBezTo>
                <a:moveTo>
                  <a:pt x="1556" y="0"/>
                </a:moveTo>
                <a:lnTo>
                  <a:pt x="1692" y="0"/>
                </a:lnTo>
                <a:cubicBezTo>
                  <a:pt x="1698" y="0"/>
                  <a:pt x="1703" y="2"/>
                  <a:pt x="1707" y="7"/>
                </a:cubicBezTo>
                <a:cubicBezTo>
                  <a:pt x="1711" y="11"/>
                  <a:pt x="1713" y="16"/>
                  <a:pt x="1713" y="22"/>
                </a:cubicBezTo>
                <a:cubicBezTo>
                  <a:pt x="1713" y="28"/>
                  <a:pt x="1711" y="33"/>
                  <a:pt x="1707" y="37"/>
                </a:cubicBezTo>
                <a:cubicBezTo>
                  <a:pt x="1703" y="41"/>
                  <a:pt x="1698" y="43"/>
                  <a:pt x="1692" y="43"/>
                </a:cubicBezTo>
                <a:lnTo>
                  <a:pt x="1556" y="43"/>
                </a:lnTo>
                <a:cubicBezTo>
                  <a:pt x="1550" y="43"/>
                  <a:pt x="1545" y="41"/>
                  <a:pt x="1541" y="37"/>
                </a:cubicBezTo>
                <a:cubicBezTo>
                  <a:pt x="1537" y="33"/>
                  <a:pt x="1534" y="28"/>
                  <a:pt x="1534" y="22"/>
                </a:cubicBezTo>
                <a:cubicBezTo>
                  <a:pt x="1534" y="16"/>
                  <a:pt x="1537" y="11"/>
                  <a:pt x="1541" y="7"/>
                </a:cubicBezTo>
                <a:cubicBezTo>
                  <a:pt x="1545" y="2"/>
                  <a:pt x="1550" y="0"/>
                  <a:pt x="1556" y="0"/>
                </a:cubicBezTo>
                <a:moveTo>
                  <a:pt x="1863" y="0"/>
                </a:moveTo>
                <a:lnTo>
                  <a:pt x="2001" y="0"/>
                </a:lnTo>
                <a:cubicBezTo>
                  <a:pt x="2007" y="0"/>
                  <a:pt x="2012" y="2"/>
                  <a:pt x="2016" y="7"/>
                </a:cubicBezTo>
                <a:cubicBezTo>
                  <a:pt x="2020" y="11"/>
                  <a:pt x="2022" y="16"/>
                  <a:pt x="2022" y="22"/>
                </a:cubicBezTo>
                <a:cubicBezTo>
                  <a:pt x="2022" y="28"/>
                  <a:pt x="2020" y="33"/>
                  <a:pt x="2016" y="37"/>
                </a:cubicBezTo>
                <a:cubicBezTo>
                  <a:pt x="2012" y="41"/>
                  <a:pt x="2007" y="43"/>
                  <a:pt x="2001" y="43"/>
                </a:cubicBezTo>
                <a:lnTo>
                  <a:pt x="1863" y="43"/>
                </a:lnTo>
                <a:cubicBezTo>
                  <a:pt x="1857" y="43"/>
                  <a:pt x="1852" y="41"/>
                  <a:pt x="1848" y="37"/>
                </a:cubicBezTo>
                <a:cubicBezTo>
                  <a:pt x="1843" y="33"/>
                  <a:pt x="1841" y="28"/>
                  <a:pt x="1841" y="22"/>
                </a:cubicBezTo>
                <a:cubicBezTo>
                  <a:pt x="1841" y="16"/>
                  <a:pt x="1843" y="11"/>
                  <a:pt x="1848" y="7"/>
                </a:cubicBezTo>
                <a:cubicBezTo>
                  <a:pt x="1852" y="2"/>
                  <a:pt x="1857" y="0"/>
                  <a:pt x="1863" y="0"/>
                </a:cubicBezTo>
                <a:moveTo>
                  <a:pt x="2171" y="0"/>
                </a:moveTo>
                <a:lnTo>
                  <a:pt x="2306" y="0"/>
                </a:lnTo>
                <a:cubicBezTo>
                  <a:pt x="2312" y="0"/>
                  <a:pt x="2317" y="2"/>
                  <a:pt x="2321" y="7"/>
                </a:cubicBezTo>
                <a:cubicBezTo>
                  <a:pt x="2326" y="11"/>
                  <a:pt x="2328" y="16"/>
                  <a:pt x="2328" y="22"/>
                </a:cubicBezTo>
                <a:cubicBezTo>
                  <a:pt x="2328" y="28"/>
                  <a:pt x="2326" y="33"/>
                  <a:pt x="2321" y="37"/>
                </a:cubicBezTo>
                <a:cubicBezTo>
                  <a:pt x="2317" y="41"/>
                  <a:pt x="2312" y="43"/>
                  <a:pt x="2306" y="43"/>
                </a:cubicBezTo>
                <a:lnTo>
                  <a:pt x="2171" y="43"/>
                </a:lnTo>
                <a:cubicBezTo>
                  <a:pt x="2165" y="43"/>
                  <a:pt x="2160" y="41"/>
                  <a:pt x="2156" y="37"/>
                </a:cubicBezTo>
                <a:cubicBezTo>
                  <a:pt x="2152" y="33"/>
                  <a:pt x="2150" y="28"/>
                  <a:pt x="2150" y="22"/>
                </a:cubicBezTo>
                <a:cubicBezTo>
                  <a:pt x="2150" y="16"/>
                  <a:pt x="2152" y="11"/>
                  <a:pt x="2156" y="7"/>
                </a:cubicBezTo>
                <a:cubicBezTo>
                  <a:pt x="2160" y="2"/>
                  <a:pt x="2165" y="0"/>
                  <a:pt x="2171" y="0"/>
                </a:cubicBezTo>
                <a:moveTo>
                  <a:pt x="2477" y="0"/>
                </a:moveTo>
                <a:lnTo>
                  <a:pt x="2614" y="0"/>
                </a:lnTo>
                <a:cubicBezTo>
                  <a:pt x="2620" y="0"/>
                  <a:pt x="2625" y="2"/>
                  <a:pt x="2629" y="7"/>
                </a:cubicBezTo>
                <a:cubicBezTo>
                  <a:pt x="2634" y="11"/>
                  <a:pt x="2636" y="16"/>
                  <a:pt x="2636" y="22"/>
                </a:cubicBezTo>
                <a:cubicBezTo>
                  <a:pt x="2636" y="28"/>
                  <a:pt x="2634" y="33"/>
                  <a:pt x="2629" y="37"/>
                </a:cubicBezTo>
                <a:cubicBezTo>
                  <a:pt x="2625" y="41"/>
                  <a:pt x="2620" y="43"/>
                  <a:pt x="2614" y="43"/>
                </a:cubicBezTo>
                <a:lnTo>
                  <a:pt x="2477" y="43"/>
                </a:lnTo>
                <a:cubicBezTo>
                  <a:pt x="2471" y="43"/>
                  <a:pt x="2466" y="41"/>
                  <a:pt x="2462" y="37"/>
                </a:cubicBezTo>
                <a:cubicBezTo>
                  <a:pt x="2458" y="33"/>
                  <a:pt x="2455" y="28"/>
                  <a:pt x="2455" y="22"/>
                </a:cubicBezTo>
                <a:cubicBezTo>
                  <a:pt x="2455" y="16"/>
                  <a:pt x="2458" y="11"/>
                  <a:pt x="2462" y="7"/>
                </a:cubicBezTo>
                <a:cubicBezTo>
                  <a:pt x="2466" y="2"/>
                  <a:pt x="2471" y="0"/>
                  <a:pt x="2477" y="0"/>
                </a:cubicBezTo>
                <a:moveTo>
                  <a:pt x="2788" y="0"/>
                </a:moveTo>
                <a:lnTo>
                  <a:pt x="2923" y="0"/>
                </a:lnTo>
                <a:cubicBezTo>
                  <a:pt x="2929" y="0"/>
                  <a:pt x="2934" y="2"/>
                  <a:pt x="2938" y="7"/>
                </a:cubicBezTo>
                <a:cubicBezTo>
                  <a:pt x="2942" y="11"/>
                  <a:pt x="2944" y="16"/>
                  <a:pt x="2944" y="22"/>
                </a:cubicBezTo>
                <a:cubicBezTo>
                  <a:pt x="2944" y="28"/>
                  <a:pt x="2942" y="33"/>
                  <a:pt x="2938" y="37"/>
                </a:cubicBezTo>
                <a:cubicBezTo>
                  <a:pt x="2934" y="41"/>
                  <a:pt x="2929" y="43"/>
                  <a:pt x="2923" y="43"/>
                </a:cubicBezTo>
                <a:lnTo>
                  <a:pt x="2788" y="43"/>
                </a:lnTo>
                <a:cubicBezTo>
                  <a:pt x="2782" y="43"/>
                  <a:pt x="2777" y="41"/>
                  <a:pt x="2773" y="37"/>
                </a:cubicBezTo>
                <a:cubicBezTo>
                  <a:pt x="2769" y="33"/>
                  <a:pt x="2767" y="28"/>
                  <a:pt x="2767" y="22"/>
                </a:cubicBezTo>
                <a:cubicBezTo>
                  <a:pt x="2767" y="16"/>
                  <a:pt x="2769" y="11"/>
                  <a:pt x="2773" y="7"/>
                </a:cubicBezTo>
                <a:cubicBezTo>
                  <a:pt x="2777" y="2"/>
                  <a:pt x="2782" y="0"/>
                  <a:pt x="2788" y="0"/>
                </a:cubicBezTo>
                <a:moveTo>
                  <a:pt x="3091" y="0"/>
                </a:moveTo>
                <a:lnTo>
                  <a:pt x="3227" y="0"/>
                </a:lnTo>
                <a:cubicBezTo>
                  <a:pt x="3233" y="0"/>
                  <a:pt x="3238" y="2"/>
                  <a:pt x="3242" y="7"/>
                </a:cubicBezTo>
                <a:cubicBezTo>
                  <a:pt x="3246" y="11"/>
                  <a:pt x="3248" y="16"/>
                  <a:pt x="3248" y="22"/>
                </a:cubicBezTo>
                <a:cubicBezTo>
                  <a:pt x="3248" y="28"/>
                  <a:pt x="3246" y="33"/>
                  <a:pt x="3242" y="37"/>
                </a:cubicBezTo>
                <a:cubicBezTo>
                  <a:pt x="3238" y="41"/>
                  <a:pt x="3233" y="43"/>
                  <a:pt x="3227" y="43"/>
                </a:cubicBezTo>
                <a:lnTo>
                  <a:pt x="3091" y="43"/>
                </a:lnTo>
                <a:cubicBezTo>
                  <a:pt x="3085" y="43"/>
                  <a:pt x="3080" y="41"/>
                  <a:pt x="3076" y="37"/>
                </a:cubicBezTo>
                <a:cubicBezTo>
                  <a:pt x="3072" y="33"/>
                  <a:pt x="3070" y="28"/>
                  <a:pt x="3070" y="22"/>
                </a:cubicBezTo>
                <a:cubicBezTo>
                  <a:pt x="3070" y="16"/>
                  <a:pt x="3072" y="11"/>
                  <a:pt x="3076" y="7"/>
                </a:cubicBezTo>
                <a:cubicBezTo>
                  <a:pt x="3080" y="2"/>
                  <a:pt x="3085" y="0"/>
                  <a:pt x="3091" y="0"/>
                </a:cubicBezTo>
                <a:moveTo>
                  <a:pt x="3399" y="0"/>
                </a:moveTo>
                <a:lnTo>
                  <a:pt x="3538" y="0"/>
                </a:lnTo>
                <a:cubicBezTo>
                  <a:pt x="3544" y="0"/>
                  <a:pt x="3549" y="2"/>
                  <a:pt x="3554" y="7"/>
                </a:cubicBezTo>
                <a:cubicBezTo>
                  <a:pt x="3558" y="11"/>
                  <a:pt x="3560" y="16"/>
                  <a:pt x="3560" y="22"/>
                </a:cubicBezTo>
                <a:cubicBezTo>
                  <a:pt x="3560" y="28"/>
                  <a:pt x="3558" y="33"/>
                  <a:pt x="3554" y="37"/>
                </a:cubicBezTo>
                <a:cubicBezTo>
                  <a:pt x="3549" y="41"/>
                  <a:pt x="3544" y="43"/>
                  <a:pt x="3538" y="43"/>
                </a:cubicBezTo>
                <a:lnTo>
                  <a:pt x="3399" y="43"/>
                </a:lnTo>
                <a:cubicBezTo>
                  <a:pt x="3393" y="43"/>
                  <a:pt x="3388" y="41"/>
                  <a:pt x="3384" y="37"/>
                </a:cubicBezTo>
                <a:cubicBezTo>
                  <a:pt x="3380" y="33"/>
                  <a:pt x="3378" y="28"/>
                  <a:pt x="3378" y="22"/>
                </a:cubicBezTo>
                <a:cubicBezTo>
                  <a:pt x="3378" y="16"/>
                  <a:pt x="3380" y="11"/>
                  <a:pt x="3384" y="7"/>
                </a:cubicBezTo>
                <a:cubicBezTo>
                  <a:pt x="3388" y="2"/>
                  <a:pt x="3393" y="0"/>
                  <a:pt x="3399" y="0"/>
                </a:cubicBezTo>
                <a:moveTo>
                  <a:pt x="3710" y="0"/>
                </a:moveTo>
                <a:lnTo>
                  <a:pt x="3846" y="0"/>
                </a:lnTo>
                <a:cubicBezTo>
                  <a:pt x="3852" y="0"/>
                  <a:pt x="3857" y="2"/>
                  <a:pt x="3861" y="7"/>
                </a:cubicBezTo>
                <a:cubicBezTo>
                  <a:pt x="3865" y="11"/>
                  <a:pt x="3867" y="16"/>
                  <a:pt x="3867" y="22"/>
                </a:cubicBezTo>
                <a:cubicBezTo>
                  <a:pt x="3867" y="28"/>
                  <a:pt x="3865" y="33"/>
                  <a:pt x="3861" y="37"/>
                </a:cubicBezTo>
                <a:cubicBezTo>
                  <a:pt x="3857" y="41"/>
                  <a:pt x="3852" y="43"/>
                  <a:pt x="3846" y="43"/>
                </a:cubicBezTo>
                <a:lnTo>
                  <a:pt x="3710" y="43"/>
                </a:lnTo>
                <a:cubicBezTo>
                  <a:pt x="3704" y="43"/>
                  <a:pt x="3699" y="41"/>
                  <a:pt x="3695" y="37"/>
                </a:cubicBezTo>
                <a:cubicBezTo>
                  <a:pt x="3690" y="33"/>
                  <a:pt x="3688" y="28"/>
                  <a:pt x="3688" y="22"/>
                </a:cubicBezTo>
                <a:cubicBezTo>
                  <a:pt x="3688" y="16"/>
                  <a:pt x="3690" y="11"/>
                  <a:pt x="3695" y="7"/>
                </a:cubicBezTo>
                <a:cubicBezTo>
                  <a:pt x="3699" y="2"/>
                  <a:pt x="3704" y="0"/>
                  <a:pt x="3710" y="0"/>
                </a:cubicBezTo>
                <a:moveTo>
                  <a:pt x="4018" y="0"/>
                </a:moveTo>
                <a:lnTo>
                  <a:pt x="4153" y="0"/>
                </a:lnTo>
                <a:cubicBezTo>
                  <a:pt x="4159" y="0"/>
                  <a:pt x="4164" y="2"/>
                  <a:pt x="4168" y="7"/>
                </a:cubicBezTo>
                <a:cubicBezTo>
                  <a:pt x="4173" y="11"/>
                  <a:pt x="4175" y="16"/>
                  <a:pt x="4175" y="22"/>
                </a:cubicBezTo>
                <a:cubicBezTo>
                  <a:pt x="4175" y="28"/>
                  <a:pt x="4173" y="33"/>
                  <a:pt x="4168" y="37"/>
                </a:cubicBezTo>
                <a:cubicBezTo>
                  <a:pt x="4164" y="41"/>
                  <a:pt x="4159" y="43"/>
                  <a:pt x="4153" y="43"/>
                </a:cubicBezTo>
                <a:lnTo>
                  <a:pt x="4018" y="43"/>
                </a:lnTo>
                <a:cubicBezTo>
                  <a:pt x="4012" y="43"/>
                  <a:pt x="4007" y="41"/>
                  <a:pt x="4003" y="37"/>
                </a:cubicBezTo>
                <a:cubicBezTo>
                  <a:pt x="3999" y="33"/>
                  <a:pt x="3997" y="28"/>
                  <a:pt x="3997" y="22"/>
                </a:cubicBezTo>
                <a:cubicBezTo>
                  <a:pt x="3997" y="16"/>
                  <a:pt x="3999" y="11"/>
                  <a:pt x="4003" y="7"/>
                </a:cubicBezTo>
                <a:cubicBezTo>
                  <a:pt x="4007" y="2"/>
                  <a:pt x="4012" y="0"/>
                  <a:pt x="4018" y="0"/>
                </a:cubicBezTo>
                <a:moveTo>
                  <a:pt x="4324" y="0"/>
                </a:moveTo>
                <a:lnTo>
                  <a:pt x="4462" y="0"/>
                </a:lnTo>
                <a:cubicBezTo>
                  <a:pt x="4468" y="0"/>
                  <a:pt x="4473" y="2"/>
                  <a:pt x="4477" y="7"/>
                </a:cubicBezTo>
                <a:cubicBezTo>
                  <a:pt x="4481" y="11"/>
                  <a:pt x="4483" y="16"/>
                  <a:pt x="4483" y="22"/>
                </a:cubicBezTo>
                <a:cubicBezTo>
                  <a:pt x="4483" y="28"/>
                  <a:pt x="4481" y="33"/>
                  <a:pt x="4477" y="37"/>
                </a:cubicBezTo>
                <a:cubicBezTo>
                  <a:pt x="4473" y="41"/>
                  <a:pt x="4468" y="43"/>
                  <a:pt x="4462" y="43"/>
                </a:cubicBezTo>
                <a:lnTo>
                  <a:pt x="4324" y="43"/>
                </a:lnTo>
                <a:cubicBezTo>
                  <a:pt x="4318" y="43"/>
                  <a:pt x="4313" y="41"/>
                  <a:pt x="4309" y="37"/>
                </a:cubicBezTo>
                <a:cubicBezTo>
                  <a:pt x="4305" y="33"/>
                  <a:pt x="4303" y="28"/>
                  <a:pt x="4303" y="22"/>
                </a:cubicBezTo>
                <a:cubicBezTo>
                  <a:pt x="4303" y="16"/>
                  <a:pt x="4305" y="11"/>
                  <a:pt x="4309" y="7"/>
                </a:cubicBezTo>
                <a:cubicBezTo>
                  <a:pt x="4313" y="2"/>
                  <a:pt x="4318" y="0"/>
                  <a:pt x="4324" y="0"/>
                </a:cubicBezTo>
                <a:moveTo>
                  <a:pt x="4631" y="0"/>
                </a:moveTo>
                <a:lnTo>
                  <a:pt x="4768" y="0"/>
                </a:lnTo>
                <a:cubicBezTo>
                  <a:pt x="4774" y="0"/>
                  <a:pt x="4779" y="2"/>
                  <a:pt x="4783" y="7"/>
                </a:cubicBezTo>
                <a:cubicBezTo>
                  <a:pt x="4788" y="11"/>
                  <a:pt x="4790" y="16"/>
                  <a:pt x="4790" y="22"/>
                </a:cubicBezTo>
                <a:cubicBezTo>
                  <a:pt x="4790" y="28"/>
                  <a:pt x="4788" y="33"/>
                  <a:pt x="4783" y="37"/>
                </a:cubicBezTo>
                <a:cubicBezTo>
                  <a:pt x="4779" y="41"/>
                  <a:pt x="4774" y="43"/>
                  <a:pt x="4768" y="43"/>
                </a:cubicBezTo>
                <a:lnTo>
                  <a:pt x="4631" y="43"/>
                </a:lnTo>
                <a:cubicBezTo>
                  <a:pt x="4625" y="43"/>
                  <a:pt x="4620" y="41"/>
                  <a:pt x="4616" y="37"/>
                </a:cubicBezTo>
                <a:cubicBezTo>
                  <a:pt x="4612" y="33"/>
                  <a:pt x="4610" y="28"/>
                  <a:pt x="4610" y="22"/>
                </a:cubicBezTo>
                <a:cubicBezTo>
                  <a:pt x="4610" y="16"/>
                  <a:pt x="4612" y="11"/>
                  <a:pt x="4616" y="7"/>
                </a:cubicBezTo>
                <a:cubicBezTo>
                  <a:pt x="4620" y="2"/>
                  <a:pt x="4625" y="0"/>
                  <a:pt x="4631" y="0"/>
                </a:cubicBezTo>
                <a:moveTo>
                  <a:pt x="4940" y="0"/>
                </a:moveTo>
                <a:lnTo>
                  <a:pt x="5075" y="0"/>
                </a:lnTo>
                <a:cubicBezTo>
                  <a:pt x="5081" y="0"/>
                  <a:pt x="5086" y="2"/>
                  <a:pt x="5090" y="7"/>
                </a:cubicBezTo>
                <a:cubicBezTo>
                  <a:pt x="5094" y="11"/>
                  <a:pt x="5096" y="16"/>
                  <a:pt x="5096" y="22"/>
                </a:cubicBezTo>
                <a:cubicBezTo>
                  <a:pt x="5096" y="28"/>
                  <a:pt x="5094" y="33"/>
                  <a:pt x="5090" y="37"/>
                </a:cubicBezTo>
                <a:cubicBezTo>
                  <a:pt x="5086" y="41"/>
                  <a:pt x="5081" y="43"/>
                  <a:pt x="5075" y="43"/>
                </a:cubicBezTo>
                <a:lnTo>
                  <a:pt x="4940" y="43"/>
                </a:lnTo>
                <a:cubicBezTo>
                  <a:pt x="4934" y="43"/>
                  <a:pt x="4929" y="41"/>
                  <a:pt x="4924" y="37"/>
                </a:cubicBezTo>
                <a:cubicBezTo>
                  <a:pt x="4920" y="33"/>
                  <a:pt x="4918" y="28"/>
                  <a:pt x="4918" y="22"/>
                </a:cubicBezTo>
                <a:cubicBezTo>
                  <a:pt x="4918" y="16"/>
                  <a:pt x="4920" y="11"/>
                  <a:pt x="4924" y="7"/>
                </a:cubicBezTo>
                <a:cubicBezTo>
                  <a:pt x="4929" y="2"/>
                  <a:pt x="4934" y="0"/>
                  <a:pt x="4940" y="0"/>
                </a:cubicBezTo>
                <a:moveTo>
                  <a:pt x="5247" y="0"/>
                </a:moveTo>
                <a:lnTo>
                  <a:pt x="5384" y="0"/>
                </a:lnTo>
                <a:cubicBezTo>
                  <a:pt x="5390" y="0"/>
                  <a:pt x="5395" y="2"/>
                  <a:pt x="5399" y="7"/>
                </a:cubicBezTo>
                <a:cubicBezTo>
                  <a:pt x="5403" y="11"/>
                  <a:pt x="5405" y="16"/>
                  <a:pt x="5405" y="22"/>
                </a:cubicBezTo>
                <a:cubicBezTo>
                  <a:pt x="5405" y="28"/>
                  <a:pt x="5403" y="33"/>
                  <a:pt x="5399" y="37"/>
                </a:cubicBezTo>
                <a:cubicBezTo>
                  <a:pt x="5395" y="41"/>
                  <a:pt x="5390" y="43"/>
                  <a:pt x="5384" y="43"/>
                </a:cubicBezTo>
                <a:lnTo>
                  <a:pt x="5247" y="43"/>
                </a:lnTo>
                <a:cubicBezTo>
                  <a:pt x="5241" y="43"/>
                  <a:pt x="5236" y="41"/>
                  <a:pt x="5232" y="37"/>
                </a:cubicBezTo>
                <a:cubicBezTo>
                  <a:pt x="5227" y="33"/>
                  <a:pt x="5225" y="28"/>
                  <a:pt x="5225" y="22"/>
                </a:cubicBezTo>
                <a:cubicBezTo>
                  <a:pt x="5225" y="16"/>
                  <a:pt x="5227" y="11"/>
                  <a:pt x="5232" y="7"/>
                </a:cubicBezTo>
                <a:cubicBezTo>
                  <a:pt x="5236" y="2"/>
                  <a:pt x="5241" y="0"/>
                  <a:pt x="5247" y="0"/>
                </a:cubicBezTo>
                <a:moveTo>
                  <a:pt x="5553" y="0"/>
                </a:moveTo>
                <a:lnTo>
                  <a:pt x="5690" y="0"/>
                </a:lnTo>
                <a:cubicBezTo>
                  <a:pt x="5696" y="0"/>
                  <a:pt x="5701" y="2"/>
                  <a:pt x="5705" y="7"/>
                </a:cubicBezTo>
                <a:cubicBezTo>
                  <a:pt x="5710" y="11"/>
                  <a:pt x="5712" y="16"/>
                  <a:pt x="5712" y="22"/>
                </a:cubicBezTo>
                <a:cubicBezTo>
                  <a:pt x="5712" y="28"/>
                  <a:pt x="5710" y="33"/>
                  <a:pt x="5705" y="37"/>
                </a:cubicBezTo>
                <a:cubicBezTo>
                  <a:pt x="5701" y="41"/>
                  <a:pt x="5696" y="43"/>
                  <a:pt x="5690" y="43"/>
                </a:cubicBezTo>
                <a:lnTo>
                  <a:pt x="5553" y="43"/>
                </a:lnTo>
                <a:cubicBezTo>
                  <a:pt x="5547" y="43"/>
                  <a:pt x="5542" y="41"/>
                  <a:pt x="5538" y="37"/>
                </a:cubicBezTo>
                <a:cubicBezTo>
                  <a:pt x="5534" y="33"/>
                  <a:pt x="5532" y="28"/>
                  <a:pt x="5532" y="22"/>
                </a:cubicBezTo>
                <a:cubicBezTo>
                  <a:pt x="5532" y="16"/>
                  <a:pt x="5534" y="11"/>
                  <a:pt x="5538" y="7"/>
                </a:cubicBezTo>
                <a:cubicBezTo>
                  <a:pt x="5542" y="2"/>
                  <a:pt x="5547" y="0"/>
                  <a:pt x="5553" y="0"/>
                </a:cubicBezTo>
                <a:moveTo>
                  <a:pt x="5862" y="0"/>
                </a:moveTo>
                <a:lnTo>
                  <a:pt x="5997" y="0"/>
                </a:lnTo>
                <a:cubicBezTo>
                  <a:pt x="6003" y="0"/>
                  <a:pt x="6008" y="2"/>
                  <a:pt x="6012" y="7"/>
                </a:cubicBezTo>
                <a:cubicBezTo>
                  <a:pt x="6016" y="11"/>
                  <a:pt x="6018" y="16"/>
                  <a:pt x="6018" y="22"/>
                </a:cubicBezTo>
                <a:cubicBezTo>
                  <a:pt x="6018" y="28"/>
                  <a:pt x="6016" y="33"/>
                  <a:pt x="6012" y="37"/>
                </a:cubicBezTo>
                <a:cubicBezTo>
                  <a:pt x="6008" y="41"/>
                  <a:pt x="6003" y="43"/>
                  <a:pt x="5997" y="43"/>
                </a:cubicBezTo>
                <a:lnTo>
                  <a:pt x="5862" y="43"/>
                </a:lnTo>
                <a:cubicBezTo>
                  <a:pt x="5856" y="43"/>
                  <a:pt x="5851" y="41"/>
                  <a:pt x="5847" y="37"/>
                </a:cubicBezTo>
                <a:cubicBezTo>
                  <a:pt x="5842" y="33"/>
                  <a:pt x="5840" y="28"/>
                  <a:pt x="5840" y="22"/>
                </a:cubicBezTo>
                <a:cubicBezTo>
                  <a:pt x="5840" y="16"/>
                  <a:pt x="5842" y="11"/>
                  <a:pt x="5847" y="7"/>
                </a:cubicBezTo>
                <a:cubicBezTo>
                  <a:pt x="5851" y="2"/>
                  <a:pt x="5856" y="0"/>
                  <a:pt x="5862" y="0"/>
                </a:cubicBezTo>
                <a:moveTo>
                  <a:pt x="6168" y="0"/>
                </a:moveTo>
                <a:lnTo>
                  <a:pt x="6307" y="0"/>
                </a:lnTo>
                <a:cubicBezTo>
                  <a:pt x="6313" y="0"/>
                  <a:pt x="6318" y="2"/>
                  <a:pt x="6322" y="7"/>
                </a:cubicBezTo>
                <a:cubicBezTo>
                  <a:pt x="6326" y="11"/>
                  <a:pt x="6328" y="16"/>
                  <a:pt x="6328" y="22"/>
                </a:cubicBezTo>
                <a:cubicBezTo>
                  <a:pt x="6328" y="28"/>
                  <a:pt x="6326" y="33"/>
                  <a:pt x="6322" y="37"/>
                </a:cubicBezTo>
                <a:cubicBezTo>
                  <a:pt x="6318" y="41"/>
                  <a:pt x="6313" y="43"/>
                  <a:pt x="6307" y="43"/>
                </a:cubicBezTo>
                <a:lnTo>
                  <a:pt x="6168" y="43"/>
                </a:lnTo>
                <a:cubicBezTo>
                  <a:pt x="6162" y="43"/>
                  <a:pt x="6157" y="41"/>
                  <a:pt x="6153" y="37"/>
                </a:cubicBezTo>
                <a:cubicBezTo>
                  <a:pt x="6149" y="33"/>
                  <a:pt x="6147" y="28"/>
                  <a:pt x="6147" y="22"/>
                </a:cubicBezTo>
                <a:cubicBezTo>
                  <a:pt x="6147" y="16"/>
                  <a:pt x="6149" y="11"/>
                  <a:pt x="6153" y="7"/>
                </a:cubicBezTo>
                <a:cubicBezTo>
                  <a:pt x="6157" y="2"/>
                  <a:pt x="6162" y="0"/>
                  <a:pt x="6168" y="0"/>
                </a:cubicBezTo>
                <a:moveTo>
                  <a:pt x="6475" y="0"/>
                </a:moveTo>
                <a:lnTo>
                  <a:pt x="6612" y="0"/>
                </a:lnTo>
                <a:cubicBezTo>
                  <a:pt x="6618" y="0"/>
                  <a:pt x="6623" y="2"/>
                  <a:pt x="6627" y="7"/>
                </a:cubicBezTo>
                <a:cubicBezTo>
                  <a:pt x="6631" y="11"/>
                  <a:pt x="6633" y="16"/>
                  <a:pt x="6633" y="22"/>
                </a:cubicBezTo>
                <a:cubicBezTo>
                  <a:pt x="6633" y="28"/>
                  <a:pt x="6631" y="33"/>
                  <a:pt x="6627" y="37"/>
                </a:cubicBezTo>
                <a:cubicBezTo>
                  <a:pt x="6623" y="41"/>
                  <a:pt x="6618" y="43"/>
                  <a:pt x="6612" y="43"/>
                </a:cubicBezTo>
                <a:lnTo>
                  <a:pt x="6475" y="43"/>
                </a:lnTo>
                <a:cubicBezTo>
                  <a:pt x="6469" y="43"/>
                  <a:pt x="6464" y="41"/>
                  <a:pt x="6460" y="37"/>
                </a:cubicBezTo>
                <a:cubicBezTo>
                  <a:pt x="6456" y="33"/>
                  <a:pt x="6454" y="28"/>
                  <a:pt x="6454" y="22"/>
                </a:cubicBezTo>
                <a:cubicBezTo>
                  <a:pt x="6454" y="16"/>
                  <a:pt x="6456" y="11"/>
                  <a:pt x="6460" y="7"/>
                </a:cubicBezTo>
                <a:cubicBezTo>
                  <a:pt x="6464" y="2"/>
                  <a:pt x="6469" y="0"/>
                  <a:pt x="6475" y="0"/>
                </a:cubicBezTo>
                <a:moveTo>
                  <a:pt x="6784" y="0"/>
                </a:moveTo>
                <a:lnTo>
                  <a:pt x="6920" y="0"/>
                </a:lnTo>
                <a:cubicBezTo>
                  <a:pt x="6926" y="0"/>
                  <a:pt x="6931" y="2"/>
                  <a:pt x="6935" y="7"/>
                </a:cubicBezTo>
                <a:cubicBezTo>
                  <a:pt x="6939" y="11"/>
                  <a:pt x="6941" y="16"/>
                  <a:pt x="6941" y="22"/>
                </a:cubicBezTo>
                <a:cubicBezTo>
                  <a:pt x="6941" y="28"/>
                  <a:pt x="6939" y="33"/>
                  <a:pt x="6935" y="37"/>
                </a:cubicBezTo>
                <a:cubicBezTo>
                  <a:pt x="6931" y="41"/>
                  <a:pt x="6926" y="43"/>
                  <a:pt x="6920" y="43"/>
                </a:cubicBezTo>
                <a:lnTo>
                  <a:pt x="6784" y="43"/>
                </a:lnTo>
                <a:cubicBezTo>
                  <a:pt x="6779" y="43"/>
                  <a:pt x="6773" y="41"/>
                  <a:pt x="6769" y="37"/>
                </a:cubicBezTo>
                <a:cubicBezTo>
                  <a:pt x="6765" y="33"/>
                  <a:pt x="6763" y="28"/>
                  <a:pt x="6763" y="22"/>
                </a:cubicBezTo>
                <a:cubicBezTo>
                  <a:pt x="6763" y="16"/>
                  <a:pt x="6765" y="11"/>
                  <a:pt x="6769" y="7"/>
                </a:cubicBezTo>
                <a:cubicBezTo>
                  <a:pt x="6773" y="2"/>
                  <a:pt x="6779" y="0"/>
                  <a:pt x="6784" y="0"/>
                </a:cubicBezTo>
                <a:moveTo>
                  <a:pt x="7090" y="0"/>
                </a:moveTo>
                <a:lnTo>
                  <a:pt x="7227" y="0"/>
                </a:lnTo>
                <a:cubicBezTo>
                  <a:pt x="7233" y="0"/>
                  <a:pt x="7238" y="2"/>
                  <a:pt x="7242" y="7"/>
                </a:cubicBezTo>
                <a:cubicBezTo>
                  <a:pt x="7246" y="11"/>
                  <a:pt x="7248" y="16"/>
                  <a:pt x="7248" y="22"/>
                </a:cubicBezTo>
                <a:cubicBezTo>
                  <a:pt x="7248" y="28"/>
                  <a:pt x="7246" y="33"/>
                  <a:pt x="7242" y="37"/>
                </a:cubicBezTo>
                <a:cubicBezTo>
                  <a:pt x="7238" y="41"/>
                  <a:pt x="7233" y="43"/>
                  <a:pt x="7227" y="43"/>
                </a:cubicBezTo>
                <a:lnTo>
                  <a:pt x="7090" y="43"/>
                </a:lnTo>
                <a:cubicBezTo>
                  <a:pt x="7084" y="43"/>
                  <a:pt x="7079" y="41"/>
                  <a:pt x="7074" y="37"/>
                </a:cubicBezTo>
                <a:cubicBezTo>
                  <a:pt x="7070" y="33"/>
                  <a:pt x="7068" y="28"/>
                  <a:pt x="7068" y="22"/>
                </a:cubicBezTo>
                <a:cubicBezTo>
                  <a:pt x="7068" y="16"/>
                  <a:pt x="7070" y="11"/>
                  <a:pt x="7074" y="7"/>
                </a:cubicBezTo>
                <a:cubicBezTo>
                  <a:pt x="7079" y="2"/>
                  <a:pt x="7084" y="0"/>
                  <a:pt x="7090" y="0"/>
                </a:cubicBezTo>
                <a:moveTo>
                  <a:pt x="7399" y="0"/>
                </a:moveTo>
                <a:lnTo>
                  <a:pt x="7534" y="0"/>
                </a:lnTo>
                <a:cubicBezTo>
                  <a:pt x="7540" y="0"/>
                  <a:pt x="7545" y="2"/>
                  <a:pt x="7549" y="7"/>
                </a:cubicBezTo>
                <a:cubicBezTo>
                  <a:pt x="7553" y="11"/>
                  <a:pt x="7555" y="16"/>
                  <a:pt x="7555" y="22"/>
                </a:cubicBezTo>
                <a:cubicBezTo>
                  <a:pt x="7555" y="28"/>
                  <a:pt x="7553" y="33"/>
                  <a:pt x="7549" y="37"/>
                </a:cubicBezTo>
                <a:cubicBezTo>
                  <a:pt x="7545" y="41"/>
                  <a:pt x="7540" y="43"/>
                  <a:pt x="7534" y="43"/>
                </a:cubicBezTo>
                <a:lnTo>
                  <a:pt x="7399" y="43"/>
                </a:lnTo>
                <a:cubicBezTo>
                  <a:pt x="7393" y="43"/>
                  <a:pt x="7388" y="41"/>
                  <a:pt x="7384" y="37"/>
                </a:cubicBezTo>
                <a:cubicBezTo>
                  <a:pt x="7380" y="33"/>
                  <a:pt x="7377" y="28"/>
                  <a:pt x="7377" y="22"/>
                </a:cubicBezTo>
                <a:cubicBezTo>
                  <a:pt x="7377" y="16"/>
                  <a:pt x="7380" y="11"/>
                  <a:pt x="7384" y="7"/>
                </a:cubicBezTo>
                <a:cubicBezTo>
                  <a:pt x="7388" y="2"/>
                  <a:pt x="7393" y="0"/>
                  <a:pt x="7399" y="0"/>
                </a:cubicBezTo>
                <a:moveTo>
                  <a:pt x="7704" y="0"/>
                </a:moveTo>
                <a:lnTo>
                  <a:pt x="7843" y="0"/>
                </a:lnTo>
                <a:cubicBezTo>
                  <a:pt x="7848" y="0"/>
                  <a:pt x="7853" y="2"/>
                  <a:pt x="7858" y="7"/>
                </a:cubicBezTo>
                <a:cubicBezTo>
                  <a:pt x="7862" y="11"/>
                  <a:pt x="7864" y="16"/>
                  <a:pt x="7864" y="22"/>
                </a:cubicBezTo>
                <a:cubicBezTo>
                  <a:pt x="7864" y="28"/>
                  <a:pt x="7862" y="33"/>
                  <a:pt x="7858" y="37"/>
                </a:cubicBezTo>
                <a:cubicBezTo>
                  <a:pt x="7853" y="41"/>
                  <a:pt x="7848" y="43"/>
                  <a:pt x="7843" y="43"/>
                </a:cubicBezTo>
                <a:lnTo>
                  <a:pt x="7704" y="43"/>
                </a:lnTo>
                <a:cubicBezTo>
                  <a:pt x="7698" y="43"/>
                  <a:pt x="7693" y="41"/>
                  <a:pt x="7689" y="37"/>
                </a:cubicBezTo>
                <a:cubicBezTo>
                  <a:pt x="7685" y="33"/>
                  <a:pt x="7683" y="28"/>
                  <a:pt x="7683" y="22"/>
                </a:cubicBezTo>
                <a:cubicBezTo>
                  <a:pt x="7683" y="16"/>
                  <a:pt x="7685" y="11"/>
                  <a:pt x="7689" y="7"/>
                </a:cubicBezTo>
                <a:cubicBezTo>
                  <a:pt x="7693" y="2"/>
                  <a:pt x="7698" y="0"/>
                  <a:pt x="7704" y="0"/>
                </a:cubicBezTo>
                <a:moveTo>
                  <a:pt x="8013" y="0"/>
                </a:moveTo>
                <a:lnTo>
                  <a:pt x="8148" y="0"/>
                </a:lnTo>
                <a:cubicBezTo>
                  <a:pt x="8154" y="0"/>
                  <a:pt x="8159" y="2"/>
                  <a:pt x="8163" y="7"/>
                </a:cubicBezTo>
                <a:cubicBezTo>
                  <a:pt x="8167" y="11"/>
                  <a:pt x="8169" y="16"/>
                  <a:pt x="8169" y="22"/>
                </a:cubicBezTo>
                <a:cubicBezTo>
                  <a:pt x="8169" y="28"/>
                  <a:pt x="8167" y="33"/>
                  <a:pt x="8163" y="37"/>
                </a:cubicBezTo>
                <a:cubicBezTo>
                  <a:pt x="8159" y="41"/>
                  <a:pt x="8154" y="43"/>
                  <a:pt x="8148" y="43"/>
                </a:cubicBezTo>
                <a:lnTo>
                  <a:pt x="8013" y="43"/>
                </a:lnTo>
                <a:cubicBezTo>
                  <a:pt x="8007" y="43"/>
                  <a:pt x="8002" y="41"/>
                  <a:pt x="7998" y="37"/>
                </a:cubicBezTo>
                <a:cubicBezTo>
                  <a:pt x="7993" y="33"/>
                  <a:pt x="7991" y="28"/>
                  <a:pt x="7991" y="22"/>
                </a:cubicBezTo>
                <a:cubicBezTo>
                  <a:pt x="7991" y="16"/>
                  <a:pt x="7993" y="11"/>
                  <a:pt x="7998" y="7"/>
                </a:cubicBezTo>
                <a:cubicBezTo>
                  <a:pt x="8002" y="2"/>
                  <a:pt x="8007" y="0"/>
                  <a:pt x="8013" y="0"/>
                </a:cubicBezTo>
                <a:moveTo>
                  <a:pt x="8319" y="0"/>
                </a:moveTo>
                <a:lnTo>
                  <a:pt x="8458" y="0"/>
                </a:lnTo>
                <a:cubicBezTo>
                  <a:pt x="8464" y="0"/>
                  <a:pt x="8469" y="2"/>
                  <a:pt x="8473" y="7"/>
                </a:cubicBezTo>
                <a:cubicBezTo>
                  <a:pt x="8477" y="11"/>
                  <a:pt x="8479" y="16"/>
                  <a:pt x="8479" y="22"/>
                </a:cubicBezTo>
                <a:cubicBezTo>
                  <a:pt x="8479" y="28"/>
                  <a:pt x="8477" y="33"/>
                  <a:pt x="8473" y="37"/>
                </a:cubicBezTo>
                <a:cubicBezTo>
                  <a:pt x="8469" y="41"/>
                  <a:pt x="8464" y="43"/>
                  <a:pt x="8458" y="43"/>
                </a:cubicBezTo>
                <a:lnTo>
                  <a:pt x="8319" y="43"/>
                </a:lnTo>
                <a:cubicBezTo>
                  <a:pt x="8313" y="43"/>
                  <a:pt x="8308" y="41"/>
                  <a:pt x="8304" y="37"/>
                </a:cubicBezTo>
                <a:cubicBezTo>
                  <a:pt x="8300" y="33"/>
                  <a:pt x="8298" y="28"/>
                  <a:pt x="8298" y="22"/>
                </a:cubicBezTo>
                <a:cubicBezTo>
                  <a:pt x="8298" y="16"/>
                  <a:pt x="8300" y="11"/>
                  <a:pt x="8304" y="7"/>
                </a:cubicBezTo>
                <a:cubicBezTo>
                  <a:pt x="8308" y="2"/>
                  <a:pt x="8313" y="0"/>
                  <a:pt x="8319" y="0"/>
                </a:cubicBezTo>
                <a:moveTo>
                  <a:pt x="8627" y="0"/>
                </a:moveTo>
                <a:lnTo>
                  <a:pt x="8763" y="0"/>
                </a:lnTo>
                <a:cubicBezTo>
                  <a:pt x="8769" y="0"/>
                  <a:pt x="8774" y="2"/>
                  <a:pt x="8778" y="7"/>
                </a:cubicBezTo>
                <a:cubicBezTo>
                  <a:pt x="8782" y="11"/>
                  <a:pt x="8784" y="16"/>
                  <a:pt x="8784" y="22"/>
                </a:cubicBezTo>
                <a:cubicBezTo>
                  <a:pt x="8784" y="28"/>
                  <a:pt x="8782" y="33"/>
                  <a:pt x="8778" y="37"/>
                </a:cubicBezTo>
                <a:cubicBezTo>
                  <a:pt x="8774" y="41"/>
                  <a:pt x="8769" y="43"/>
                  <a:pt x="8763" y="43"/>
                </a:cubicBezTo>
                <a:lnTo>
                  <a:pt x="8627" y="43"/>
                </a:lnTo>
                <a:cubicBezTo>
                  <a:pt x="8621" y="43"/>
                  <a:pt x="8616" y="41"/>
                  <a:pt x="8612" y="37"/>
                </a:cubicBezTo>
                <a:cubicBezTo>
                  <a:pt x="8608" y="33"/>
                  <a:pt x="8606" y="28"/>
                  <a:pt x="8606" y="22"/>
                </a:cubicBezTo>
                <a:cubicBezTo>
                  <a:pt x="8606" y="16"/>
                  <a:pt x="8608" y="11"/>
                  <a:pt x="8612" y="7"/>
                </a:cubicBezTo>
                <a:cubicBezTo>
                  <a:pt x="8616" y="2"/>
                  <a:pt x="8621" y="0"/>
                  <a:pt x="8627" y="0"/>
                </a:cubicBezTo>
                <a:moveTo>
                  <a:pt x="8934" y="0"/>
                </a:moveTo>
                <a:lnTo>
                  <a:pt x="9073" y="0"/>
                </a:lnTo>
                <a:cubicBezTo>
                  <a:pt x="9079" y="0"/>
                  <a:pt x="9084" y="2"/>
                  <a:pt x="9088" y="7"/>
                </a:cubicBezTo>
                <a:cubicBezTo>
                  <a:pt x="9092" y="11"/>
                  <a:pt x="9094" y="16"/>
                  <a:pt x="9094" y="22"/>
                </a:cubicBezTo>
                <a:cubicBezTo>
                  <a:pt x="9094" y="28"/>
                  <a:pt x="9092" y="33"/>
                  <a:pt x="9088" y="37"/>
                </a:cubicBezTo>
                <a:cubicBezTo>
                  <a:pt x="9084" y="41"/>
                  <a:pt x="9079" y="43"/>
                  <a:pt x="9073" y="43"/>
                </a:cubicBezTo>
                <a:lnTo>
                  <a:pt x="8934" y="43"/>
                </a:lnTo>
                <a:cubicBezTo>
                  <a:pt x="8928" y="43"/>
                  <a:pt x="8923" y="41"/>
                  <a:pt x="8919" y="37"/>
                </a:cubicBezTo>
                <a:cubicBezTo>
                  <a:pt x="8915" y="33"/>
                  <a:pt x="8913" y="28"/>
                  <a:pt x="8913" y="22"/>
                </a:cubicBezTo>
                <a:cubicBezTo>
                  <a:pt x="8913" y="16"/>
                  <a:pt x="8915" y="11"/>
                  <a:pt x="8919" y="7"/>
                </a:cubicBezTo>
                <a:cubicBezTo>
                  <a:pt x="8923" y="2"/>
                  <a:pt x="8928" y="0"/>
                  <a:pt x="8934" y="0"/>
                </a:cubicBezTo>
                <a:moveTo>
                  <a:pt x="9242" y="0"/>
                </a:moveTo>
                <a:lnTo>
                  <a:pt x="9377" y="0"/>
                </a:lnTo>
                <a:cubicBezTo>
                  <a:pt x="9383" y="0"/>
                  <a:pt x="9388" y="2"/>
                  <a:pt x="9392" y="7"/>
                </a:cubicBezTo>
                <a:cubicBezTo>
                  <a:pt x="9397" y="11"/>
                  <a:pt x="9399" y="16"/>
                  <a:pt x="9399" y="22"/>
                </a:cubicBezTo>
                <a:cubicBezTo>
                  <a:pt x="9399" y="28"/>
                  <a:pt x="9397" y="33"/>
                  <a:pt x="9392" y="37"/>
                </a:cubicBezTo>
                <a:cubicBezTo>
                  <a:pt x="9388" y="41"/>
                  <a:pt x="9383" y="43"/>
                  <a:pt x="9377" y="43"/>
                </a:cubicBezTo>
                <a:lnTo>
                  <a:pt x="9242" y="43"/>
                </a:lnTo>
                <a:cubicBezTo>
                  <a:pt x="9236" y="43"/>
                  <a:pt x="9231" y="41"/>
                  <a:pt x="9227" y="37"/>
                </a:cubicBezTo>
                <a:cubicBezTo>
                  <a:pt x="9223" y="33"/>
                  <a:pt x="9220" y="28"/>
                  <a:pt x="9220" y="22"/>
                </a:cubicBezTo>
                <a:cubicBezTo>
                  <a:pt x="9220" y="16"/>
                  <a:pt x="9223" y="11"/>
                  <a:pt x="9227" y="7"/>
                </a:cubicBezTo>
                <a:cubicBezTo>
                  <a:pt x="9231" y="2"/>
                  <a:pt x="9236" y="0"/>
                  <a:pt x="9242" y="0"/>
                </a:cubicBezTo>
                <a:moveTo>
                  <a:pt x="9549" y="0"/>
                </a:moveTo>
                <a:lnTo>
                  <a:pt x="9687" y="0"/>
                </a:lnTo>
                <a:cubicBezTo>
                  <a:pt x="9693" y="0"/>
                  <a:pt x="9698" y="2"/>
                  <a:pt x="9702" y="7"/>
                </a:cubicBezTo>
                <a:cubicBezTo>
                  <a:pt x="9706" y="11"/>
                  <a:pt x="9708" y="16"/>
                  <a:pt x="9708" y="22"/>
                </a:cubicBezTo>
                <a:cubicBezTo>
                  <a:pt x="9708" y="28"/>
                  <a:pt x="9706" y="33"/>
                  <a:pt x="9702" y="37"/>
                </a:cubicBezTo>
                <a:cubicBezTo>
                  <a:pt x="9698" y="41"/>
                  <a:pt x="9693" y="43"/>
                  <a:pt x="9687" y="43"/>
                </a:cubicBezTo>
                <a:lnTo>
                  <a:pt x="9549" y="43"/>
                </a:lnTo>
                <a:cubicBezTo>
                  <a:pt x="9543" y="43"/>
                  <a:pt x="9538" y="41"/>
                  <a:pt x="9533" y="37"/>
                </a:cubicBezTo>
                <a:cubicBezTo>
                  <a:pt x="9529" y="33"/>
                  <a:pt x="9527" y="28"/>
                  <a:pt x="9527" y="22"/>
                </a:cubicBezTo>
                <a:cubicBezTo>
                  <a:pt x="9527" y="16"/>
                  <a:pt x="9529" y="11"/>
                  <a:pt x="9533" y="7"/>
                </a:cubicBezTo>
                <a:cubicBezTo>
                  <a:pt x="9538" y="2"/>
                  <a:pt x="9543" y="0"/>
                  <a:pt x="9549" y="0"/>
                </a:cubicBezTo>
                <a:moveTo>
                  <a:pt x="9857" y="0"/>
                </a:moveTo>
                <a:lnTo>
                  <a:pt x="9992" y="0"/>
                </a:lnTo>
                <a:cubicBezTo>
                  <a:pt x="9998" y="0"/>
                  <a:pt x="10003" y="2"/>
                  <a:pt x="10007" y="7"/>
                </a:cubicBezTo>
                <a:cubicBezTo>
                  <a:pt x="10011" y="11"/>
                  <a:pt x="10014" y="16"/>
                  <a:pt x="10014" y="22"/>
                </a:cubicBezTo>
                <a:cubicBezTo>
                  <a:pt x="10014" y="28"/>
                  <a:pt x="10011" y="33"/>
                  <a:pt x="10007" y="37"/>
                </a:cubicBezTo>
                <a:cubicBezTo>
                  <a:pt x="10003" y="41"/>
                  <a:pt x="9998" y="43"/>
                  <a:pt x="9992" y="43"/>
                </a:cubicBezTo>
                <a:lnTo>
                  <a:pt x="9857" y="43"/>
                </a:lnTo>
                <a:cubicBezTo>
                  <a:pt x="9851" y="43"/>
                  <a:pt x="9846" y="41"/>
                  <a:pt x="9842" y="37"/>
                </a:cubicBezTo>
                <a:cubicBezTo>
                  <a:pt x="9838" y="33"/>
                  <a:pt x="9836" y="28"/>
                  <a:pt x="9836" y="22"/>
                </a:cubicBezTo>
                <a:cubicBezTo>
                  <a:pt x="9836" y="16"/>
                  <a:pt x="9838" y="11"/>
                  <a:pt x="9842" y="7"/>
                </a:cubicBezTo>
                <a:cubicBezTo>
                  <a:pt x="9846" y="2"/>
                  <a:pt x="9851" y="0"/>
                  <a:pt x="9857" y="0"/>
                </a:cubicBezTo>
                <a:moveTo>
                  <a:pt x="10163" y="0"/>
                </a:moveTo>
                <a:lnTo>
                  <a:pt x="10301" y="0"/>
                </a:lnTo>
                <a:cubicBezTo>
                  <a:pt x="10307" y="0"/>
                  <a:pt x="10312" y="2"/>
                  <a:pt x="10316" y="7"/>
                </a:cubicBezTo>
                <a:cubicBezTo>
                  <a:pt x="10320" y="11"/>
                  <a:pt x="10322" y="16"/>
                  <a:pt x="10322" y="22"/>
                </a:cubicBezTo>
                <a:cubicBezTo>
                  <a:pt x="10322" y="28"/>
                  <a:pt x="10320" y="33"/>
                  <a:pt x="10316" y="37"/>
                </a:cubicBezTo>
                <a:cubicBezTo>
                  <a:pt x="10312" y="41"/>
                  <a:pt x="10307" y="43"/>
                  <a:pt x="10301" y="43"/>
                </a:cubicBezTo>
                <a:lnTo>
                  <a:pt x="10163" y="43"/>
                </a:lnTo>
                <a:cubicBezTo>
                  <a:pt x="10157" y="43"/>
                  <a:pt x="10152" y="41"/>
                  <a:pt x="10148" y="37"/>
                </a:cubicBezTo>
                <a:cubicBezTo>
                  <a:pt x="10144" y="33"/>
                  <a:pt x="10142" y="28"/>
                  <a:pt x="10142" y="22"/>
                </a:cubicBezTo>
                <a:cubicBezTo>
                  <a:pt x="10142" y="16"/>
                  <a:pt x="10144" y="11"/>
                  <a:pt x="10148" y="7"/>
                </a:cubicBezTo>
                <a:cubicBezTo>
                  <a:pt x="10152" y="2"/>
                  <a:pt x="10157" y="0"/>
                  <a:pt x="10163" y="0"/>
                </a:cubicBezTo>
                <a:moveTo>
                  <a:pt x="10473" y="0"/>
                </a:moveTo>
                <a:lnTo>
                  <a:pt x="10607" y="0"/>
                </a:lnTo>
                <a:cubicBezTo>
                  <a:pt x="10613" y="0"/>
                  <a:pt x="10618" y="2"/>
                  <a:pt x="10622" y="7"/>
                </a:cubicBezTo>
                <a:cubicBezTo>
                  <a:pt x="10627" y="11"/>
                  <a:pt x="10629" y="16"/>
                  <a:pt x="10629" y="22"/>
                </a:cubicBezTo>
                <a:cubicBezTo>
                  <a:pt x="10629" y="28"/>
                  <a:pt x="10627" y="33"/>
                  <a:pt x="10622" y="37"/>
                </a:cubicBezTo>
                <a:cubicBezTo>
                  <a:pt x="10618" y="41"/>
                  <a:pt x="10613" y="43"/>
                  <a:pt x="10607" y="43"/>
                </a:cubicBezTo>
                <a:lnTo>
                  <a:pt x="10473" y="43"/>
                </a:lnTo>
                <a:cubicBezTo>
                  <a:pt x="10467" y="43"/>
                  <a:pt x="10462" y="41"/>
                  <a:pt x="10458" y="37"/>
                </a:cubicBezTo>
                <a:cubicBezTo>
                  <a:pt x="10453" y="33"/>
                  <a:pt x="10451" y="28"/>
                  <a:pt x="10451" y="22"/>
                </a:cubicBezTo>
                <a:cubicBezTo>
                  <a:pt x="10451" y="16"/>
                  <a:pt x="10453" y="11"/>
                  <a:pt x="10458" y="7"/>
                </a:cubicBezTo>
                <a:cubicBezTo>
                  <a:pt x="10462" y="2"/>
                  <a:pt x="10467" y="0"/>
                  <a:pt x="10473" y="0"/>
                </a:cubicBezTo>
                <a:moveTo>
                  <a:pt x="10777" y="0"/>
                </a:moveTo>
                <a:lnTo>
                  <a:pt x="10915" y="0"/>
                </a:lnTo>
                <a:cubicBezTo>
                  <a:pt x="10921" y="0"/>
                  <a:pt x="10926" y="2"/>
                  <a:pt x="10930" y="7"/>
                </a:cubicBezTo>
                <a:cubicBezTo>
                  <a:pt x="10934" y="11"/>
                  <a:pt x="10936" y="16"/>
                  <a:pt x="10936" y="22"/>
                </a:cubicBezTo>
                <a:cubicBezTo>
                  <a:pt x="10936" y="28"/>
                  <a:pt x="10934" y="33"/>
                  <a:pt x="10930" y="37"/>
                </a:cubicBezTo>
                <a:cubicBezTo>
                  <a:pt x="10926" y="41"/>
                  <a:pt x="10921" y="43"/>
                  <a:pt x="10915" y="43"/>
                </a:cubicBezTo>
                <a:lnTo>
                  <a:pt x="10777" y="43"/>
                </a:lnTo>
                <a:cubicBezTo>
                  <a:pt x="10771" y="43"/>
                  <a:pt x="10766" y="41"/>
                  <a:pt x="10762" y="37"/>
                </a:cubicBezTo>
                <a:cubicBezTo>
                  <a:pt x="10758" y="33"/>
                  <a:pt x="10756" y="28"/>
                  <a:pt x="10756" y="22"/>
                </a:cubicBezTo>
                <a:cubicBezTo>
                  <a:pt x="10756" y="16"/>
                  <a:pt x="10758" y="11"/>
                  <a:pt x="10762" y="7"/>
                </a:cubicBezTo>
                <a:cubicBezTo>
                  <a:pt x="10766" y="2"/>
                  <a:pt x="10771" y="0"/>
                  <a:pt x="10777" y="0"/>
                </a:cubicBezTo>
                <a:moveTo>
                  <a:pt x="11088" y="0"/>
                </a:moveTo>
                <a:lnTo>
                  <a:pt x="11223" y="0"/>
                </a:lnTo>
                <a:cubicBezTo>
                  <a:pt x="11229" y="0"/>
                  <a:pt x="11234" y="2"/>
                  <a:pt x="11238" y="7"/>
                </a:cubicBezTo>
                <a:cubicBezTo>
                  <a:pt x="11242" y="11"/>
                  <a:pt x="11245" y="16"/>
                  <a:pt x="11245" y="22"/>
                </a:cubicBezTo>
                <a:cubicBezTo>
                  <a:pt x="11245" y="28"/>
                  <a:pt x="11242" y="33"/>
                  <a:pt x="11238" y="37"/>
                </a:cubicBezTo>
                <a:cubicBezTo>
                  <a:pt x="11234" y="41"/>
                  <a:pt x="11229" y="43"/>
                  <a:pt x="11223" y="43"/>
                </a:cubicBezTo>
                <a:lnTo>
                  <a:pt x="11088" y="43"/>
                </a:lnTo>
                <a:cubicBezTo>
                  <a:pt x="11082" y="43"/>
                  <a:pt x="11077" y="41"/>
                  <a:pt x="11073" y="37"/>
                </a:cubicBezTo>
                <a:cubicBezTo>
                  <a:pt x="11069" y="33"/>
                  <a:pt x="11067" y="28"/>
                  <a:pt x="11067" y="22"/>
                </a:cubicBezTo>
                <a:cubicBezTo>
                  <a:pt x="11067" y="16"/>
                  <a:pt x="11069" y="11"/>
                  <a:pt x="11073" y="7"/>
                </a:cubicBezTo>
                <a:cubicBezTo>
                  <a:pt x="11077" y="2"/>
                  <a:pt x="11082" y="0"/>
                  <a:pt x="11088" y="0"/>
                </a:cubicBezTo>
                <a:moveTo>
                  <a:pt x="11392" y="0"/>
                </a:moveTo>
                <a:lnTo>
                  <a:pt x="11529" y="0"/>
                </a:lnTo>
                <a:cubicBezTo>
                  <a:pt x="11535" y="0"/>
                  <a:pt x="11540" y="2"/>
                  <a:pt x="11544" y="7"/>
                </a:cubicBezTo>
                <a:cubicBezTo>
                  <a:pt x="11548" y="11"/>
                  <a:pt x="11550" y="16"/>
                  <a:pt x="11550" y="22"/>
                </a:cubicBezTo>
                <a:cubicBezTo>
                  <a:pt x="11550" y="28"/>
                  <a:pt x="11548" y="33"/>
                  <a:pt x="11544" y="37"/>
                </a:cubicBezTo>
                <a:cubicBezTo>
                  <a:pt x="11540" y="41"/>
                  <a:pt x="11535" y="43"/>
                  <a:pt x="11529" y="43"/>
                </a:cubicBezTo>
                <a:lnTo>
                  <a:pt x="11392" y="43"/>
                </a:lnTo>
                <a:cubicBezTo>
                  <a:pt x="11386" y="43"/>
                  <a:pt x="11381" y="41"/>
                  <a:pt x="11377" y="37"/>
                </a:cubicBezTo>
                <a:cubicBezTo>
                  <a:pt x="11373" y="33"/>
                  <a:pt x="11371" y="28"/>
                  <a:pt x="11371" y="22"/>
                </a:cubicBezTo>
                <a:cubicBezTo>
                  <a:pt x="11371" y="16"/>
                  <a:pt x="11373" y="11"/>
                  <a:pt x="11377" y="7"/>
                </a:cubicBezTo>
                <a:cubicBezTo>
                  <a:pt x="11381" y="2"/>
                  <a:pt x="11386" y="0"/>
                  <a:pt x="11392" y="0"/>
                </a:cubicBezTo>
                <a:moveTo>
                  <a:pt x="11701" y="0"/>
                </a:moveTo>
                <a:lnTo>
                  <a:pt x="11840" y="0"/>
                </a:lnTo>
                <a:cubicBezTo>
                  <a:pt x="11846" y="0"/>
                  <a:pt x="11851" y="2"/>
                  <a:pt x="11855" y="7"/>
                </a:cubicBezTo>
                <a:cubicBezTo>
                  <a:pt x="11859" y="11"/>
                  <a:pt x="11861" y="16"/>
                  <a:pt x="11861" y="22"/>
                </a:cubicBezTo>
                <a:cubicBezTo>
                  <a:pt x="11861" y="28"/>
                  <a:pt x="11859" y="33"/>
                  <a:pt x="11855" y="37"/>
                </a:cubicBezTo>
                <a:cubicBezTo>
                  <a:pt x="11851" y="41"/>
                  <a:pt x="11846" y="43"/>
                  <a:pt x="11840" y="43"/>
                </a:cubicBezTo>
                <a:lnTo>
                  <a:pt x="11701" y="43"/>
                </a:lnTo>
                <a:cubicBezTo>
                  <a:pt x="11695" y="43"/>
                  <a:pt x="11690" y="41"/>
                  <a:pt x="11686" y="37"/>
                </a:cubicBezTo>
                <a:cubicBezTo>
                  <a:pt x="11682" y="33"/>
                  <a:pt x="11679" y="28"/>
                  <a:pt x="11679" y="22"/>
                </a:cubicBezTo>
                <a:cubicBezTo>
                  <a:pt x="11679" y="16"/>
                  <a:pt x="11682" y="11"/>
                  <a:pt x="11686" y="7"/>
                </a:cubicBezTo>
                <a:cubicBezTo>
                  <a:pt x="11690" y="2"/>
                  <a:pt x="11695" y="0"/>
                  <a:pt x="11701" y="0"/>
                </a:cubicBezTo>
                <a:moveTo>
                  <a:pt x="12008" y="0"/>
                </a:moveTo>
                <a:lnTo>
                  <a:pt x="12143" y="0"/>
                </a:lnTo>
                <a:cubicBezTo>
                  <a:pt x="12149" y="0"/>
                  <a:pt x="12154" y="2"/>
                  <a:pt x="12158" y="7"/>
                </a:cubicBezTo>
                <a:cubicBezTo>
                  <a:pt x="12163" y="11"/>
                  <a:pt x="12165" y="16"/>
                  <a:pt x="12165" y="22"/>
                </a:cubicBezTo>
                <a:cubicBezTo>
                  <a:pt x="12165" y="28"/>
                  <a:pt x="12163" y="33"/>
                  <a:pt x="12158" y="37"/>
                </a:cubicBezTo>
                <a:cubicBezTo>
                  <a:pt x="12154" y="41"/>
                  <a:pt x="12149" y="43"/>
                  <a:pt x="12143" y="43"/>
                </a:cubicBezTo>
                <a:lnTo>
                  <a:pt x="12008" y="43"/>
                </a:lnTo>
                <a:cubicBezTo>
                  <a:pt x="12002" y="43"/>
                  <a:pt x="11997" y="41"/>
                  <a:pt x="11993" y="37"/>
                </a:cubicBezTo>
                <a:cubicBezTo>
                  <a:pt x="11989" y="33"/>
                  <a:pt x="11987" y="28"/>
                  <a:pt x="11987" y="22"/>
                </a:cubicBezTo>
                <a:cubicBezTo>
                  <a:pt x="11987" y="16"/>
                  <a:pt x="11989" y="11"/>
                  <a:pt x="11993" y="7"/>
                </a:cubicBezTo>
                <a:cubicBezTo>
                  <a:pt x="11997" y="2"/>
                  <a:pt x="12002" y="0"/>
                  <a:pt x="12008" y="0"/>
                </a:cubicBezTo>
                <a:moveTo>
                  <a:pt x="12314" y="0"/>
                </a:moveTo>
                <a:lnTo>
                  <a:pt x="12452" y="0"/>
                </a:lnTo>
                <a:cubicBezTo>
                  <a:pt x="12458" y="0"/>
                  <a:pt x="12463" y="2"/>
                  <a:pt x="12467" y="7"/>
                </a:cubicBezTo>
                <a:cubicBezTo>
                  <a:pt x="12471" y="11"/>
                  <a:pt x="12473" y="16"/>
                  <a:pt x="12473" y="22"/>
                </a:cubicBezTo>
                <a:cubicBezTo>
                  <a:pt x="12473" y="28"/>
                  <a:pt x="12471" y="33"/>
                  <a:pt x="12467" y="37"/>
                </a:cubicBezTo>
                <a:cubicBezTo>
                  <a:pt x="12463" y="41"/>
                  <a:pt x="12458" y="43"/>
                  <a:pt x="12452" y="43"/>
                </a:cubicBezTo>
                <a:lnTo>
                  <a:pt x="12314" y="43"/>
                </a:lnTo>
                <a:cubicBezTo>
                  <a:pt x="12308" y="43"/>
                  <a:pt x="12303" y="41"/>
                  <a:pt x="12299" y="37"/>
                </a:cubicBezTo>
                <a:cubicBezTo>
                  <a:pt x="12295" y="33"/>
                  <a:pt x="12293" y="28"/>
                  <a:pt x="12293" y="22"/>
                </a:cubicBezTo>
                <a:cubicBezTo>
                  <a:pt x="12293" y="16"/>
                  <a:pt x="12295" y="11"/>
                  <a:pt x="12299" y="7"/>
                </a:cubicBezTo>
                <a:cubicBezTo>
                  <a:pt x="12303" y="2"/>
                  <a:pt x="12308" y="0"/>
                  <a:pt x="12314" y="0"/>
                </a:cubicBezTo>
                <a:moveTo>
                  <a:pt x="12625" y="0"/>
                </a:moveTo>
                <a:lnTo>
                  <a:pt x="12760" y="0"/>
                </a:lnTo>
                <a:cubicBezTo>
                  <a:pt x="12765" y="0"/>
                  <a:pt x="12770" y="2"/>
                  <a:pt x="12775" y="7"/>
                </a:cubicBezTo>
                <a:cubicBezTo>
                  <a:pt x="12779" y="11"/>
                  <a:pt x="12781" y="16"/>
                  <a:pt x="12781" y="22"/>
                </a:cubicBezTo>
                <a:cubicBezTo>
                  <a:pt x="12781" y="28"/>
                  <a:pt x="12779" y="33"/>
                  <a:pt x="12775" y="37"/>
                </a:cubicBezTo>
                <a:cubicBezTo>
                  <a:pt x="12770" y="41"/>
                  <a:pt x="12765" y="43"/>
                  <a:pt x="12760" y="43"/>
                </a:cubicBezTo>
                <a:lnTo>
                  <a:pt x="12625" y="43"/>
                </a:lnTo>
                <a:cubicBezTo>
                  <a:pt x="12619" y="43"/>
                  <a:pt x="12614" y="41"/>
                  <a:pt x="12610" y="37"/>
                </a:cubicBezTo>
                <a:cubicBezTo>
                  <a:pt x="12606" y="33"/>
                  <a:pt x="12604" y="28"/>
                  <a:pt x="12604" y="22"/>
                </a:cubicBezTo>
                <a:cubicBezTo>
                  <a:pt x="12604" y="16"/>
                  <a:pt x="12606" y="11"/>
                  <a:pt x="12610" y="7"/>
                </a:cubicBezTo>
                <a:cubicBezTo>
                  <a:pt x="12614" y="2"/>
                  <a:pt x="12619" y="0"/>
                  <a:pt x="12625" y="0"/>
                </a:cubicBezTo>
                <a:moveTo>
                  <a:pt x="12929" y="0"/>
                </a:moveTo>
                <a:lnTo>
                  <a:pt x="13065" y="0"/>
                </a:lnTo>
                <a:cubicBezTo>
                  <a:pt x="13071" y="0"/>
                  <a:pt x="13076" y="2"/>
                  <a:pt x="13080" y="7"/>
                </a:cubicBezTo>
                <a:cubicBezTo>
                  <a:pt x="13085" y="11"/>
                  <a:pt x="13087" y="16"/>
                  <a:pt x="13087" y="22"/>
                </a:cubicBezTo>
                <a:cubicBezTo>
                  <a:pt x="13087" y="28"/>
                  <a:pt x="13085" y="33"/>
                  <a:pt x="13080" y="37"/>
                </a:cubicBezTo>
                <a:cubicBezTo>
                  <a:pt x="13076" y="41"/>
                  <a:pt x="13071" y="43"/>
                  <a:pt x="13065" y="43"/>
                </a:cubicBezTo>
                <a:lnTo>
                  <a:pt x="12929" y="43"/>
                </a:lnTo>
                <a:cubicBezTo>
                  <a:pt x="12923" y="43"/>
                  <a:pt x="12918" y="41"/>
                  <a:pt x="12914" y="37"/>
                </a:cubicBezTo>
                <a:cubicBezTo>
                  <a:pt x="12910" y="33"/>
                  <a:pt x="12907" y="28"/>
                  <a:pt x="12907" y="22"/>
                </a:cubicBezTo>
                <a:cubicBezTo>
                  <a:pt x="12907" y="16"/>
                  <a:pt x="12910" y="11"/>
                  <a:pt x="12914" y="7"/>
                </a:cubicBezTo>
                <a:cubicBezTo>
                  <a:pt x="12918" y="2"/>
                  <a:pt x="12923" y="0"/>
                  <a:pt x="12929" y="0"/>
                </a:cubicBezTo>
                <a:moveTo>
                  <a:pt x="13237" y="0"/>
                </a:moveTo>
                <a:lnTo>
                  <a:pt x="13376" y="0"/>
                </a:lnTo>
                <a:cubicBezTo>
                  <a:pt x="13382" y="0"/>
                  <a:pt x="13387" y="2"/>
                  <a:pt x="13391" y="7"/>
                </a:cubicBezTo>
                <a:cubicBezTo>
                  <a:pt x="13396" y="11"/>
                  <a:pt x="13398" y="16"/>
                  <a:pt x="13398" y="22"/>
                </a:cubicBezTo>
                <a:cubicBezTo>
                  <a:pt x="13398" y="28"/>
                  <a:pt x="13396" y="33"/>
                  <a:pt x="13391" y="37"/>
                </a:cubicBezTo>
                <a:cubicBezTo>
                  <a:pt x="13387" y="41"/>
                  <a:pt x="13382" y="43"/>
                  <a:pt x="13376" y="43"/>
                </a:cubicBezTo>
                <a:lnTo>
                  <a:pt x="13237" y="43"/>
                </a:lnTo>
                <a:cubicBezTo>
                  <a:pt x="13232" y="43"/>
                  <a:pt x="13227" y="41"/>
                  <a:pt x="13222" y="37"/>
                </a:cubicBezTo>
                <a:cubicBezTo>
                  <a:pt x="13218" y="33"/>
                  <a:pt x="13216" y="28"/>
                  <a:pt x="13216" y="22"/>
                </a:cubicBezTo>
                <a:cubicBezTo>
                  <a:pt x="13216" y="16"/>
                  <a:pt x="13218" y="11"/>
                  <a:pt x="13222" y="7"/>
                </a:cubicBezTo>
                <a:cubicBezTo>
                  <a:pt x="13227" y="2"/>
                  <a:pt x="13232" y="0"/>
                  <a:pt x="13237" y="0"/>
                </a:cubicBezTo>
                <a:moveTo>
                  <a:pt x="13545" y="0"/>
                </a:moveTo>
                <a:lnTo>
                  <a:pt x="13680" y="0"/>
                </a:lnTo>
                <a:cubicBezTo>
                  <a:pt x="13686" y="0"/>
                  <a:pt x="13691" y="2"/>
                  <a:pt x="13695" y="7"/>
                </a:cubicBezTo>
                <a:cubicBezTo>
                  <a:pt x="13700" y="11"/>
                  <a:pt x="13702" y="16"/>
                  <a:pt x="13702" y="22"/>
                </a:cubicBezTo>
                <a:cubicBezTo>
                  <a:pt x="13702" y="28"/>
                  <a:pt x="13700" y="33"/>
                  <a:pt x="13695" y="37"/>
                </a:cubicBezTo>
                <a:cubicBezTo>
                  <a:pt x="13691" y="41"/>
                  <a:pt x="13686" y="43"/>
                  <a:pt x="13680" y="43"/>
                </a:cubicBezTo>
                <a:lnTo>
                  <a:pt x="13545" y="43"/>
                </a:lnTo>
                <a:cubicBezTo>
                  <a:pt x="13539" y="43"/>
                  <a:pt x="13534" y="41"/>
                  <a:pt x="13530" y="37"/>
                </a:cubicBezTo>
                <a:cubicBezTo>
                  <a:pt x="13526" y="33"/>
                  <a:pt x="13524" y="28"/>
                  <a:pt x="13524" y="22"/>
                </a:cubicBezTo>
                <a:cubicBezTo>
                  <a:pt x="13524" y="16"/>
                  <a:pt x="13526" y="11"/>
                  <a:pt x="13530" y="7"/>
                </a:cubicBezTo>
                <a:cubicBezTo>
                  <a:pt x="13534" y="2"/>
                  <a:pt x="13539" y="0"/>
                  <a:pt x="13545" y="0"/>
                </a:cubicBezTo>
                <a:moveTo>
                  <a:pt x="13851" y="0"/>
                </a:moveTo>
                <a:lnTo>
                  <a:pt x="13988" y="0"/>
                </a:lnTo>
                <a:cubicBezTo>
                  <a:pt x="13994" y="0"/>
                  <a:pt x="13999" y="2"/>
                  <a:pt x="14003" y="7"/>
                </a:cubicBezTo>
                <a:cubicBezTo>
                  <a:pt x="14007" y="11"/>
                  <a:pt x="14009" y="16"/>
                  <a:pt x="14009" y="22"/>
                </a:cubicBezTo>
                <a:cubicBezTo>
                  <a:pt x="14009" y="28"/>
                  <a:pt x="14007" y="33"/>
                  <a:pt x="14003" y="37"/>
                </a:cubicBezTo>
                <a:cubicBezTo>
                  <a:pt x="13999" y="41"/>
                  <a:pt x="13994" y="43"/>
                  <a:pt x="13988" y="43"/>
                </a:cubicBezTo>
                <a:lnTo>
                  <a:pt x="13851" y="43"/>
                </a:lnTo>
                <a:cubicBezTo>
                  <a:pt x="13845" y="43"/>
                  <a:pt x="13840" y="41"/>
                  <a:pt x="13836" y="37"/>
                </a:cubicBezTo>
                <a:cubicBezTo>
                  <a:pt x="13831" y="33"/>
                  <a:pt x="13829" y="28"/>
                  <a:pt x="13829" y="22"/>
                </a:cubicBezTo>
                <a:cubicBezTo>
                  <a:pt x="13829" y="16"/>
                  <a:pt x="13831" y="11"/>
                  <a:pt x="13836" y="7"/>
                </a:cubicBezTo>
                <a:cubicBezTo>
                  <a:pt x="13840" y="2"/>
                  <a:pt x="13845" y="0"/>
                  <a:pt x="13851" y="0"/>
                </a:cubicBezTo>
                <a:moveTo>
                  <a:pt x="14161" y="0"/>
                </a:moveTo>
                <a:lnTo>
                  <a:pt x="14298" y="0"/>
                </a:lnTo>
                <a:cubicBezTo>
                  <a:pt x="14304" y="0"/>
                  <a:pt x="14309" y="2"/>
                  <a:pt x="14313" y="7"/>
                </a:cubicBezTo>
                <a:cubicBezTo>
                  <a:pt x="14317" y="11"/>
                  <a:pt x="14319" y="16"/>
                  <a:pt x="14319" y="22"/>
                </a:cubicBezTo>
                <a:cubicBezTo>
                  <a:pt x="14319" y="28"/>
                  <a:pt x="14317" y="33"/>
                  <a:pt x="14313" y="37"/>
                </a:cubicBezTo>
                <a:cubicBezTo>
                  <a:pt x="14309" y="41"/>
                  <a:pt x="14304" y="43"/>
                  <a:pt x="14298" y="43"/>
                </a:cubicBezTo>
                <a:lnTo>
                  <a:pt x="14161" y="43"/>
                </a:lnTo>
                <a:cubicBezTo>
                  <a:pt x="14155" y="43"/>
                  <a:pt x="14150" y="41"/>
                  <a:pt x="14146" y="37"/>
                </a:cubicBezTo>
                <a:cubicBezTo>
                  <a:pt x="14142" y="33"/>
                  <a:pt x="14140" y="28"/>
                  <a:pt x="14140" y="22"/>
                </a:cubicBezTo>
                <a:cubicBezTo>
                  <a:pt x="14140" y="16"/>
                  <a:pt x="14142" y="11"/>
                  <a:pt x="14146" y="7"/>
                </a:cubicBezTo>
                <a:cubicBezTo>
                  <a:pt x="14150" y="2"/>
                  <a:pt x="14155" y="0"/>
                  <a:pt x="14161" y="0"/>
                </a:cubicBezTo>
                <a:moveTo>
                  <a:pt x="14466" y="0"/>
                </a:moveTo>
                <a:lnTo>
                  <a:pt x="14602" y="0"/>
                </a:lnTo>
                <a:cubicBezTo>
                  <a:pt x="14608" y="0"/>
                  <a:pt x="14613" y="2"/>
                  <a:pt x="14617" y="7"/>
                </a:cubicBezTo>
                <a:cubicBezTo>
                  <a:pt x="14621" y="11"/>
                  <a:pt x="14623" y="16"/>
                  <a:pt x="14623" y="22"/>
                </a:cubicBezTo>
                <a:cubicBezTo>
                  <a:pt x="14623" y="28"/>
                  <a:pt x="14621" y="33"/>
                  <a:pt x="14617" y="37"/>
                </a:cubicBezTo>
                <a:cubicBezTo>
                  <a:pt x="14613" y="41"/>
                  <a:pt x="14608" y="43"/>
                  <a:pt x="14602" y="43"/>
                </a:cubicBezTo>
                <a:lnTo>
                  <a:pt x="14466" y="43"/>
                </a:lnTo>
                <a:cubicBezTo>
                  <a:pt x="14460" y="43"/>
                  <a:pt x="14455" y="41"/>
                  <a:pt x="14451" y="37"/>
                </a:cubicBezTo>
                <a:cubicBezTo>
                  <a:pt x="14447" y="33"/>
                  <a:pt x="14445" y="28"/>
                  <a:pt x="14445" y="22"/>
                </a:cubicBezTo>
                <a:cubicBezTo>
                  <a:pt x="14445" y="16"/>
                  <a:pt x="14447" y="11"/>
                  <a:pt x="14451" y="7"/>
                </a:cubicBezTo>
                <a:cubicBezTo>
                  <a:pt x="14455" y="2"/>
                  <a:pt x="14460" y="0"/>
                  <a:pt x="14466" y="0"/>
                </a:cubicBezTo>
                <a:moveTo>
                  <a:pt x="14773" y="0"/>
                </a:moveTo>
                <a:lnTo>
                  <a:pt x="14911" y="0"/>
                </a:lnTo>
                <a:cubicBezTo>
                  <a:pt x="14917" y="0"/>
                  <a:pt x="14922" y="2"/>
                  <a:pt x="14926" y="7"/>
                </a:cubicBezTo>
                <a:cubicBezTo>
                  <a:pt x="14930" y="11"/>
                  <a:pt x="14932" y="16"/>
                  <a:pt x="14932" y="22"/>
                </a:cubicBezTo>
                <a:cubicBezTo>
                  <a:pt x="14932" y="28"/>
                  <a:pt x="14930" y="33"/>
                  <a:pt x="14926" y="37"/>
                </a:cubicBezTo>
                <a:cubicBezTo>
                  <a:pt x="14922" y="41"/>
                  <a:pt x="14917" y="43"/>
                  <a:pt x="14911" y="43"/>
                </a:cubicBezTo>
                <a:lnTo>
                  <a:pt x="14773" y="43"/>
                </a:lnTo>
                <a:cubicBezTo>
                  <a:pt x="14767" y="43"/>
                  <a:pt x="14762" y="41"/>
                  <a:pt x="14758" y="37"/>
                </a:cubicBezTo>
                <a:cubicBezTo>
                  <a:pt x="14754" y="33"/>
                  <a:pt x="14752" y="28"/>
                  <a:pt x="14752" y="22"/>
                </a:cubicBezTo>
                <a:cubicBezTo>
                  <a:pt x="14752" y="16"/>
                  <a:pt x="14754" y="11"/>
                  <a:pt x="14758" y="7"/>
                </a:cubicBezTo>
                <a:cubicBezTo>
                  <a:pt x="14762" y="2"/>
                  <a:pt x="14767" y="0"/>
                  <a:pt x="14773" y="0"/>
                </a:cubicBezTo>
                <a:moveTo>
                  <a:pt x="15084" y="0"/>
                </a:moveTo>
                <a:lnTo>
                  <a:pt x="15219" y="0"/>
                </a:lnTo>
                <a:cubicBezTo>
                  <a:pt x="15225" y="0"/>
                  <a:pt x="15230" y="2"/>
                  <a:pt x="15234" y="7"/>
                </a:cubicBezTo>
                <a:cubicBezTo>
                  <a:pt x="15239" y="11"/>
                  <a:pt x="15241" y="16"/>
                  <a:pt x="15241" y="22"/>
                </a:cubicBezTo>
                <a:cubicBezTo>
                  <a:pt x="15241" y="28"/>
                  <a:pt x="15239" y="33"/>
                  <a:pt x="15234" y="37"/>
                </a:cubicBezTo>
                <a:cubicBezTo>
                  <a:pt x="15230" y="41"/>
                  <a:pt x="15225" y="43"/>
                  <a:pt x="15219" y="43"/>
                </a:cubicBezTo>
                <a:lnTo>
                  <a:pt x="15084" y="43"/>
                </a:lnTo>
                <a:cubicBezTo>
                  <a:pt x="15078" y="43"/>
                  <a:pt x="15073" y="41"/>
                  <a:pt x="15069" y="37"/>
                </a:cubicBezTo>
                <a:cubicBezTo>
                  <a:pt x="15065" y="33"/>
                  <a:pt x="15063" y="28"/>
                  <a:pt x="15063" y="22"/>
                </a:cubicBezTo>
                <a:cubicBezTo>
                  <a:pt x="15063" y="16"/>
                  <a:pt x="15065" y="11"/>
                  <a:pt x="15069" y="7"/>
                </a:cubicBezTo>
                <a:cubicBezTo>
                  <a:pt x="15073" y="2"/>
                  <a:pt x="15078" y="0"/>
                  <a:pt x="15084" y="0"/>
                </a:cubicBezTo>
                <a:moveTo>
                  <a:pt x="15388" y="0"/>
                </a:moveTo>
                <a:lnTo>
                  <a:pt x="15524" y="0"/>
                </a:lnTo>
                <a:cubicBezTo>
                  <a:pt x="15530" y="0"/>
                  <a:pt x="15535" y="2"/>
                  <a:pt x="15539" y="7"/>
                </a:cubicBezTo>
                <a:cubicBezTo>
                  <a:pt x="15543" y="11"/>
                  <a:pt x="15545" y="16"/>
                  <a:pt x="15545" y="22"/>
                </a:cubicBezTo>
                <a:cubicBezTo>
                  <a:pt x="15545" y="28"/>
                  <a:pt x="15543" y="33"/>
                  <a:pt x="15539" y="37"/>
                </a:cubicBezTo>
                <a:cubicBezTo>
                  <a:pt x="15535" y="41"/>
                  <a:pt x="15530" y="43"/>
                  <a:pt x="15524" y="43"/>
                </a:cubicBezTo>
                <a:lnTo>
                  <a:pt x="15388" y="43"/>
                </a:lnTo>
                <a:cubicBezTo>
                  <a:pt x="15382" y="43"/>
                  <a:pt x="15377" y="41"/>
                  <a:pt x="15373" y="37"/>
                </a:cubicBezTo>
                <a:cubicBezTo>
                  <a:pt x="15369" y="33"/>
                  <a:pt x="15367" y="28"/>
                  <a:pt x="15367" y="22"/>
                </a:cubicBezTo>
                <a:cubicBezTo>
                  <a:pt x="15367" y="16"/>
                  <a:pt x="15369" y="11"/>
                  <a:pt x="15373" y="7"/>
                </a:cubicBezTo>
                <a:cubicBezTo>
                  <a:pt x="15377" y="2"/>
                  <a:pt x="15382" y="0"/>
                  <a:pt x="15388" y="0"/>
                </a:cubicBezTo>
                <a:moveTo>
                  <a:pt x="15695" y="0"/>
                </a:moveTo>
                <a:lnTo>
                  <a:pt x="15833" y="0"/>
                </a:lnTo>
                <a:cubicBezTo>
                  <a:pt x="15839" y="0"/>
                  <a:pt x="15844" y="2"/>
                  <a:pt x="15848" y="7"/>
                </a:cubicBezTo>
                <a:cubicBezTo>
                  <a:pt x="15852" y="11"/>
                  <a:pt x="15854" y="16"/>
                  <a:pt x="15854" y="22"/>
                </a:cubicBezTo>
                <a:cubicBezTo>
                  <a:pt x="15854" y="28"/>
                  <a:pt x="15852" y="33"/>
                  <a:pt x="15848" y="37"/>
                </a:cubicBezTo>
                <a:cubicBezTo>
                  <a:pt x="15844" y="41"/>
                  <a:pt x="15839" y="43"/>
                  <a:pt x="15833" y="43"/>
                </a:cubicBezTo>
                <a:lnTo>
                  <a:pt x="15695" y="43"/>
                </a:lnTo>
                <a:cubicBezTo>
                  <a:pt x="15689" y="43"/>
                  <a:pt x="15684" y="41"/>
                  <a:pt x="15680" y="37"/>
                </a:cubicBezTo>
                <a:cubicBezTo>
                  <a:pt x="15676" y="33"/>
                  <a:pt x="15674" y="28"/>
                  <a:pt x="15674" y="22"/>
                </a:cubicBezTo>
                <a:cubicBezTo>
                  <a:pt x="15674" y="16"/>
                  <a:pt x="15676" y="11"/>
                  <a:pt x="15680" y="7"/>
                </a:cubicBezTo>
                <a:cubicBezTo>
                  <a:pt x="15684" y="2"/>
                  <a:pt x="15689" y="0"/>
                  <a:pt x="15695" y="0"/>
                </a:cubicBezTo>
                <a:moveTo>
                  <a:pt x="16007" y="0"/>
                </a:moveTo>
                <a:lnTo>
                  <a:pt x="16141" y="0"/>
                </a:lnTo>
                <a:cubicBezTo>
                  <a:pt x="16147" y="0"/>
                  <a:pt x="16152" y="2"/>
                  <a:pt x="16156" y="7"/>
                </a:cubicBezTo>
                <a:cubicBezTo>
                  <a:pt x="16161" y="11"/>
                  <a:pt x="16163" y="16"/>
                  <a:pt x="16163" y="22"/>
                </a:cubicBezTo>
                <a:cubicBezTo>
                  <a:pt x="16163" y="28"/>
                  <a:pt x="16161" y="33"/>
                  <a:pt x="16156" y="37"/>
                </a:cubicBezTo>
                <a:cubicBezTo>
                  <a:pt x="16152" y="41"/>
                  <a:pt x="16147" y="43"/>
                  <a:pt x="16141" y="43"/>
                </a:cubicBezTo>
                <a:lnTo>
                  <a:pt x="16007" y="43"/>
                </a:lnTo>
                <a:cubicBezTo>
                  <a:pt x="16001" y="43"/>
                  <a:pt x="15996" y="41"/>
                  <a:pt x="15992" y="37"/>
                </a:cubicBezTo>
                <a:cubicBezTo>
                  <a:pt x="15987" y="33"/>
                  <a:pt x="15985" y="28"/>
                  <a:pt x="15985" y="22"/>
                </a:cubicBezTo>
                <a:cubicBezTo>
                  <a:pt x="15985" y="16"/>
                  <a:pt x="15987" y="11"/>
                  <a:pt x="15992" y="7"/>
                </a:cubicBezTo>
                <a:cubicBezTo>
                  <a:pt x="15996" y="2"/>
                  <a:pt x="16001" y="0"/>
                  <a:pt x="16007" y="0"/>
                </a:cubicBezTo>
                <a:moveTo>
                  <a:pt x="16310" y="0"/>
                </a:moveTo>
                <a:lnTo>
                  <a:pt x="16446" y="0"/>
                </a:lnTo>
                <a:cubicBezTo>
                  <a:pt x="16452" y="0"/>
                  <a:pt x="16457" y="2"/>
                  <a:pt x="16461" y="7"/>
                </a:cubicBezTo>
                <a:cubicBezTo>
                  <a:pt x="16465" y="11"/>
                  <a:pt x="16467" y="16"/>
                  <a:pt x="16467" y="22"/>
                </a:cubicBezTo>
                <a:cubicBezTo>
                  <a:pt x="16467" y="28"/>
                  <a:pt x="16465" y="33"/>
                  <a:pt x="16461" y="37"/>
                </a:cubicBezTo>
                <a:cubicBezTo>
                  <a:pt x="16457" y="41"/>
                  <a:pt x="16452" y="43"/>
                  <a:pt x="16446" y="43"/>
                </a:cubicBezTo>
                <a:lnTo>
                  <a:pt x="16310" y="43"/>
                </a:lnTo>
                <a:cubicBezTo>
                  <a:pt x="16304" y="43"/>
                  <a:pt x="16299" y="41"/>
                  <a:pt x="16295" y="37"/>
                </a:cubicBezTo>
                <a:cubicBezTo>
                  <a:pt x="16291" y="33"/>
                  <a:pt x="16289" y="28"/>
                  <a:pt x="16289" y="22"/>
                </a:cubicBezTo>
                <a:cubicBezTo>
                  <a:pt x="16289" y="16"/>
                  <a:pt x="16291" y="11"/>
                  <a:pt x="16295" y="7"/>
                </a:cubicBezTo>
                <a:cubicBezTo>
                  <a:pt x="16299" y="2"/>
                  <a:pt x="16304" y="0"/>
                  <a:pt x="16310" y="0"/>
                </a:cubicBezTo>
                <a:moveTo>
                  <a:pt x="16617" y="0"/>
                </a:moveTo>
                <a:lnTo>
                  <a:pt x="16755" y="0"/>
                </a:lnTo>
                <a:cubicBezTo>
                  <a:pt x="16761" y="0"/>
                  <a:pt x="16766" y="2"/>
                  <a:pt x="16770" y="7"/>
                </a:cubicBezTo>
                <a:cubicBezTo>
                  <a:pt x="16774" y="11"/>
                  <a:pt x="16776" y="16"/>
                  <a:pt x="16776" y="22"/>
                </a:cubicBezTo>
                <a:cubicBezTo>
                  <a:pt x="16776" y="28"/>
                  <a:pt x="16774" y="33"/>
                  <a:pt x="16770" y="37"/>
                </a:cubicBezTo>
                <a:cubicBezTo>
                  <a:pt x="16766" y="41"/>
                  <a:pt x="16761" y="43"/>
                  <a:pt x="16755" y="43"/>
                </a:cubicBezTo>
                <a:lnTo>
                  <a:pt x="16617" y="43"/>
                </a:lnTo>
                <a:cubicBezTo>
                  <a:pt x="16611" y="43"/>
                  <a:pt x="16606" y="41"/>
                  <a:pt x="16602" y="37"/>
                </a:cubicBezTo>
                <a:cubicBezTo>
                  <a:pt x="16598" y="33"/>
                  <a:pt x="16596" y="28"/>
                  <a:pt x="16596" y="22"/>
                </a:cubicBezTo>
                <a:cubicBezTo>
                  <a:pt x="16596" y="16"/>
                  <a:pt x="16598" y="11"/>
                  <a:pt x="16602" y="7"/>
                </a:cubicBezTo>
                <a:cubicBezTo>
                  <a:pt x="16606" y="2"/>
                  <a:pt x="16611" y="0"/>
                  <a:pt x="16617" y="0"/>
                </a:cubicBezTo>
                <a:moveTo>
                  <a:pt x="16928" y="0"/>
                </a:moveTo>
                <a:lnTo>
                  <a:pt x="17064" y="0"/>
                </a:lnTo>
                <a:cubicBezTo>
                  <a:pt x="17070" y="0"/>
                  <a:pt x="17075" y="2"/>
                  <a:pt x="17079" y="7"/>
                </a:cubicBezTo>
                <a:cubicBezTo>
                  <a:pt x="17083" y="11"/>
                  <a:pt x="17085" y="16"/>
                  <a:pt x="17085" y="22"/>
                </a:cubicBezTo>
                <a:cubicBezTo>
                  <a:pt x="17085" y="28"/>
                  <a:pt x="17083" y="33"/>
                  <a:pt x="17079" y="37"/>
                </a:cubicBezTo>
                <a:cubicBezTo>
                  <a:pt x="17075" y="41"/>
                  <a:pt x="17070" y="43"/>
                  <a:pt x="17064" y="43"/>
                </a:cubicBezTo>
                <a:lnTo>
                  <a:pt x="16928" y="43"/>
                </a:lnTo>
                <a:cubicBezTo>
                  <a:pt x="16922" y="43"/>
                  <a:pt x="16917" y="41"/>
                  <a:pt x="16913" y="37"/>
                </a:cubicBezTo>
                <a:cubicBezTo>
                  <a:pt x="16909" y="33"/>
                  <a:pt x="16907" y="28"/>
                  <a:pt x="16907" y="22"/>
                </a:cubicBezTo>
                <a:cubicBezTo>
                  <a:pt x="16907" y="16"/>
                  <a:pt x="16909" y="11"/>
                  <a:pt x="16913" y="7"/>
                </a:cubicBezTo>
                <a:cubicBezTo>
                  <a:pt x="16917" y="2"/>
                  <a:pt x="16922" y="0"/>
                  <a:pt x="16928" y="0"/>
                </a:cubicBezTo>
                <a:moveTo>
                  <a:pt x="17232" y="0"/>
                </a:moveTo>
                <a:lnTo>
                  <a:pt x="17368" y="0"/>
                </a:lnTo>
                <a:cubicBezTo>
                  <a:pt x="17374" y="0"/>
                  <a:pt x="17379" y="2"/>
                  <a:pt x="17383" y="7"/>
                </a:cubicBezTo>
                <a:cubicBezTo>
                  <a:pt x="17387" y="11"/>
                  <a:pt x="17389" y="16"/>
                  <a:pt x="17389" y="22"/>
                </a:cubicBezTo>
                <a:cubicBezTo>
                  <a:pt x="17389" y="28"/>
                  <a:pt x="17387" y="33"/>
                  <a:pt x="17383" y="37"/>
                </a:cubicBezTo>
                <a:cubicBezTo>
                  <a:pt x="17379" y="41"/>
                  <a:pt x="17374" y="43"/>
                  <a:pt x="17368" y="43"/>
                </a:cubicBezTo>
                <a:lnTo>
                  <a:pt x="17232" y="43"/>
                </a:lnTo>
                <a:cubicBezTo>
                  <a:pt x="17227" y="43"/>
                  <a:pt x="17221" y="41"/>
                  <a:pt x="17217" y="37"/>
                </a:cubicBezTo>
                <a:cubicBezTo>
                  <a:pt x="17213" y="33"/>
                  <a:pt x="17211" y="28"/>
                  <a:pt x="17211" y="22"/>
                </a:cubicBezTo>
                <a:cubicBezTo>
                  <a:pt x="17211" y="16"/>
                  <a:pt x="17213" y="11"/>
                  <a:pt x="17217" y="7"/>
                </a:cubicBezTo>
                <a:cubicBezTo>
                  <a:pt x="17221" y="2"/>
                  <a:pt x="17227" y="0"/>
                  <a:pt x="17232" y="0"/>
                </a:cubicBezTo>
                <a:moveTo>
                  <a:pt x="17539" y="0"/>
                </a:moveTo>
                <a:lnTo>
                  <a:pt x="17676" y="0"/>
                </a:lnTo>
                <a:cubicBezTo>
                  <a:pt x="17682" y="0"/>
                  <a:pt x="17687" y="2"/>
                  <a:pt x="17691" y="7"/>
                </a:cubicBezTo>
                <a:cubicBezTo>
                  <a:pt x="17696" y="11"/>
                  <a:pt x="17698" y="16"/>
                  <a:pt x="17698" y="22"/>
                </a:cubicBezTo>
                <a:cubicBezTo>
                  <a:pt x="17698" y="28"/>
                  <a:pt x="17696" y="33"/>
                  <a:pt x="17691" y="37"/>
                </a:cubicBezTo>
                <a:cubicBezTo>
                  <a:pt x="17687" y="41"/>
                  <a:pt x="17682" y="43"/>
                  <a:pt x="17676" y="43"/>
                </a:cubicBezTo>
                <a:lnTo>
                  <a:pt x="17539" y="43"/>
                </a:lnTo>
                <a:cubicBezTo>
                  <a:pt x="17533" y="43"/>
                  <a:pt x="17528" y="41"/>
                  <a:pt x="17524" y="37"/>
                </a:cubicBezTo>
                <a:cubicBezTo>
                  <a:pt x="17520" y="33"/>
                  <a:pt x="17518" y="28"/>
                  <a:pt x="17518" y="22"/>
                </a:cubicBezTo>
                <a:cubicBezTo>
                  <a:pt x="17518" y="16"/>
                  <a:pt x="17520" y="11"/>
                  <a:pt x="17524" y="7"/>
                </a:cubicBezTo>
                <a:cubicBezTo>
                  <a:pt x="17528" y="2"/>
                  <a:pt x="17533" y="0"/>
                  <a:pt x="17539" y="0"/>
                </a:cubicBezTo>
                <a:moveTo>
                  <a:pt x="17849" y="0"/>
                </a:moveTo>
                <a:lnTo>
                  <a:pt x="17954" y="0"/>
                </a:lnTo>
                <a:cubicBezTo>
                  <a:pt x="17960" y="0"/>
                  <a:pt x="17965" y="2"/>
                  <a:pt x="17969" y="7"/>
                </a:cubicBezTo>
                <a:cubicBezTo>
                  <a:pt x="17973" y="11"/>
                  <a:pt x="17975" y="16"/>
                  <a:pt x="17975" y="22"/>
                </a:cubicBezTo>
                <a:lnTo>
                  <a:pt x="17975" y="156"/>
                </a:lnTo>
                <a:cubicBezTo>
                  <a:pt x="17975" y="161"/>
                  <a:pt x="17973" y="166"/>
                  <a:pt x="17969" y="171"/>
                </a:cubicBezTo>
                <a:cubicBezTo>
                  <a:pt x="17965" y="175"/>
                  <a:pt x="17960" y="177"/>
                  <a:pt x="17954" y="177"/>
                </a:cubicBezTo>
                <a:cubicBezTo>
                  <a:pt x="17948" y="177"/>
                  <a:pt x="17943" y="175"/>
                  <a:pt x="17939" y="171"/>
                </a:cubicBezTo>
                <a:cubicBezTo>
                  <a:pt x="17935" y="166"/>
                  <a:pt x="17932" y="161"/>
                  <a:pt x="17932" y="156"/>
                </a:cubicBezTo>
                <a:lnTo>
                  <a:pt x="17932" y="43"/>
                </a:lnTo>
                <a:lnTo>
                  <a:pt x="17849" y="43"/>
                </a:lnTo>
                <a:cubicBezTo>
                  <a:pt x="17843" y="43"/>
                  <a:pt x="17838" y="41"/>
                  <a:pt x="17834" y="37"/>
                </a:cubicBezTo>
                <a:cubicBezTo>
                  <a:pt x="17830" y="33"/>
                  <a:pt x="17828" y="28"/>
                  <a:pt x="17828" y="22"/>
                </a:cubicBezTo>
                <a:cubicBezTo>
                  <a:pt x="17828" y="16"/>
                  <a:pt x="17830" y="11"/>
                  <a:pt x="17834" y="7"/>
                </a:cubicBezTo>
                <a:cubicBezTo>
                  <a:pt x="17838" y="2"/>
                  <a:pt x="17843" y="0"/>
                  <a:pt x="17849" y="0"/>
                </a:cubicBezTo>
                <a:moveTo>
                  <a:pt x="17975" y="326"/>
                </a:moveTo>
                <a:lnTo>
                  <a:pt x="17975" y="465"/>
                </a:lnTo>
                <a:cubicBezTo>
                  <a:pt x="17975" y="471"/>
                  <a:pt x="17973" y="476"/>
                  <a:pt x="17969" y="480"/>
                </a:cubicBezTo>
                <a:cubicBezTo>
                  <a:pt x="17965" y="484"/>
                  <a:pt x="17960" y="486"/>
                  <a:pt x="17954" y="486"/>
                </a:cubicBezTo>
                <a:cubicBezTo>
                  <a:pt x="17948" y="486"/>
                  <a:pt x="17943" y="484"/>
                  <a:pt x="17939" y="480"/>
                </a:cubicBezTo>
                <a:cubicBezTo>
                  <a:pt x="17935" y="476"/>
                  <a:pt x="17932" y="471"/>
                  <a:pt x="17932" y="465"/>
                </a:cubicBezTo>
                <a:lnTo>
                  <a:pt x="17932" y="326"/>
                </a:lnTo>
                <a:cubicBezTo>
                  <a:pt x="17932" y="320"/>
                  <a:pt x="17935" y="315"/>
                  <a:pt x="17939" y="311"/>
                </a:cubicBezTo>
                <a:cubicBezTo>
                  <a:pt x="17943" y="307"/>
                  <a:pt x="17948" y="305"/>
                  <a:pt x="17954" y="305"/>
                </a:cubicBezTo>
                <a:cubicBezTo>
                  <a:pt x="17960" y="305"/>
                  <a:pt x="17965" y="307"/>
                  <a:pt x="17969" y="311"/>
                </a:cubicBezTo>
                <a:cubicBezTo>
                  <a:pt x="17973" y="315"/>
                  <a:pt x="17975" y="320"/>
                  <a:pt x="17975" y="326"/>
                </a:cubicBezTo>
                <a:moveTo>
                  <a:pt x="17975" y="636"/>
                </a:moveTo>
                <a:lnTo>
                  <a:pt x="17975" y="770"/>
                </a:lnTo>
                <a:cubicBezTo>
                  <a:pt x="17975" y="776"/>
                  <a:pt x="17973" y="781"/>
                  <a:pt x="17969" y="785"/>
                </a:cubicBezTo>
                <a:cubicBezTo>
                  <a:pt x="17965" y="789"/>
                  <a:pt x="17960" y="791"/>
                  <a:pt x="17954" y="791"/>
                </a:cubicBezTo>
                <a:cubicBezTo>
                  <a:pt x="17948" y="791"/>
                  <a:pt x="17943" y="789"/>
                  <a:pt x="17939" y="785"/>
                </a:cubicBezTo>
                <a:cubicBezTo>
                  <a:pt x="17935" y="781"/>
                  <a:pt x="17932" y="776"/>
                  <a:pt x="17932" y="770"/>
                </a:cubicBezTo>
                <a:lnTo>
                  <a:pt x="17932" y="636"/>
                </a:lnTo>
                <a:cubicBezTo>
                  <a:pt x="17932" y="630"/>
                  <a:pt x="17935" y="625"/>
                  <a:pt x="17939" y="621"/>
                </a:cubicBezTo>
                <a:cubicBezTo>
                  <a:pt x="17943" y="616"/>
                  <a:pt x="17948" y="614"/>
                  <a:pt x="17954" y="614"/>
                </a:cubicBezTo>
                <a:cubicBezTo>
                  <a:pt x="17960" y="614"/>
                  <a:pt x="17965" y="616"/>
                  <a:pt x="17969" y="621"/>
                </a:cubicBezTo>
                <a:cubicBezTo>
                  <a:pt x="17973" y="625"/>
                  <a:pt x="17975" y="630"/>
                  <a:pt x="17975" y="636"/>
                </a:cubicBezTo>
                <a:moveTo>
                  <a:pt x="17975" y="942"/>
                </a:moveTo>
                <a:lnTo>
                  <a:pt x="17975" y="1077"/>
                </a:lnTo>
                <a:cubicBezTo>
                  <a:pt x="17975" y="1083"/>
                  <a:pt x="17973" y="1088"/>
                  <a:pt x="17969" y="1092"/>
                </a:cubicBezTo>
                <a:cubicBezTo>
                  <a:pt x="17965" y="1096"/>
                  <a:pt x="17960" y="1098"/>
                  <a:pt x="17954" y="1098"/>
                </a:cubicBezTo>
                <a:cubicBezTo>
                  <a:pt x="17948" y="1098"/>
                  <a:pt x="17943" y="1096"/>
                  <a:pt x="17939" y="1092"/>
                </a:cubicBezTo>
                <a:cubicBezTo>
                  <a:pt x="17935" y="1088"/>
                  <a:pt x="17932" y="1083"/>
                  <a:pt x="17932" y="1077"/>
                </a:cubicBezTo>
                <a:lnTo>
                  <a:pt x="17932" y="942"/>
                </a:lnTo>
                <a:cubicBezTo>
                  <a:pt x="17932" y="936"/>
                  <a:pt x="17935" y="931"/>
                  <a:pt x="17939" y="927"/>
                </a:cubicBezTo>
                <a:cubicBezTo>
                  <a:pt x="17943" y="923"/>
                  <a:pt x="17948" y="921"/>
                  <a:pt x="17954" y="921"/>
                </a:cubicBezTo>
                <a:cubicBezTo>
                  <a:pt x="17960" y="921"/>
                  <a:pt x="17965" y="923"/>
                  <a:pt x="17969" y="927"/>
                </a:cubicBezTo>
                <a:cubicBezTo>
                  <a:pt x="17973" y="931"/>
                  <a:pt x="17975" y="936"/>
                  <a:pt x="17975" y="942"/>
                </a:cubicBezTo>
                <a:moveTo>
                  <a:pt x="17975" y="1249"/>
                </a:moveTo>
                <a:lnTo>
                  <a:pt x="17975" y="1385"/>
                </a:lnTo>
                <a:cubicBezTo>
                  <a:pt x="17975" y="1390"/>
                  <a:pt x="17973" y="1396"/>
                  <a:pt x="17969" y="1400"/>
                </a:cubicBezTo>
                <a:cubicBezTo>
                  <a:pt x="17965" y="1404"/>
                  <a:pt x="17960" y="1406"/>
                  <a:pt x="17954" y="1406"/>
                </a:cubicBezTo>
                <a:cubicBezTo>
                  <a:pt x="17948" y="1406"/>
                  <a:pt x="17943" y="1404"/>
                  <a:pt x="17939" y="1400"/>
                </a:cubicBezTo>
                <a:cubicBezTo>
                  <a:pt x="17935" y="1396"/>
                  <a:pt x="17932" y="1390"/>
                  <a:pt x="17932" y="1385"/>
                </a:cubicBezTo>
                <a:lnTo>
                  <a:pt x="17932" y="1249"/>
                </a:lnTo>
                <a:cubicBezTo>
                  <a:pt x="17932" y="1243"/>
                  <a:pt x="17935" y="1238"/>
                  <a:pt x="17939" y="1234"/>
                </a:cubicBezTo>
                <a:cubicBezTo>
                  <a:pt x="17943" y="1230"/>
                  <a:pt x="17948" y="1228"/>
                  <a:pt x="17954" y="1228"/>
                </a:cubicBezTo>
                <a:cubicBezTo>
                  <a:pt x="17960" y="1228"/>
                  <a:pt x="17965" y="1230"/>
                  <a:pt x="17969" y="1234"/>
                </a:cubicBezTo>
                <a:cubicBezTo>
                  <a:pt x="17973" y="1238"/>
                  <a:pt x="17975" y="1243"/>
                  <a:pt x="17975" y="1249"/>
                </a:cubicBezTo>
                <a:moveTo>
                  <a:pt x="17975" y="1556"/>
                </a:moveTo>
                <a:lnTo>
                  <a:pt x="17975" y="1691"/>
                </a:lnTo>
                <a:cubicBezTo>
                  <a:pt x="17975" y="1697"/>
                  <a:pt x="17973" y="1702"/>
                  <a:pt x="17969" y="1706"/>
                </a:cubicBezTo>
                <a:cubicBezTo>
                  <a:pt x="17965" y="1710"/>
                  <a:pt x="17960" y="1712"/>
                  <a:pt x="17954" y="1712"/>
                </a:cubicBezTo>
                <a:cubicBezTo>
                  <a:pt x="17948" y="1712"/>
                  <a:pt x="17943" y="1710"/>
                  <a:pt x="17939" y="1706"/>
                </a:cubicBezTo>
                <a:cubicBezTo>
                  <a:pt x="17935" y="1702"/>
                  <a:pt x="17932" y="1697"/>
                  <a:pt x="17932" y="1691"/>
                </a:cubicBezTo>
                <a:lnTo>
                  <a:pt x="17932" y="1556"/>
                </a:lnTo>
                <a:cubicBezTo>
                  <a:pt x="17932" y="1550"/>
                  <a:pt x="17935" y="1545"/>
                  <a:pt x="17939" y="1541"/>
                </a:cubicBezTo>
                <a:cubicBezTo>
                  <a:pt x="17943" y="1537"/>
                  <a:pt x="17948" y="1535"/>
                  <a:pt x="17954" y="1535"/>
                </a:cubicBezTo>
                <a:cubicBezTo>
                  <a:pt x="17960" y="1535"/>
                  <a:pt x="17965" y="1537"/>
                  <a:pt x="17969" y="1541"/>
                </a:cubicBezTo>
                <a:cubicBezTo>
                  <a:pt x="17973" y="1545"/>
                  <a:pt x="17975" y="1550"/>
                  <a:pt x="17975" y="1556"/>
                </a:cubicBezTo>
                <a:moveTo>
                  <a:pt x="17975" y="1866"/>
                </a:moveTo>
                <a:lnTo>
                  <a:pt x="17975" y="2003"/>
                </a:lnTo>
                <a:cubicBezTo>
                  <a:pt x="17975" y="2009"/>
                  <a:pt x="17973" y="2014"/>
                  <a:pt x="17969" y="2018"/>
                </a:cubicBezTo>
                <a:cubicBezTo>
                  <a:pt x="17965" y="2022"/>
                  <a:pt x="17960" y="2024"/>
                  <a:pt x="17954" y="2024"/>
                </a:cubicBezTo>
                <a:cubicBezTo>
                  <a:pt x="17948" y="2024"/>
                  <a:pt x="17943" y="2022"/>
                  <a:pt x="17939" y="2018"/>
                </a:cubicBezTo>
                <a:cubicBezTo>
                  <a:pt x="17935" y="2014"/>
                  <a:pt x="17932" y="2009"/>
                  <a:pt x="17932" y="2003"/>
                </a:cubicBezTo>
                <a:lnTo>
                  <a:pt x="17932" y="1866"/>
                </a:lnTo>
                <a:cubicBezTo>
                  <a:pt x="17932" y="1860"/>
                  <a:pt x="17935" y="1855"/>
                  <a:pt x="17939" y="1851"/>
                </a:cubicBezTo>
                <a:cubicBezTo>
                  <a:pt x="17943" y="1847"/>
                  <a:pt x="17948" y="1845"/>
                  <a:pt x="17954" y="1845"/>
                </a:cubicBezTo>
                <a:cubicBezTo>
                  <a:pt x="17960" y="1845"/>
                  <a:pt x="17965" y="1847"/>
                  <a:pt x="17969" y="1851"/>
                </a:cubicBezTo>
                <a:cubicBezTo>
                  <a:pt x="17973" y="1855"/>
                  <a:pt x="17975" y="1860"/>
                  <a:pt x="17975" y="1866"/>
                </a:cubicBezTo>
                <a:moveTo>
                  <a:pt x="17975" y="2173"/>
                </a:moveTo>
                <a:lnTo>
                  <a:pt x="17975" y="2243"/>
                </a:lnTo>
                <a:cubicBezTo>
                  <a:pt x="17975" y="2249"/>
                  <a:pt x="17973" y="2254"/>
                  <a:pt x="17969" y="2258"/>
                </a:cubicBezTo>
                <a:cubicBezTo>
                  <a:pt x="17965" y="2262"/>
                  <a:pt x="17960" y="2264"/>
                  <a:pt x="17954" y="2264"/>
                </a:cubicBezTo>
                <a:lnTo>
                  <a:pt x="17818" y="2264"/>
                </a:lnTo>
                <a:cubicBezTo>
                  <a:pt x="17812" y="2264"/>
                  <a:pt x="17807" y="2262"/>
                  <a:pt x="17803" y="2258"/>
                </a:cubicBezTo>
                <a:cubicBezTo>
                  <a:pt x="17799" y="2254"/>
                  <a:pt x="17797" y="2249"/>
                  <a:pt x="17797" y="2243"/>
                </a:cubicBezTo>
                <a:cubicBezTo>
                  <a:pt x="17797" y="2237"/>
                  <a:pt x="17799" y="2232"/>
                  <a:pt x="17803" y="2228"/>
                </a:cubicBezTo>
                <a:cubicBezTo>
                  <a:pt x="17807" y="2224"/>
                  <a:pt x="17812" y="2221"/>
                  <a:pt x="17818" y="2221"/>
                </a:cubicBezTo>
                <a:lnTo>
                  <a:pt x="17932" y="2221"/>
                </a:lnTo>
                <a:lnTo>
                  <a:pt x="17932" y="2173"/>
                </a:lnTo>
                <a:cubicBezTo>
                  <a:pt x="17932" y="2167"/>
                  <a:pt x="17935" y="2162"/>
                  <a:pt x="17939" y="2158"/>
                </a:cubicBezTo>
                <a:cubicBezTo>
                  <a:pt x="17943" y="2154"/>
                  <a:pt x="17948" y="2152"/>
                  <a:pt x="17954" y="2152"/>
                </a:cubicBezTo>
                <a:cubicBezTo>
                  <a:pt x="17960" y="2152"/>
                  <a:pt x="17965" y="2154"/>
                  <a:pt x="17969" y="2158"/>
                </a:cubicBezTo>
                <a:cubicBezTo>
                  <a:pt x="17973" y="2162"/>
                  <a:pt x="17975" y="2167"/>
                  <a:pt x="17975" y="2173"/>
                </a:cubicBezTo>
                <a:moveTo>
                  <a:pt x="17648" y="2264"/>
                </a:moveTo>
                <a:lnTo>
                  <a:pt x="17512" y="2264"/>
                </a:lnTo>
                <a:cubicBezTo>
                  <a:pt x="17507" y="2264"/>
                  <a:pt x="17501" y="2262"/>
                  <a:pt x="17497" y="2258"/>
                </a:cubicBezTo>
                <a:cubicBezTo>
                  <a:pt x="17493" y="2254"/>
                  <a:pt x="17491" y="2249"/>
                  <a:pt x="17491" y="2243"/>
                </a:cubicBezTo>
                <a:cubicBezTo>
                  <a:pt x="17491" y="2237"/>
                  <a:pt x="17493" y="2232"/>
                  <a:pt x="17497" y="2228"/>
                </a:cubicBezTo>
                <a:cubicBezTo>
                  <a:pt x="17501" y="2224"/>
                  <a:pt x="17507" y="2221"/>
                  <a:pt x="17512" y="2221"/>
                </a:cubicBezTo>
                <a:lnTo>
                  <a:pt x="17648" y="2221"/>
                </a:lnTo>
                <a:cubicBezTo>
                  <a:pt x="17654" y="2221"/>
                  <a:pt x="17659" y="2224"/>
                  <a:pt x="17663" y="2228"/>
                </a:cubicBezTo>
                <a:cubicBezTo>
                  <a:pt x="17668" y="2232"/>
                  <a:pt x="17670" y="2237"/>
                  <a:pt x="17670" y="2243"/>
                </a:cubicBezTo>
                <a:cubicBezTo>
                  <a:pt x="17670" y="2249"/>
                  <a:pt x="17668" y="2254"/>
                  <a:pt x="17663" y="2258"/>
                </a:cubicBezTo>
                <a:cubicBezTo>
                  <a:pt x="17659" y="2262"/>
                  <a:pt x="17654" y="2264"/>
                  <a:pt x="17648" y="2264"/>
                </a:cubicBezTo>
                <a:moveTo>
                  <a:pt x="17342" y="2264"/>
                </a:moveTo>
                <a:lnTo>
                  <a:pt x="17206" y="2264"/>
                </a:lnTo>
                <a:cubicBezTo>
                  <a:pt x="17200" y="2264"/>
                  <a:pt x="17195" y="2262"/>
                  <a:pt x="17191" y="2258"/>
                </a:cubicBezTo>
                <a:cubicBezTo>
                  <a:pt x="17187" y="2254"/>
                  <a:pt x="17185" y="2249"/>
                  <a:pt x="17185" y="2243"/>
                </a:cubicBezTo>
                <a:cubicBezTo>
                  <a:pt x="17185" y="2237"/>
                  <a:pt x="17187" y="2232"/>
                  <a:pt x="17191" y="2228"/>
                </a:cubicBezTo>
                <a:cubicBezTo>
                  <a:pt x="17195" y="2224"/>
                  <a:pt x="17200" y="2221"/>
                  <a:pt x="17206" y="2221"/>
                </a:cubicBezTo>
                <a:lnTo>
                  <a:pt x="17342" y="2221"/>
                </a:lnTo>
                <a:cubicBezTo>
                  <a:pt x="17348" y="2221"/>
                  <a:pt x="17353" y="2224"/>
                  <a:pt x="17357" y="2228"/>
                </a:cubicBezTo>
                <a:cubicBezTo>
                  <a:pt x="17362" y="2232"/>
                  <a:pt x="17364" y="2237"/>
                  <a:pt x="17364" y="2243"/>
                </a:cubicBezTo>
                <a:cubicBezTo>
                  <a:pt x="17364" y="2249"/>
                  <a:pt x="17362" y="2254"/>
                  <a:pt x="17357" y="2258"/>
                </a:cubicBezTo>
                <a:cubicBezTo>
                  <a:pt x="17353" y="2262"/>
                  <a:pt x="17348" y="2264"/>
                  <a:pt x="17342" y="2264"/>
                </a:cubicBezTo>
                <a:moveTo>
                  <a:pt x="17036" y="2264"/>
                </a:moveTo>
                <a:lnTo>
                  <a:pt x="16899" y="2264"/>
                </a:lnTo>
                <a:cubicBezTo>
                  <a:pt x="16893" y="2264"/>
                  <a:pt x="16888" y="2262"/>
                  <a:pt x="16884" y="2258"/>
                </a:cubicBezTo>
                <a:cubicBezTo>
                  <a:pt x="16880" y="2254"/>
                  <a:pt x="16877" y="2249"/>
                  <a:pt x="16877" y="2243"/>
                </a:cubicBezTo>
                <a:cubicBezTo>
                  <a:pt x="16877" y="2237"/>
                  <a:pt x="16880" y="2232"/>
                  <a:pt x="16884" y="2228"/>
                </a:cubicBezTo>
                <a:cubicBezTo>
                  <a:pt x="16888" y="2224"/>
                  <a:pt x="16893" y="2221"/>
                  <a:pt x="16899" y="2221"/>
                </a:cubicBezTo>
                <a:lnTo>
                  <a:pt x="17036" y="2221"/>
                </a:lnTo>
                <a:cubicBezTo>
                  <a:pt x="17041" y="2221"/>
                  <a:pt x="17046" y="2224"/>
                  <a:pt x="17051" y="2228"/>
                </a:cubicBezTo>
                <a:cubicBezTo>
                  <a:pt x="17055" y="2232"/>
                  <a:pt x="17057" y="2237"/>
                  <a:pt x="17057" y="2243"/>
                </a:cubicBezTo>
                <a:cubicBezTo>
                  <a:pt x="17057" y="2249"/>
                  <a:pt x="17055" y="2254"/>
                  <a:pt x="17051" y="2258"/>
                </a:cubicBezTo>
                <a:cubicBezTo>
                  <a:pt x="17046" y="2262"/>
                  <a:pt x="17041" y="2264"/>
                  <a:pt x="17036" y="2264"/>
                </a:cubicBezTo>
                <a:moveTo>
                  <a:pt x="16727" y="2264"/>
                </a:moveTo>
                <a:lnTo>
                  <a:pt x="16590" y="2264"/>
                </a:lnTo>
                <a:cubicBezTo>
                  <a:pt x="16584" y="2264"/>
                  <a:pt x="16579" y="2262"/>
                  <a:pt x="16575" y="2258"/>
                </a:cubicBezTo>
                <a:cubicBezTo>
                  <a:pt x="16571" y="2254"/>
                  <a:pt x="16569" y="2249"/>
                  <a:pt x="16569" y="2243"/>
                </a:cubicBezTo>
                <a:cubicBezTo>
                  <a:pt x="16569" y="2237"/>
                  <a:pt x="16571" y="2232"/>
                  <a:pt x="16575" y="2228"/>
                </a:cubicBezTo>
                <a:cubicBezTo>
                  <a:pt x="16579" y="2224"/>
                  <a:pt x="16584" y="2221"/>
                  <a:pt x="16590" y="2221"/>
                </a:cubicBezTo>
                <a:lnTo>
                  <a:pt x="16727" y="2221"/>
                </a:lnTo>
                <a:cubicBezTo>
                  <a:pt x="16733" y="2221"/>
                  <a:pt x="16738" y="2224"/>
                  <a:pt x="16742" y="2228"/>
                </a:cubicBezTo>
                <a:cubicBezTo>
                  <a:pt x="16747" y="2232"/>
                  <a:pt x="16749" y="2237"/>
                  <a:pt x="16749" y="2243"/>
                </a:cubicBezTo>
                <a:cubicBezTo>
                  <a:pt x="16749" y="2249"/>
                  <a:pt x="16747" y="2254"/>
                  <a:pt x="16742" y="2258"/>
                </a:cubicBezTo>
                <a:cubicBezTo>
                  <a:pt x="16738" y="2262"/>
                  <a:pt x="16733" y="2264"/>
                  <a:pt x="16727" y="2264"/>
                </a:cubicBezTo>
                <a:moveTo>
                  <a:pt x="16417" y="2264"/>
                </a:moveTo>
                <a:lnTo>
                  <a:pt x="16281" y="2264"/>
                </a:lnTo>
                <a:cubicBezTo>
                  <a:pt x="16275" y="2264"/>
                  <a:pt x="16270" y="2262"/>
                  <a:pt x="16266" y="2258"/>
                </a:cubicBezTo>
                <a:cubicBezTo>
                  <a:pt x="16262" y="2254"/>
                  <a:pt x="16260" y="2249"/>
                  <a:pt x="16260" y="2243"/>
                </a:cubicBezTo>
                <a:cubicBezTo>
                  <a:pt x="16260" y="2237"/>
                  <a:pt x="16262" y="2232"/>
                  <a:pt x="16266" y="2228"/>
                </a:cubicBezTo>
                <a:cubicBezTo>
                  <a:pt x="16270" y="2224"/>
                  <a:pt x="16275" y="2221"/>
                  <a:pt x="16281" y="2221"/>
                </a:cubicBezTo>
                <a:lnTo>
                  <a:pt x="16417" y="2221"/>
                </a:lnTo>
                <a:cubicBezTo>
                  <a:pt x="16423" y="2221"/>
                  <a:pt x="16428" y="2224"/>
                  <a:pt x="16433" y="2228"/>
                </a:cubicBezTo>
                <a:cubicBezTo>
                  <a:pt x="16437" y="2232"/>
                  <a:pt x="16439" y="2237"/>
                  <a:pt x="16439" y="2243"/>
                </a:cubicBezTo>
                <a:cubicBezTo>
                  <a:pt x="16439" y="2249"/>
                  <a:pt x="16437" y="2254"/>
                  <a:pt x="16433" y="2258"/>
                </a:cubicBezTo>
                <a:cubicBezTo>
                  <a:pt x="16428" y="2262"/>
                  <a:pt x="16423" y="2264"/>
                  <a:pt x="16417" y="2264"/>
                </a:cubicBezTo>
                <a:moveTo>
                  <a:pt x="16111" y="2264"/>
                </a:moveTo>
                <a:lnTo>
                  <a:pt x="15975" y="2264"/>
                </a:lnTo>
                <a:cubicBezTo>
                  <a:pt x="15969" y="2264"/>
                  <a:pt x="15964" y="2262"/>
                  <a:pt x="15960" y="2258"/>
                </a:cubicBezTo>
                <a:cubicBezTo>
                  <a:pt x="15956" y="2254"/>
                  <a:pt x="15954" y="2249"/>
                  <a:pt x="15954" y="2243"/>
                </a:cubicBezTo>
                <a:cubicBezTo>
                  <a:pt x="15954" y="2237"/>
                  <a:pt x="15956" y="2232"/>
                  <a:pt x="15960" y="2228"/>
                </a:cubicBezTo>
                <a:cubicBezTo>
                  <a:pt x="15964" y="2224"/>
                  <a:pt x="15969" y="2221"/>
                  <a:pt x="15975" y="2221"/>
                </a:cubicBezTo>
                <a:lnTo>
                  <a:pt x="16111" y="2221"/>
                </a:lnTo>
                <a:cubicBezTo>
                  <a:pt x="16117" y="2221"/>
                  <a:pt x="16122" y="2224"/>
                  <a:pt x="16127" y="2228"/>
                </a:cubicBezTo>
                <a:cubicBezTo>
                  <a:pt x="16131" y="2232"/>
                  <a:pt x="16133" y="2237"/>
                  <a:pt x="16133" y="2243"/>
                </a:cubicBezTo>
                <a:cubicBezTo>
                  <a:pt x="16133" y="2249"/>
                  <a:pt x="16131" y="2254"/>
                  <a:pt x="16127" y="2258"/>
                </a:cubicBezTo>
                <a:cubicBezTo>
                  <a:pt x="16122" y="2262"/>
                  <a:pt x="16117" y="2264"/>
                  <a:pt x="16111" y="2264"/>
                </a:cubicBezTo>
                <a:moveTo>
                  <a:pt x="15804" y="2264"/>
                </a:moveTo>
                <a:lnTo>
                  <a:pt x="15667" y="2264"/>
                </a:lnTo>
                <a:cubicBezTo>
                  <a:pt x="15661" y="2264"/>
                  <a:pt x="15656" y="2262"/>
                  <a:pt x="15652" y="2258"/>
                </a:cubicBezTo>
                <a:cubicBezTo>
                  <a:pt x="15647" y="2254"/>
                  <a:pt x="15645" y="2249"/>
                  <a:pt x="15645" y="2243"/>
                </a:cubicBezTo>
                <a:cubicBezTo>
                  <a:pt x="15645" y="2237"/>
                  <a:pt x="15647" y="2232"/>
                  <a:pt x="15652" y="2228"/>
                </a:cubicBezTo>
                <a:cubicBezTo>
                  <a:pt x="15656" y="2224"/>
                  <a:pt x="15661" y="2221"/>
                  <a:pt x="15667" y="2221"/>
                </a:cubicBezTo>
                <a:lnTo>
                  <a:pt x="15804" y="2221"/>
                </a:lnTo>
                <a:cubicBezTo>
                  <a:pt x="15810" y="2221"/>
                  <a:pt x="15815" y="2224"/>
                  <a:pt x="15819" y="2228"/>
                </a:cubicBezTo>
                <a:cubicBezTo>
                  <a:pt x="15823" y="2232"/>
                  <a:pt x="15825" y="2237"/>
                  <a:pt x="15825" y="2243"/>
                </a:cubicBezTo>
                <a:cubicBezTo>
                  <a:pt x="15825" y="2249"/>
                  <a:pt x="15823" y="2254"/>
                  <a:pt x="15819" y="2258"/>
                </a:cubicBezTo>
                <a:cubicBezTo>
                  <a:pt x="15815" y="2262"/>
                  <a:pt x="15810" y="2264"/>
                  <a:pt x="15804" y="2264"/>
                </a:cubicBezTo>
                <a:moveTo>
                  <a:pt x="15495" y="2264"/>
                </a:moveTo>
                <a:lnTo>
                  <a:pt x="15360" y="2264"/>
                </a:lnTo>
                <a:cubicBezTo>
                  <a:pt x="15354" y="2264"/>
                  <a:pt x="15349" y="2262"/>
                  <a:pt x="15345" y="2258"/>
                </a:cubicBezTo>
                <a:cubicBezTo>
                  <a:pt x="15341" y="2254"/>
                  <a:pt x="15339" y="2249"/>
                  <a:pt x="15339" y="2243"/>
                </a:cubicBezTo>
                <a:cubicBezTo>
                  <a:pt x="15339" y="2237"/>
                  <a:pt x="15341" y="2232"/>
                  <a:pt x="15345" y="2228"/>
                </a:cubicBezTo>
                <a:cubicBezTo>
                  <a:pt x="15349" y="2224"/>
                  <a:pt x="15354" y="2221"/>
                  <a:pt x="15360" y="2221"/>
                </a:cubicBezTo>
                <a:lnTo>
                  <a:pt x="15495" y="2221"/>
                </a:lnTo>
                <a:cubicBezTo>
                  <a:pt x="15501" y="2221"/>
                  <a:pt x="15506" y="2224"/>
                  <a:pt x="15510" y="2228"/>
                </a:cubicBezTo>
                <a:cubicBezTo>
                  <a:pt x="15515" y="2232"/>
                  <a:pt x="15517" y="2237"/>
                  <a:pt x="15517" y="2243"/>
                </a:cubicBezTo>
                <a:cubicBezTo>
                  <a:pt x="15517" y="2249"/>
                  <a:pt x="15515" y="2254"/>
                  <a:pt x="15510" y="2258"/>
                </a:cubicBezTo>
                <a:cubicBezTo>
                  <a:pt x="15506" y="2262"/>
                  <a:pt x="15501" y="2264"/>
                  <a:pt x="15495" y="2264"/>
                </a:cubicBezTo>
                <a:moveTo>
                  <a:pt x="15191" y="2264"/>
                </a:moveTo>
                <a:lnTo>
                  <a:pt x="15054" y="2264"/>
                </a:lnTo>
                <a:cubicBezTo>
                  <a:pt x="15048" y="2264"/>
                  <a:pt x="15043" y="2262"/>
                  <a:pt x="15039" y="2258"/>
                </a:cubicBezTo>
                <a:cubicBezTo>
                  <a:pt x="15035" y="2254"/>
                  <a:pt x="15033" y="2249"/>
                  <a:pt x="15033" y="2243"/>
                </a:cubicBezTo>
                <a:cubicBezTo>
                  <a:pt x="15033" y="2237"/>
                  <a:pt x="15035" y="2232"/>
                  <a:pt x="15039" y="2228"/>
                </a:cubicBezTo>
                <a:cubicBezTo>
                  <a:pt x="15043" y="2224"/>
                  <a:pt x="15048" y="2221"/>
                  <a:pt x="15054" y="2221"/>
                </a:cubicBezTo>
                <a:lnTo>
                  <a:pt x="15191" y="2221"/>
                </a:lnTo>
                <a:cubicBezTo>
                  <a:pt x="15196" y="2221"/>
                  <a:pt x="15201" y="2224"/>
                  <a:pt x="15206" y="2228"/>
                </a:cubicBezTo>
                <a:cubicBezTo>
                  <a:pt x="15210" y="2232"/>
                  <a:pt x="15212" y="2237"/>
                  <a:pt x="15212" y="2243"/>
                </a:cubicBezTo>
                <a:cubicBezTo>
                  <a:pt x="15212" y="2249"/>
                  <a:pt x="15210" y="2254"/>
                  <a:pt x="15206" y="2258"/>
                </a:cubicBezTo>
                <a:cubicBezTo>
                  <a:pt x="15201" y="2262"/>
                  <a:pt x="15196" y="2264"/>
                  <a:pt x="15191" y="2264"/>
                </a:cubicBezTo>
                <a:moveTo>
                  <a:pt x="14882" y="2264"/>
                </a:moveTo>
                <a:lnTo>
                  <a:pt x="14744" y="2264"/>
                </a:lnTo>
                <a:cubicBezTo>
                  <a:pt x="14738" y="2264"/>
                  <a:pt x="14733" y="2262"/>
                  <a:pt x="14729" y="2258"/>
                </a:cubicBezTo>
                <a:cubicBezTo>
                  <a:pt x="14724" y="2254"/>
                  <a:pt x="14722" y="2249"/>
                  <a:pt x="14722" y="2243"/>
                </a:cubicBezTo>
                <a:cubicBezTo>
                  <a:pt x="14722" y="2237"/>
                  <a:pt x="14724" y="2232"/>
                  <a:pt x="14729" y="2228"/>
                </a:cubicBezTo>
                <a:cubicBezTo>
                  <a:pt x="14733" y="2224"/>
                  <a:pt x="14738" y="2221"/>
                  <a:pt x="14744" y="2221"/>
                </a:cubicBezTo>
                <a:lnTo>
                  <a:pt x="14882" y="2221"/>
                </a:lnTo>
                <a:cubicBezTo>
                  <a:pt x="14888" y="2221"/>
                  <a:pt x="14893" y="2224"/>
                  <a:pt x="14897" y="2228"/>
                </a:cubicBezTo>
                <a:cubicBezTo>
                  <a:pt x="14901" y="2232"/>
                  <a:pt x="14903" y="2237"/>
                  <a:pt x="14903" y="2243"/>
                </a:cubicBezTo>
                <a:cubicBezTo>
                  <a:pt x="14903" y="2249"/>
                  <a:pt x="14901" y="2254"/>
                  <a:pt x="14897" y="2258"/>
                </a:cubicBezTo>
                <a:cubicBezTo>
                  <a:pt x="14893" y="2262"/>
                  <a:pt x="14888" y="2264"/>
                  <a:pt x="14882" y="2264"/>
                </a:cubicBezTo>
                <a:moveTo>
                  <a:pt x="14575" y="2264"/>
                </a:moveTo>
                <a:lnTo>
                  <a:pt x="14439" y="2264"/>
                </a:lnTo>
                <a:cubicBezTo>
                  <a:pt x="14434" y="2264"/>
                  <a:pt x="14429" y="2262"/>
                  <a:pt x="14424" y="2258"/>
                </a:cubicBezTo>
                <a:cubicBezTo>
                  <a:pt x="14420" y="2254"/>
                  <a:pt x="14418" y="2249"/>
                  <a:pt x="14418" y="2243"/>
                </a:cubicBezTo>
                <a:cubicBezTo>
                  <a:pt x="14418" y="2237"/>
                  <a:pt x="14420" y="2232"/>
                  <a:pt x="14424" y="2228"/>
                </a:cubicBezTo>
                <a:cubicBezTo>
                  <a:pt x="14429" y="2224"/>
                  <a:pt x="14434" y="2221"/>
                  <a:pt x="14439" y="2221"/>
                </a:cubicBezTo>
                <a:lnTo>
                  <a:pt x="14575" y="2221"/>
                </a:lnTo>
                <a:cubicBezTo>
                  <a:pt x="14581" y="2221"/>
                  <a:pt x="14586" y="2224"/>
                  <a:pt x="14590" y="2228"/>
                </a:cubicBezTo>
                <a:cubicBezTo>
                  <a:pt x="14594" y="2232"/>
                  <a:pt x="14596" y="2237"/>
                  <a:pt x="14596" y="2243"/>
                </a:cubicBezTo>
                <a:cubicBezTo>
                  <a:pt x="14596" y="2249"/>
                  <a:pt x="14594" y="2254"/>
                  <a:pt x="14590" y="2258"/>
                </a:cubicBezTo>
                <a:cubicBezTo>
                  <a:pt x="14586" y="2262"/>
                  <a:pt x="14581" y="2264"/>
                  <a:pt x="14575" y="2264"/>
                </a:cubicBezTo>
                <a:moveTo>
                  <a:pt x="14269" y="2264"/>
                </a:moveTo>
                <a:lnTo>
                  <a:pt x="14132" y="2264"/>
                </a:lnTo>
                <a:cubicBezTo>
                  <a:pt x="14126" y="2264"/>
                  <a:pt x="14121" y="2262"/>
                  <a:pt x="14117" y="2258"/>
                </a:cubicBezTo>
                <a:cubicBezTo>
                  <a:pt x="14113" y="2254"/>
                  <a:pt x="14111" y="2249"/>
                  <a:pt x="14111" y="2243"/>
                </a:cubicBezTo>
                <a:cubicBezTo>
                  <a:pt x="14111" y="2237"/>
                  <a:pt x="14113" y="2232"/>
                  <a:pt x="14117" y="2228"/>
                </a:cubicBezTo>
                <a:cubicBezTo>
                  <a:pt x="14121" y="2224"/>
                  <a:pt x="14126" y="2221"/>
                  <a:pt x="14132" y="2221"/>
                </a:cubicBezTo>
                <a:lnTo>
                  <a:pt x="14269" y="2221"/>
                </a:lnTo>
                <a:cubicBezTo>
                  <a:pt x="14275" y="2221"/>
                  <a:pt x="14280" y="2224"/>
                  <a:pt x="14284" y="2228"/>
                </a:cubicBezTo>
                <a:cubicBezTo>
                  <a:pt x="14289" y="2232"/>
                  <a:pt x="14291" y="2237"/>
                  <a:pt x="14291" y="2243"/>
                </a:cubicBezTo>
                <a:cubicBezTo>
                  <a:pt x="14291" y="2249"/>
                  <a:pt x="14289" y="2254"/>
                  <a:pt x="14284" y="2258"/>
                </a:cubicBezTo>
                <a:cubicBezTo>
                  <a:pt x="14280" y="2262"/>
                  <a:pt x="14275" y="2264"/>
                  <a:pt x="14269" y="2264"/>
                </a:cubicBezTo>
                <a:moveTo>
                  <a:pt x="13960" y="2264"/>
                </a:moveTo>
                <a:lnTo>
                  <a:pt x="13821" y="2264"/>
                </a:lnTo>
                <a:cubicBezTo>
                  <a:pt x="13816" y="2264"/>
                  <a:pt x="13811" y="2262"/>
                  <a:pt x="13806" y="2258"/>
                </a:cubicBezTo>
                <a:cubicBezTo>
                  <a:pt x="13802" y="2254"/>
                  <a:pt x="13800" y="2249"/>
                  <a:pt x="13800" y="2243"/>
                </a:cubicBezTo>
                <a:cubicBezTo>
                  <a:pt x="13800" y="2237"/>
                  <a:pt x="13802" y="2232"/>
                  <a:pt x="13806" y="2228"/>
                </a:cubicBezTo>
                <a:cubicBezTo>
                  <a:pt x="13811" y="2224"/>
                  <a:pt x="13816" y="2221"/>
                  <a:pt x="13821" y="2221"/>
                </a:cubicBezTo>
                <a:lnTo>
                  <a:pt x="13960" y="2221"/>
                </a:lnTo>
                <a:cubicBezTo>
                  <a:pt x="13966" y="2221"/>
                  <a:pt x="13971" y="2224"/>
                  <a:pt x="13975" y="2228"/>
                </a:cubicBezTo>
                <a:cubicBezTo>
                  <a:pt x="13979" y="2232"/>
                  <a:pt x="13981" y="2237"/>
                  <a:pt x="13981" y="2243"/>
                </a:cubicBezTo>
                <a:cubicBezTo>
                  <a:pt x="13981" y="2249"/>
                  <a:pt x="13979" y="2254"/>
                  <a:pt x="13975" y="2258"/>
                </a:cubicBezTo>
                <a:cubicBezTo>
                  <a:pt x="13971" y="2262"/>
                  <a:pt x="13966" y="2264"/>
                  <a:pt x="13960" y="2264"/>
                </a:cubicBezTo>
                <a:moveTo>
                  <a:pt x="13654" y="2264"/>
                </a:moveTo>
                <a:lnTo>
                  <a:pt x="13518" y="2264"/>
                </a:lnTo>
                <a:cubicBezTo>
                  <a:pt x="13513" y="2264"/>
                  <a:pt x="13508" y="2262"/>
                  <a:pt x="13503" y="2258"/>
                </a:cubicBezTo>
                <a:cubicBezTo>
                  <a:pt x="13499" y="2254"/>
                  <a:pt x="13497" y="2249"/>
                  <a:pt x="13497" y="2243"/>
                </a:cubicBezTo>
                <a:cubicBezTo>
                  <a:pt x="13497" y="2237"/>
                  <a:pt x="13499" y="2232"/>
                  <a:pt x="13503" y="2228"/>
                </a:cubicBezTo>
                <a:cubicBezTo>
                  <a:pt x="13508" y="2224"/>
                  <a:pt x="13513" y="2221"/>
                  <a:pt x="13518" y="2221"/>
                </a:cubicBezTo>
                <a:lnTo>
                  <a:pt x="13654" y="2221"/>
                </a:lnTo>
                <a:cubicBezTo>
                  <a:pt x="13660" y="2221"/>
                  <a:pt x="13665" y="2224"/>
                  <a:pt x="13669" y="2228"/>
                </a:cubicBezTo>
                <a:cubicBezTo>
                  <a:pt x="13673" y="2232"/>
                  <a:pt x="13675" y="2237"/>
                  <a:pt x="13675" y="2243"/>
                </a:cubicBezTo>
                <a:cubicBezTo>
                  <a:pt x="13675" y="2249"/>
                  <a:pt x="13673" y="2254"/>
                  <a:pt x="13669" y="2258"/>
                </a:cubicBezTo>
                <a:cubicBezTo>
                  <a:pt x="13665" y="2262"/>
                  <a:pt x="13660" y="2264"/>
                  <a:pt x="13654" y="2264"/>
                </a:cubicBezTo>
                <a:moveTo>
                  <a:pt x="13348" y="2264"/>
                </a:moveTo>
                <a:lnTo>
                  <a:pt x="13211" y="2264"/>
                </a:lnTo>
                <a:cubicBezTo>
                  <a:pt x="13205" y="2264"/>
                  <a:pt x="13200" y="2262"/>
                  <a:pt x="13196" y="2258"/>
                </a:cubicBezTo>
                <a:cubicBezTo>
                  <a:pt x="13191" y="2254"/>
                  <a:pt x="13189" y="2249"/>
                  <a:pt x="13189" y="2243"/>
                </a:cubicBezTo>
                <a:cubicBezTo>
                  <a:pt x="13189" y="2237"/>
                  <a:pt x="13191" y="2232"/>
                  <a:pt x="13196" y="2228"/>
                </a:cubicBezTo>
                <a:cubicBezTo>
                  <a:pt x="13200" y="2224"/>
                  <a:pt x="13205" y="2221"/>
                  <a:pt x="13211" y="2221"/>
                </a:cubicBezTo>
                <a:lnTo>
                  <a:pt x="13348" y="2221"/>
                </a:lnTo>
                <a:cubicBezTo>
                  <a:pt x="13354" y="2221"/>
                  <a:pt x="13359" y="2224"/>
                  <a:pt x="13363" y="2228"/>
                </a:cubicBezTo>
                <a:cubicBezTo>
                  <a:pt x="13367" y="2232"/>
                  <a:pt x="13369" y="2237"/>
                  <a:pt x="13369" y="2243"/>
                </a:cubicBezTo>
                <a:cubicBezTo>
                  <a:pt x="13369" y="2249"/>
                  <a:pt x="13367" y="2254"/>
                  <a:pt x="13363" y="2258"/>
                </a:cubicBezTo>
                <a:cubicBezTo>
                  <a:pt x="13359" y="2262"/>
                  <a:pt x="13354" y="2264"/>
                  <a:pt x="13348" y="2264"/>
                </a:cubicBezTo>
                <a:moveTo>
                  <a:pt x="13038" y="2264"/>
                </a:moveTo>
                <a:lnTo>
                  <a:pt x="12899" y="2264"/>
                </a:lnTo>
                <a:cubicBezTo>
                  <a:pt x="12893" y="2264"/>
                  <a:pt x="12888" y="2262"/>
                  <a:pt x="12884" y="2258"/>
                </a:cubicBezTo>
                <a:cubicBezTo>
                  <a:pt x="12880" y="2254"/>
                  <a:pt x="12878" y="2249"/>
                  <a:pt x="12878" y="2243"/>
                </a:cubicBezTo>
                <a:cubicBezTo>
                  <a:pt x="12878" y="2237"/>
                  <a:pt x="12880" y="2232"/>
                  <a:pt x="12884" y="2228"/>
                </a:cubicBezTo>
                <a:cubicBezTo>
                  <a:pt x="12888" y="2224"/>
                  <a:pt x="12893" y="2221"/>
                  <a:pt x="12899" y="2221"/>
                </a:cubicBezTo>
                <a:lnTo>
                  <a:pt x="13038" y="2221"/>
                </a:lnTo>
                <a:cubicBezTo>
                  <a:pt x="13043" y="2221"/>
                  <a:pt x="13049" y="2224"/>
                  <a:pt x="13053" y="2228"/>
                </a:cubicBezTo>
                <a:cubicBezTo>
                  <a:pt x="13057" y="2232"/>
                  <a:pt x="13059" y="2237"/>
                  <a:pt x="13059" y="2243"/>
                </a:cubicBezTo>
                <a:cubicBezTo>
                  <a:pt x="13059" y="2249"/>
                  <a:pt x="13057" y="2254"/>
                  <a:pt x="13053" y="2258"/>
                </a:cubicBezTo>
                <a:cubicBezTo>
                  <a:pt x="13049" y="2262"/>
                  <a:pt x="13043" y="2264"/>
                  <a:pt x="13038" y="2264"/>
                </a:cubicBezTo>
                <a:moveTo>
                  <a:pt x="12730" y="2264"/>
                </a:moveTo>
                <a:lnTo>
                  <a:pt x="12593" y="2264"/>
                </a:lnTo>
                <a:cubicBezTo>
                  <a:pt x="12587" y="2264"/>
                  <a:pt x="12582" y="2262"/>
                  <a:pt x="12578" y="2258"/>
                </a:cubicBezTo>
                <a:cubicBezTo>
                  <a:pt x="12573" y="2254"/>
                  <a:pt x="12571" y="2249"/>
                  <a:pt x="12571" y="2243"/>
                </a:cubicBezTo>
                <a:cubicBezTo>
                  <a:pt x="12571" y="2237"/>
                  <a:pt x="12573" y="2232"/>
                  <a:pt x="12578" y="2228"/>
                </a:cubicBezTo>
                <a:cubicBezTo>
                  <a:pt x="12582" y="2224"/>
                  <a:pt x="12587" y="2221"/>
                  <a:pt x="12593" y="2221"/>
                </a:cubicBezTo>
                <a:lnTo>
                  <a:pt x="12730" y="2221"/>
                </a:lnTo>
                <a:cubicBezTo>
                  <a:pt x="12735" y="2221"/>
                  <a:pt x="12740" y="2224"/>
                  <a:pt x="12745" y="2228"/>
                </a:cubicBezTo>
                <a:cubicBezTo>
                  <a:pt x="12749" y="2232"/>
                  <a:pt x="12751" y="2237"/>
                  <a:pt x="12751" y="2243"/>
                </a:cubicBezTo>
                <a:cubicBezTo>
                  <a:pt x="12751" y="2249"/>
                  <a:pt x="12749" y="2254"/>
                  <a:pt x="12745" y="2258"/>
                </a:cubicBezTo>
                <a:cubicBezTo>
                  <a:pt x="12740" y="2262"/>
                  <a:pt x="12735" y="2264"/>
                  <a:pt x="12730" y="2264"/>
                </a:cubicBezTo>
                <a:moveTo>
                  <a:pt x="12421" y="2264"/>
                </a:moveTo>
                <a:lnTo>
                  <a:pt x="12286" y="2264"/>
                </a:lnTo>
                <a:cubicBezTo>
                  <a:pt x="12280" y="2264"/>
                  <a:pt x="12275" y="2262"/>
                  <a:pt x="12270" y="2258"/>
                </a:cubicBezTo>
                <a:cubicBezTo>
                  <a:pt x="12266" y="2254"/>
                  <a:pt x="12264" y="2249"/>
                  <a:pt x="12264" y="2243"/>
                </a:cubicBezTo>
                <a:cubicBezTo>
                  <a:pt x="12264" y="2237"/>
                  <a:pt x="12266" y="2232"/>
                  <a:pt x="12270" y="2228"/>
                </a:cubicBezTo>
                <a:cubicBezTo>
                  <a:pt x="12275" y="2224"/>
                  <a:pt x="12280" y="2221"/>
                  <a:pt x="12286" y="2221"/>
                </a:cubicBezTo>
                <a:lnTo>
                  <a:pt x="12421" y="2221"/>
                </a:lnTo>
                <a:cubicBezTo>
                  <a:pt x="12427" y="2221"/>
                  <a:pt x="12432" y="2224"/>
                  <a:pt x="12436" y="2228"/>
                </a:cubicBezTo>
                <a:cubicBezTo>
                  <a:pt x="12440" y="2232"/>
                  <a:pt x="12442" y="2237"/>
                  <a:pt x="12442" y="2243"/>
                </a:cubicBezTo>
                <a:cubicBezTo>
                  <a:pt x="12442" y="2249"/>
                  <a:pt x="12440" y="2254"/>
                  <a:pt x="12436" y="2258"/>
                </a:cubicBezTo>
                <a:cubicBezTo>
                  <a:pt x="12432" y="2262"/>
                  <a:pt x="12427" y="2264"/>
                  <a:pt x="12421" y="2264"/>
                </a:cubicBezTo>
                <a:moveTo>
                  <a:pt x="12115" y="2264"/>
                </a:moveTo>
                <a:lnTo>
                  <a:pt x="11977" y="2264"/>
                </a:lnTo>
                <a:cubicBezTo>
                  <a:pt x="11971" y="2264"/>
                  <a:pt x="11966" y="2262"/>
                  <a:pt x="11962" y="2258"/>
                </a:cubicBezTo>
                <a:cubicBezTo>
                  <a:pt x="11957" y="2254"/>
                  <a:pt x="11955" y="2249"/>
                  <a:pt x="11955" y="2243"/>
                </a:cubicBezTo>
                <a:cubicBezTo>
                  <a:pt x="11955" y="2237"/>
                  <a:pt x="11957" y="2232"/>
                  <a:pt x="11962" y="2228"/>
                </a:cubicBezTo>
                <a:cubicBezTo>
                  <a:pt x="11966" y="2224"/>
                  <a:pt x="11971" y="2221"/>
                  <a:pt x="11977" y="2221"/>
                </a:cubicBezTo>
                <a:lnTo>
                  <a:pt x="12115" y="2221"/>
                </a:lnTo>
                <a:cubicBezTo>
                  <a:pt x="12120" y="2221"/>
                  <a:pt x="12125" y="2224"/>
                  <a:pt x="12130" y="2228"/>
                </a:cubicBezTo>
                <a:cubicBezTo>
                  <a:pt x="12134" y="2232"/>
                  <a:pt x="12136" y="2237"/>
                  <a:pt x="12136" y="2243"/>
                </a:cubicBezTo>
                <a:cubicBezTo>
                  <a:pt x="12136" y="2249"/>
                  <a:pt x="12134" y="2254"/>
                  <a:pt x="12130" y="2258"/>
                </a:cubicBezTo>
                <a:cubicBezTo>
                  <a:pt x="12125" y="2262"/>
                  <a:pt x="12120" y="2264"/>
                  <a:pt x="12115" y="2264"/>
                </a:cubicBezTo>
                <a:moveTo>
                  <a:pt x="11807" y="2264"/>
                </a:moveTo>
                <a:lnTo>
                  <a:pt x="11671" y="2264"/>
                </a:lnTo>
                <a:cubicBezTo>
                  <a:pt x="11665" y="2264"/>
                  <a:pt x="11660" y="2262"/>
                  <a:pt x="11656" y="2258"/>
                </a:cubicBezTo>
                <a:cubicBezTo>
                  <a:pt x="11652" y="2254"/>
                  <a:pt x="11650" y="2249"/>
                  <a:pt x="11650" y="2243"/>
                </a:cubicBezTo>
                <a:cubicBezTo>
                  <a:pt x="11650" y="2237"/>
                  <a:pt x="11652" y="2232"/>
                  <a:pt x="11656" y="2228"/>
                </a:cubicBezTo>
                <a:cubicBezTo>
                  <a:pt x="11660" y="2224"/>
                  <a:pt x="11665" y="2221"/>
                  <a:pt x="11671" y="2221"/>
                </a:cubicBezTo>
                <a:lnTo>
                  <a:pt x="11807" y="2221"/>
                </a:lnTo>
                <a:cubicBezTo>
                  <a:pt x="11813" y="2221"/>
                  <a:pt x="11818" y="2224"/>
                  <a:pt x="11823" y="2228"/>
                </a:cubicBezTo>
                <a:cubicBezTo>
                  <a:pt x="11827" y="2232"/>
                  <a:pt x="11829" y="2237"/>
                  <a:pt x="11829" y="2243"/>
                </a:cubicBezTo>
                <a:cubicBezTo>
                  <a:pt x="11829" y="2249"/>
                  <a:pt x="11827" y="2254"/>
                  <a:pt x="11823" y="2258"/>
                </a:cubicBezTo>
                <a:cubicBezTo>
                  <a:pt x="11818" y="2262"/>
                  <a:pt x="11813" y="2264"/>
                  <a:pt x="11807" y="2264"/>
                </a:cubicBezTo>
                <a:moveTo>
                  <a:pt x="11499" y="2264"/>
                </a:moveTo>
                <a:lnTo>
                  <a:pt x="11363" y="2264"/>
                </a:lnTo>
                <a:cubicBezTo>
                  <a:pt x="11357" y="2264"/>
                  <a:pt x="11352" y="2262"/>
                  <a:pt x="11348" y="2258"/>
                </a:cubicBezTo>
                <a:cubicBezTo>
                  <a:pt x="11344" y="2254"/>
                  <a:pt x="11342" y="2249"/>
                  <a:pt x="11342" y="2243"/>
                </a:cubicBezTo>
                <a:cubicBezTo>
                  <a:pt x="11342" y="2237"/>
                  <a:pt x="11344" y="2232"/>
                  <a:pt x="11348" y="2228"/>
                </a:cubicBezTo>
                <a:cubicBezTo>
                  <a:pt x="11352" y="2224"/>
                  <a:pt x="11357" y="2221"/>
                  <a:pt x="11363" y="2221"/>
                </a:cubicBezTo>
                <a:lnTo>
                  <a:pt x="11499" y="2221"/>
                </a:lnTo>
                <a:cubicBezTo>
                  <a:pt x="11505" y="2221"/>
                  <a:pt x="11510" y="2224"/>
                  <a:pt x="11514" y="2228"/>
                </a:cubicBezTo>
                <a:cubicBezTo>
                  <a:pt x="11518" y="2232"/>
                  <a:pt x="11520" y="2237"/>
                  <a:pt x="11520" y="2243"/>
                </a:cubicBezTo>
                <a:cubicBezTo>
                  <a:pt x="11520" y="2249"/>
                  <a:pt x="11518" y="2254"/>
                  <a:pt x="11514" y="2258"/>
                </a:cubicBezTo>
                <a:cubicBezTo>
                  <a:pt x="11510" y="2262"/>
                  <a:pt x="11505" y="2264"/>
                  <a:pt x="11499" y="2264"/>
                </a:cubicBezTo>
                <a:moveTo>
                  <a:pt x="11193" y="2264"/>
                </a:moveTo>
                <a:lnTo>
                  <a:pt x="11055" y="2264"/>
                </a:lnTo>
                <a:cubicBezTo>
                  <a:pt x="11050" y="2264"/>
                  <a:pt x="11045" y="2262"/>
                  <a:pt x="11040" y="2258"/>
                </a:cubicBezTo>
                <a:cubicBezTo>
                  <a:pt x="11036" y="2254"/>
                  <a:pt x="11034" y="2249"/>
                  <a:pt x="11034" y="2243"/>
                </a:cubicBezTo>
                <a:cubicBezTo>
                  <a:pt x="11034" y="2237"/>
                  <a:pt x="11036" y="2232"/>
                  <a:pt x="11040" y="2228"/>
                </a:cubicBezTo>
                <a:cubicBezTo>
                  <a:pt x="11045" y="2224"/>
                  <a:pt x="11050" y="2221"/>
                  <a:pt x="11055" y="2221"/>
                </a:cubicBezTo>
                <a:lnTo>
                  <a:pt x="11193" y="2221"/>
                </a:lnTo>
                <a:cubicBezTo>
                  <a:pt x="11199" y="2221"/>
                  <a:pt x="11204" y="2224"/>
                  <a:pt x="11208" y="2228"/>
                </a:cubicBezTo>
                <a:cubicBezTo>
                  <a:pt x="11212" y="2232"/>
                  <a:pt x="11214" y="2237"/>
                  <a:pt x="11214" y="2243"/>
                </a:cubicBezTo>
                <a:cubicBezTo>
                  <a:pt x="11214" y="2249"/>
                  <a:pt x="11212" y="2254"/>
                  <a:pt x="11208" y="2258"/>
                </a:cubicBezTo>
                <a:cubicBezTo>
                  <a:pt x="11204" y="2262"/>
                  <a:pt x="11199" y="2264"/>
                  <a:pt x="11193" y="2264"/>
                </a:cubicBezTo>
                <a:moveTo>
                  <a:pt x="10885" y="2264"/>
                </a:moveTo>
                <a:lnTo>
                  <a:pt x="10749" y="2264"/>
                </a:lnTo>
                <a:cubicBezTo>
                  <a:pt x="10743" y="2264"/>
                  <a:pt x="10738" y="2262"/>
                  <a:pt x="10734" y="2258"/>
                </a:cubicBezTo>
                <a:cubicBezTo>
                  <a:pt x="10730" y="2254"/>
                  <a:pt x="10728" y="2249"/>
                  <a:pt x="10728" y="2243"/>
                </a:cubicBezTo>
                <a:cubicBezTo>
                  <a:pt x="10728" y="2237"/>
                  <a:pt x="10730" y="2232"/>
                  <a:pt x="10734" y="2228"/>
                </a:cubicBezTo>
                <a:cubicBezTo>
                  <a:pt x="10738" y="2224"/>
                  <a:pt x="10743" y="2221"/>
                  <a:pt x="10749" y="2221"/>
                </a:cubicBezTo>
                <a:lnTo>
                  <a:pt x="10885" y="2221"/>
                </a:lnTo>
                <a:cubicBezTo>
                  <a:pt x="10891" y="2221"/>
                  <a:pt x="10896" y="2224"/>
                  <a:pt x="10900" y="2228"/>
                </a:cubicBezTo>
                <a:cubicBezTo>
                  <a:pt x="10904" y="2232"/>
                  <a:pt x="10906" y="2237"/>
                  <a:pt x="10906" y="2243"/>
                </a:cubicBezTo>
                <a:cubicBezTo>
                  <a:pt x="10906" y="2249"/>
                  <a:pt x="10904" y="2254"/>
                  <a:pt x="10900" y="2258"/>
                </a:cubicBezTo>
                <a:cubicBezTo>
                  <a:pt x="10896" y="2262"/>
                  <a:pt x="10891" y="2264"/>
                  <a:pt x="10885" y="2264"/>
                </a:cubicBezTo>
                <a:moveTo>
                  <a:pt x="10578" y="2264"/>
                </a:moveTo>
                <a:lnTo>
                  <a:pt x="10440" y="2264"/>
                </a:lnTo>
                <a:cubicBezTo>
                  <a:pt x="10434" y="2264"/>
                  <a:pt x="10429" y="2262"/>
                  <a:pt x="10425" y="2258"/>
                </a:cubicBezTo>
                <a:cubicBezTo>
                  <a:pt x="10420" y="2254"/>
                  <a:pt x="10418" y="2249"/>
                  <a:pt x="10418" y="2243"/>
                </a:cubicBezTo>
                <a:cubicBezTo>
                  <a:pt x="10418" y="2237"/>
                  <a:pt x="10420" y="2232"/>
                  <a:pt x="10425" y="2228"/>
                </a:cubicBezTo>
                <a:cubicBezTo>
                  <a:pt x="10429" y="2224"/>
                  <a:pt x="10434" y="2221"/>
                  <a:pt x="10440" y="2221"/>
                </a:cubicBezTo>
                <a:lnTo>
                  <a:pt x="10578" y="2221"/>
                </a:lnTo>
                <a:cubicBezTo>
                  <a:pt x="10584" y="2221"/>
                  <a:pt x="10589" y="2224"/>
                  <a:pt x="10593" y="2228"/>
                </a:cubicBezTo>
                <a:cubicBezTo>
                  <a:pt x="10597" y="2232"/>
                  <a:pt x="10599" y="2237"/>
                  <a:pt x="10599" y="2243"/>
                </a:cubicBezTo>
                <a:cubicBezTo>
                  <a:pt x="10599" y="2249"/>
                  <a:pt x="10597" y="2254"/>
                  <a:pt x="10593" y="2258"/>
                </a:cubicBezTo>
                <a:cubicBezTo>
                  <a:pt x="10589" y="2262"/>
                  <a:pt x="10584" y="2264"/>
                  <a:pt x="10578" y="2264"/>
                </a:cubicBezTo>
                <a:moveTo>
                  <a:pt x="10271" y="2264"/>
                </a:moveTo>
                <a:lnTo>
                  <a:pt x="10134" y="2264"/>
                </a:lnTo>
                <a:cubicBezTo>
                  <a:pt x="10128" y="2264"/>
                  <a:pt x="10123" y="2262"/>
                  <a:pt x="10119" y="2258"/>
                </a:cubicBezTo>
                <a:cubicBezTo>
                  <a:pt x="10115" y="2254"/>
                  <a:pt x="10113" y="2249"/>
                  <a:pt x="10113" y="2243"/>
                </a:cubicBezTo>
                <a:cubicBezTo>
                  <a:pt x="10113" y="2237"/>
                  <a:pt x="10115" y="2232"/>
                  <a:pt x="10119" y="2228"/>
                </a:cubicBezTo>
                <a:cubicBezTo>
                  <a:pt x="10123" y="2224"/>
                  <a:pt x="10128" y="2221"/>
                  <a:pt x="10134" y="2221"/>
                </a:cubicBezTo>
                <a:lnTo>
                  <a:pt x="10271" y="2221"/>
                </a:lnTo>
                <a:cubicBezTo>
                  <a:pt x="10277" y="2221"/>
                  <a:pt x="10282" y="2224"/>
                  <a:pt x="10286" y="2228"/>
                </a:cubicBezTo>
                <a:cubicBezTo>
                  <a:pt x="10290" y="2232"/>
                  <a:pt x="10292" y="2237"/>
                  <a:pt x="10292" y="2243"/>
                </a:cubicBezTo>
                <a:cubicBezTo>
                  <a:pt x="10292" y="2249"/>
                  <a:pt x="10290" y="2254"/>
                  <a:pt x="10286" y="2258"/>
                </a:cubicBezTo>
                <a:cubicBezTo>
                  <a:pt x="10282" y="2262"/>
                  <a:pt x="10277" y="2264"/>
                  <a:pt x="10271" y="2264"/>
                </a:cubicBezTo>
                <a:moveTo>
                  <a:pt x="9962" y="2264"/>
                </a:moveTo>
                <a:lnTo>
                  <a:pt x="9826" y="2264"/>
                </a:lnTo>
                <a:cubicBezTo>
                  <a:pt x="9820" y="2264"/>
                  <a:pt x="9815" y="2262"/>
                  <a:pt x="9811" y="2258"/>
                </a:cubicBezTo>
                <a:cubicBezTo>
                  <a:pt x="9807" y="2254"/>
                  <a:pt x="9805" y="2249"/>
                  <a:pt x="9805" y="2243"/>
                </a:cubicBezTo>
                <a:cubicBezTo>
                  <a:pt x="9805" y="2237"/>
                  <a:pt x="9807" y="2232"/>
                  <a:pt x="9811" y="2228"/>
                </a:cubicBezTo>
                <a:cubicBezTo>
                  <a:pt x="9815" y="2224"/>
                  <a:pt x="9820" y="2221"/>
                  <a:pt x="9826" y="2221"/>
                </a:cubicBezTo>
                <a:lnTo>
                  <a:pt x="9962" y="2221"/>
                </a:lnTo>
                <a:cubicBezTo>
                  <a:pt x="9968" y="2221"/>
                  <a:pt x="9973" y="2224"/>
                  <a:pt x="9977" y="2228"/>
                </a:cubicBezTo>
                <a:cubicBezTo>
                  <a:pt x="9982" y="2232"/>
                  <a:pt x="9984" y="2237"/>
                  <a:pt x="9984" y="2243"/>
                </a:cubicBezTo>
                <a:cubicBezTo>
                  <a:pt x="9984" y="2249"/>
                  <a:pt x="9982" y="2254"/>
                  <a:pt x="9977" y="2258"/>
                </a:cubicBezTo>
                <a:cubicBezTo>
                  <a:pt x="9973" y="2262"/>
                  <a:pt x="9968" y="2264"/>
                  <a:pt x="9962" y="2264"/>
                </a:cubicBezTo>
                <a:moveTo>
                  <a:pt x="9656" y="2264"/>
                </a:moveTo>
                <a:lnTo>
                  <a:pt x="9519" y="2264"/>
                </a:lnTo>
                <a:cubicBezTo>
                  <a:pt x="9513" y="2264"/>
                  <a:pt x="9508" y="2262"/>
                  <a:pt x="9504" y="2258"/>
                </a:cubicBezTo>
                <a:cubicBezTo>
                  <a:pt x="9500" y="2254"/>
                  <a:pt x="9498" y="2249"/>
                  <a:pt x="9498" y="2243"/>
                </a:cubicBezTo>
                <a:cubicBezTo>
                  <a:pt x="9498" y="2237"/>
                  <a:pt x="9500" y="2232"/>
                  <a:pt x="9504" y="2228"/>
                </a:cubicBezTo>
                <a:cubicBezTo>
                  <a:pt x="9508" y="2224"/>
                  <a:pt x="9513" y="2221"/>
                  <a:pt x="9519" y="2221"/>
                </a:cubicBezTo>
                <a:lnTo>
                  <a:pt x="9656" y="2221"/>
                </a:lnTo>
                <a:cubicBezTo>
                  <a:pt x="9662" y="2221"/>
                  <a:pt x="9667" y="2224"/>
                  <a:pt x="9671" y="2228"/>
                </a:cubicBezTo>
                <a:cubicBezTo>
                  <a:pt x="9676" y="2232"/>
                  <a:pt x="9678" y="2237"/>
                  <a:pt x="9678" y="2243"/>
                </a:cubicBezTo>
                <a:cubicBezTo>
                  <a:pt x="9678" y="2249"/>
                  <a:pt x="9676" y="2254"/>
                  <a:pt x="9671" y="2258"/>
                </a:cubicBezTo>
                <a:cubicBezTo>
                  <a:pt x="9667" y="2262"/>
                  <a:pt x="9662" y="2264"/>
                  <a:pt x="9656" y="2264"/>
                </a:cubicBezTo>
                <a:moveTo>
                  <a:pt x="9347" y="2264"/>
                </a:moveTo>
                <a:lnTo>
                  <a:pt x="9212" y="2264"/>
                </a:lnTo>
                <a:cubicBezTo>
                  <a:pt x="9206" y="2264"/>
                  <a:pt x="9201" y="2262"/>
                  <a:pt x="9197" y="2258"/>
                </a:cubicBezTo>
                <a:cubicBezTo>
                  <a:pt x="9192" y="2254"/>
                  <a:pt x="9190" y="2249"/>
                  <a:pt x="9190" y="2243"/>
                </a:cubicBezTo>
                <a:cubicBezTo>
                  <a:pt x="9190" y="2237"/>
                  <a:pt x="9192" y="2232"/>
                  <a:pt x="9197" y="2228"/>
                </a:cubicBezTo>
                <a:cubicBezTo>
                  <a:pt x="9201" y="2224"/>
                  <a:pt x="9206" y="2221"/>
                  <a:pt x="9212" y="2221"/>
                </a:cubicBezTo>
                <a:lnTo>
                  <a:pt x="9347" y="2221"/>
                </a:lnTo>
                <a:cubicBezTo>
                  <a:pt x="9353" y="2221"/>
                  <a:pt x="9358" y="2224"/>
                  <a:pt x="9362" y="2228"/>
                </a:cubicBezTo>
                <a:cubicBezTo>
                  <a:pt x="9366" y="2232"/>
                  <a:pt x="9368" y="2237"/>
                  <a:pt x="9368" y="2243"/>
                </a:cubicBezTo>
                <a:cubicBezTo>
                  <a:pt x="9368" y="2249"/>
                  <a:pt x="9366" y="2254"/>
                  <a:pt x="9362" y="2258"/>
                </a:cubicBezTo>
                <a:cubicBezTo>
                  <a:pt x="9358" y="2262"/>
                  <a:pt x="9353" y="2264"/>
                  <a:pt x="9347" y="2264"/>
                </a:cubicBezTo>
                <a:moveTo>
                  <a:pt x="9042" y="2264"/>
                </a:moveTo>
                <a:lnTo>
                  <a:pt x="8904" y="2264"/>
                </a:lnTo>
                <a:cubicBezTo>
                  <a:pt x="8898" y="2264"/>
                  <a:pt x="8893" y="2262"/>
                  <a:pt x="8889" y="2258"/>
                </a:cubicBezTo>
                <a:cubicBezTo>
                  <a:pt x="8885" y="2254"/>
                  <a:pt x="8883" y="2249"/>
                  <a:pt x="8883" y="2243"/>
                </a:cubicBezTo>
                <a:cubicBezTo>
                  <a:pt x="8883" y="2237"/>
                  <a:pt x="8885" y="2232"/>
                  <a:pt x="8889" y="2228"/>
                </a:cubicBezTo>
                <a:cubicBezTo>
                  <a:pt x="8893" y="2224"/>
                  <a:pt x="8898" y="2221"/>
                  <a:pt x="8904" y="2221"/>
                </a:cubicBezTo>
                <a:lnTo>
                  <a:pt x="9042" y="2221"/>
                </a:lnTo>
                <a:cubicBezTo>
                  <a:pt x="9047" y="2221"/>
                  <a:pt x="9053" y="2224"/>
                  <a:pt x="9057" y="2228"/>
                </a:cubicBezTo>
                <a:cubicBezTo>
                  <a:pt x="9061" y="2232"/>
                  <a:pt x="9063" y="2237"/>
                  <a:pt x="9063" y="2243"/>
                </a:cubicBezTo>
                <a:cubicBezTo>
                  <a:pt x="9063" y="2249"/>
                  <a:pt x="9061" y="2254"/>
                  <a:pt x="9057" y="2258"/>
                </a:cubicBezTo>
                <a:cubicBezTo>
                  <a:pt x="9053" y="2262"/>
                  <a:pt x="9047" y="2264"/>
                  <a:pt x="9042" y="2264"/>
                </a:cubicBezTo>
                <a:moveTo>
                  <a:pt x="8732" y="2264"/>
                </a:moveTo>
                <a:lnTo>
                  <a:pt x="8597" y="2264"/>
                </a:lnTo>
                <a:cubicBezTo>
                  <a:pt x="8591" y="2264"/>
                  <a:pt x="8586" y="2262"/>
                  <a:pt x="8582" y="2258"/>
                </a:cubicBezTo>
                <a:cubicBezTo>
                  <a:pt x="8578" y="2254"/>
                  <a:pt x="8576" y="2249"/>
                  <a:pt x="8576" y="2243"/>
                </a:cubicBezTo>
                <a:cubicBezTo>
                  <a:pt x="8576" y="2237"/>
                  <a:pt x="8578" y="2232"/>
                  <a:pt x="8582" y="2228"/>
                </a:cubicBezTo>
                <a:cubicBezTo>
                  <a:pt x="8586" y="2224"/>
                  <a:pt x="8591" y="2221"/>
                  <a:pt x="8597" y="2221"/>
                </a:cubicBezTo>
                <a:lnTo>
                  <a:pt x="8732" y="2221"/>
                </a:lnTo>
                <a:cubicBezTo>
                  <a:pt x="8738" y="2221"/>
                  <a:pt x="8743" y="2224"/>
                  <a:pt x="8747" y="2228"/>
                </a:cubicBezTo>
                <a:cubicBezTo>
                  <a:pt x="8752" y="2232"/>
                  <a:pt x="8754" y="2237"/>
                  <a:pt x="8754" y="2243"/>
                </a:cubicBezTo>
                <a:cubicBezTo>
                  <a:pt x="8754" y="2249"/>
                  <a:pt x="8752" y="2254"/>
                  <a:pt x="8747" y="2258"/>
                </a:cubicBezTo>
                <a:cubicBezTo>
                  <a:pt x="8743" y="2262"/>
                  <a:pt x="8738" y="2264"/>
                  <a:pt x="8732" y="2264"/>
                </a:cubicBezTo>
                <a:moveTo>
                  <a:pt x="8427" y="2264"/>
                </a:moveTo>
                <a:lnTo>
                  <a:pt x="8289" y="2264"/>
                </a:lnTo>
                <a:cubicBezTo>
                  <a:pt x="8284" y="2264"/>
                  <a:pt x="8279" y="2262"/>
                  <a:pt x="8274" y="2258"/>
                </a:cubicBezTo>
                <a:cubicBezTo>
                  <a:pt x="8270" y="2254"/>
                  <a:pt x="8268" y="2249"/>
                  <a:pt x="8268" y="2243"/>
                </a:cubicBezTo>
                <a:cubicBezTo>
                  <a:pt x="8268" y="2237"/>
                  <a:pt x="8270" y="2232"/>
                  <a:pt x="8274" y="2228"/>
                </a:cubicBezTo>
                <a:cubicBezTo>
                  <a:pt x="8279" y="2224"/>
                  <a:pt x="8284" y="2221"/>
                  <a:pt x="8289" y="2221"/>
                </a:cubicBezTo>
                <a:lnTo>
                  <a:pt x="8427" y="2221"/>
                </a:lnTo>
                <a:cubicBezTo>
                  <a:pt x="8433" y="2221"/>
                  <a:pt x="8438" y="2224"/>
                  <a:pt x="8442" y="2228"/>
                </a:cubicBezTo>
                <a:cubicBezTo>
                  <a:pt x="8446" y="2232"/>
                  <a:pt x="8448" y="2237"/>
                  <a:pt x="8448" y="2243"/>
                </a:cubicBezTo>
                <a:cubicBezTo>
                  <a:pt x="8448" y="2249"/>
                  <a:pt x="8446" y="2254"/>
                  <a:pt x="8442" y="2258"/>
                </a:cubicBezTo>
                <a:cubicBezTo>
                  <a:pt x="8438" y="2262"/>
                  <a:pt x="8433" y="2264"/>
                  <a:pt x="8427" y="2264"/>
                </a:cubicBezTo>
                <a:moveTo>
                  <a:pt x="8118" y="2264"/>
                </a:moveTo>
                <a:lnTo>
                  <a:pt x="7983" y="2264"/>
                </a:lnTo>
                <a:cubicBezTo>
                  <a:pt x="7977" y="2264"/>
                  <a:pt x="7972" y="2262"/>
                  <a:pt x="7967" y="2258"/>
                </a:cubicBezTo>
                <a:cubicBezTo>
                  <a:pt x="7963" y="2254"/>
                  <a:pt x="7961" y="2249"/>
                  <a:pt x="7961" y="2243"/>
                </a:cubicBezTo>
                <a:cubicBezTo>
                  <a:pt x="7961" y="2237"/>
                  <a:pt x="7963" y="2232"/>
                  <a:pt x="7967" y="2228"/>
                </a:cubicBezTo>
                <a:cubicBezTo>
                  <a:pt x="7972" y="2224"/>
                  <a:pt x="7977" y="2221"/>
                  <a:pt x="7983" y="2221"/>
                </a:cubicBezTo>
                <a:lnTo>
                  <a:pt x="8118" y="2221"/>
                </a:lnTo>
                <a:cubicBezTo>
                  <a:pt x="8124" y="2221"/>
                  <a:pt x="8129" y="2224"/>
                  <a:pt x="8133" y="2228"/>
                </a:cubicBezTo>
                <a:cubicBezTo>
                  <a:pt x="8137" y="2232"/>
                  <a:pt x="8139" y="2237"/>
                  <a:pt x="8139" y="2243"/>
                </a:cubicBezTo>
                <a:cubicBezTo>
                  <a:pt x="8139" y="2249"/>
                  <a:pt x="8137" y="2254"/>
                  <a:pt x="8133" y="2258"/>
                </a:cubicBezTo>
                <a:cubicBezTo>
                  <a:pt x="8129" y="2262"/>
                  <a:pt x="8124" y="2264"/>
                  <a:pt x="8118" y="2264"/>
                </a:cubicBezTo>
                <a:moveTo>
                  <a:pt x="7812" y="2264"/>
                </a:moveTo>
                <a:lnTo>
                  <a:pt x="7675" y="2264"/>
                </a:lnTo>
                <a:cubicBezTo>
                  <a:pt x="7669" y="2264"/>
                  <a:pt x="7664" y="2262"/>
                  <a:pt x="7660" y="2258"/>
                </a:cubicBezTo>
                <a:cubicBezTo>
                  <a:pt x="7655" y="2254"/>
                  <a:pt x="7653" y="2249"/>
                  <a:pt x="7653" y="2243"/>
                </a:cubicBezTo>
                <a:cubicBezTo>
                  <a:pt x="7653" y="2237"/>
                  <a:pt x="7655" y="2232"/>
                  <a:pt x="7660" y="2228"/>
                </a:cubicBezTo>
                <a:cubicBezTo>
                  <a:pt x="7664" y="2224"/>
                  <a:pt x="7669" y="2221"/>
                  <a:pt x="7675" y="2221"/>
                </a:cubicBezTo>
                <a:lnTo>
                  <a:pt x="7812" y="2221"/>
                </a:lnTo>
                <a:cubicBezTo>
                  <a:pt x="7818" y="2221"/>
                  <a:pt x="7823" y="2224"/>
                  <a:pt x="7827" y="2228"/>
                </a:cubicBezTo>
                <a:cubicBezTo>
                  <a:pt x="7831" y="2232"/>
                  <a:pt x="7834" y="2237"/>
                  <a:pt x="7834" y="2243"/>
                </a:cubicBezTo>
                <a:cubicBezTo>
                  <a:pt x="7834" y="2249"/>
                  <a:pt x="7831" y="2254"/>
                  <a:pt x="7827" y="2258"/>
                </a:cubicBezTo>
                <a:cubicBezTo>
                  <a:pt x="7823" y="2262"/>
                  <a:pt x="7818" y="2264"/>
                  <a:pt x="7812" y="2264"/>
                </a:cubicBezTo>
                <a:moveTo>
                  <a:pt x="7503" y="2264"/>
                </a:moveTo>
                <a:lnTo>
                  <a:pt x="7368" y="2264"/>
                </a:lnTo>
                <a:cubicBezTo>
                  <a:pt x="7362" y="2264"/>
                  <a:pt x="7357" y="2262"/>
                  <a:pt x="7353" y="2258"/>
                </a:cubicBezTo>
                <a:cubicBezTo>
                  <a:pt x="7349" y="2254"/>
                  <a:pt x="7346" y="2249"/>
                  <a:pt x="7346" y="2243"/>
                </a:cubicBezTo>
                <a:cubicBezTo>
                  <a:pt x="7346" y="2237"/>
                  <a:pt x="7349" y="2232"/>
                  <a:pt x="7353" y="2228"/>
                </a:cubicBezTo>
                <a:cubicBezTo>
                  <a:pt x="7357" y="2224"/>
                  <a:pt x="7362" y="2221"/>
                  <a:pt x="7368" y="2221"/>
                </a:cubicBezTo>
                <a:lnTo>
                  <a:pt x="7503" y="2221"/>
                </a:lnTo>
                <a:cubicBezTo>
                  <a:pt x="7509" y="2221"/>
                  <a:pt x="7514" y="2224"/>
                  <a:pt x="7518" y="2228"/>
                </a:cubicBezTo>
                <a:cubicBezTo>
                  <a:pt x="7522" y="2232"/>
                  <a:pt x="7524" y="2237"/>
                  <a:pt x="7524" y="2243"/>
                </a:cubicBezTo>
                <a:cubicBezTo>
                  <a:pt x="7524" y="2249"/>
                  <a:pt x="7522" y="2254"/>
                  <a:pt x="7518" y="2258"/>
                </a:cubicBezTo>
                <a:cubicBezTo>
                  <a:pt x="7514" y="2262"/>
                  <a:pt x="7509" y="2264"/>
                  <a:pt x="7503" y="2264"/>
                </a:cubicBezTo>
                <a:moveTo>
                  <a:pt x="7198" y="2264"/>
                </a:moveTo>
                <a:lnTo>
                  <a:pt x="7060" y="2264"/>
                </a:lnTo>
                <a:cubicBezTo>
                  <a:pt x="7054" y="2264"/>
                  <a:pt x="7049" y="2262"/>
                  <a:pt x="7045" y="2258"/>
                </a:cubicBezTo>
                <a:cubicBezTo>
                  <a:pt x="7041" y="2254"/>
                  <a:pt x="7039" y="2249"/>
                  <a:pt x="7039" y="2243"/>
                </a:cubicBezTo>
                <a:cubicBezTo>
                  <a:pt x="7039" y="2237"/>
                  <a:pt x="7041" y="2232"/>
                  <a:pt x="7045" y="2228"/>
                </a:cubicBezTo>
                <a:cubicBezTo>
                  <a:pt x="7049" y="2224"/>
                  <a:pt x="7054" y="2221"/>
                  <a:pt x="7060" y="2221"/>
                </a:cubicBezTo>
                <a:lnTo>
                  <a:pt x="7198" y="2221"/>
                </a:lnTo>
                <a:cubicBezTo>
                  <a:pt x="7203" y="2221"/>
                  <a:pt x="7208" y="2224"/>
                  <a:pt x="7213" y="2228"/>
                </a:cubicBezTo>
                <a:cubicBezTo>
                  <a:pt x="7217" y="2232"/>
                  <a:pt x="7219" y="2237"/>
                  <a:pt x="7219" y="2243"/>
                </a:cubicBezTo>
                <a:cubicBezTo>
                  <a:pt x="7219" y="2249"/>
                  <a:pt x="7217" y="2254"/>
                  <a:pt x="7213" y="2258"/>
                </a:cubicBezTo>
                <a:cubicBezTo>
                  <a:pt x="7208" y="2262"/>
                  <a:pt x="7203" y="2264"/>
                  <a:pt x="7198" y="2264"/>
                </a:cubicBezTo>
                <a:moveTo>
                  <a:pt x="6888" y="2264"/>
                </a:moveTo>
                <a:lnTo>
                  <a:pt x="6753" y="2264"/>
                </a:lnTo>
                <a:cubicBezTo>
                  <a:pt x="6747" y="2264"/>
                  <a:pt x="6742" y="2262"/>
                  <a:pt x="6738" y="2258"/>
                </a:cubicBezTo>
                <a:cubicBezTo>
                  <a:pt x="6734" y="2254"/>
                  <a:pt x="6731" y="2249"/>
                  <a:pt x="6731" y="2243"/>
                </a:cubicBezTo>
                <a:cubicBezTo>
                  <a:pt x="6731" y="2237"/>
                  <a:pt x="6734" y="2232"/>
                  <a:pt x="6738" y="2228"/>
                </a:cubicBezTo>
                <a:cubicBezTo>
                  <a:pt x="6742" y="2224"/>
                  <a:pt x="6747" y="2221"/>
                  <a:pt x="6753" y="2221"/>
                </a:cubicBezTo>
                <a:lnTo>
                  <a:pt x="6888" y="2221"/>
                </a:lnTo>
                <a:cubicBezTo>
                  <a:pt x="6894" y="2221"/>
                  <a:pt x="6899" y="2224"/>
                  <a:pt x="6903" y="2228"/>
                </a:cubicBezTo>
                <a:cubicBezTo>
                  <a:pt x="6907" y="2232"/>
                  <a:pt x="6909" y="2237"/>
                  <a:pt x="6909" y="2243"/>
                </a:cubicBezTo>
                <a:cubicBezTo>
                  <a:pt x="6909" y="2249"/>
                  <a:pt x="6907" y="2254"/>
                  <a:pt x="6903" y="2258"/>
                </a:cubicBezTo>
                <a:cubicBezTo>
                  <a:pt x="6899" y="2262"/>
                  <a:pt x="6894" y="2264"/>
                  <a:pt x="6888" y="2264"/>
                </a:cubicBezTo>
                <a:moveTo>
                  <a:pt x="6583" y="2264"/>
                </a:moveTo>
                <a:lnTo>
                  <a:pt x="6446" y="2264"/>
                </a:lnTo>
                <a:cubicBezTo>
                  <a:pt x="6440" y="2264"/>
                  <a:pt x="6435" y="2262"/>
                  <a:pt x="6431" y="2258"/>
                </a:cubicBezTo>
                <a:cubicBezTo>
                  <a:pt x="6427" y="2254"/>
                  <a:pt x="6425" y="2249"/>
                  <a:pt x="6425" y="2243"/>
                </a:cubicBezTo>
                <a:cubicBezTo>
                  <a:pt x="6425" y="2237"/>
                  <a:pt x="6427" y="2232"/>
                  <a:pt x="6431" y="2228"/>
                </a:cubicBezTo>
                <a:cubicBezTo>
                  <a:pt x="6435" y="2224"/>
                  <a:pt x="6440" y="2221"/>
                  <a:pt x="6446" y="2221"/>
                </a:cubicBezTo>
                <a:lnTo>
                  <a:pt x="6583" y="2221"/>
                </a:lnTo>
                <a:cubicBezTo>
                  <a:pt x="6589" y="2221"/>
                  <a:pt x="6594" y="2224"/>
                  <a:pt x="6598" y="2228"/>
                </a:cubicBezTo>
                <a:cubicBezTo>
                  <a:pt x="6602" y="2232"/>
                  <a:pt x="6604" y="2237"/>
                  <a:pt x="6604" y="2243"/>
                </a:cubicBezTo>
                <a:cubicBezTo>
                  <a:pt x="6604" y="2249"/>
                  <a:pt x="6602" y="2254"/>
                  <a:pt x="6598" y="2258"/>
                </a:cubicBezTo>
                <a:cubicBezTo>
                  <a:pt x="6594" y="2262"/>
                  <a:pt x="6589" y="2264"/>
                  <a:pt x="6583" y="2264"/>
                </a:cubicBezTo>
                <a:moveTo>
                  <a:pt x="6273" y="2264"/>
                </a:moveTo>
                <a:lnTo>
                  <a:pt x="6138" y="2264"/>
                </a:lnTo>
                <a:cubicBezTo>
                  <a:pt x="6132" y="2264"/>
                  <a:pt x="6127" y="2262"/>
                  <a:pt x="6122" y="2258"/>
                </a:cubicBezTo>
                <a:cubicBezTo>
                  <a:pt x="6118" y="2254"/>
                  <a:pt x="6116" y="2249"/>
                  <a:pt x="6116" y="2243"/>
                </a:cubicBezTo>
                <a:cubicBezTo>
                  <a:pt x="6116" y="2237"/>
                  <a:pt x="6118" y="2232"/>
                  <a:pt x="6122" y="2228"/>
                </a:cubicBezTo>
                <a:cubicBezTo>
                  <a:pt x="6127" y="2224"/>
                  <a:pt x="6132" y="2221"/>
                  <a:pt x="6138" y="2221"/>
                </a:cubicBezTo>
                <a:lnTo>
                  <a:pt x="6273" y="2221"/>
                </a:lnTo>
                <a:cubicBezTo>
                  <a:pt x="6279" y="2221"/>
                  <a:pt x="6284" y="2224"/>
                  <a:pt x="6288" y="2228"/>
                </a:cubicBezTo>
                <a:cubicBezTo>
                  <a:pt x="6292" y="2232"/>
                  <a:pt x="6295" y="2237"/>
                  <a:pt x="6295" y="2243"/>
                </a:cubicBezTo>
                <a:cubicBezTo>
                  <a:pt x="6295" y="2249"/>
                  <a:pt x="6292" y="2254"/>
                  <a:pt x="6288" y="2258"/>
                </a:cubicBezTo>
                <a:cubicBezTo>
                  <a:pt x="6284" y="2262"/>
                  <a:pt x="6279" y="2264"/>
                  <a:pt x="6273" y="2264"/>
                </a:cubicBezTo>
                <a:moveTo>
                  <a:pt x="5968" y="2264"/>
                </a:moveTo>
                <a:lnTo>
                  <a:pt x="5831" y="2264"/>
                </a:lnTo>
                <a:cubicBezTo>
                  <a:pt x="5826" y="2264"/>
                  <a:pt x="5821" y="2262"/>
                  <a:pt x="5816" y="2258"/>
                </a:cubicBezTo>
                <a:cubicBezTo>
                  <a:pt x="5812" y="2254"/>
                  <a:pt x="5810" y="2249"/>
                  <a:pt x="5810" y="2243"/>
                </a:cubicBezTo>
                <a:cubicBezTo>
                  <a:pt x="5810" y="2237"/>
                  <a:pt x="5812" y="2232"/>
                  <a:pt x="5816" y="2228"/>
                </a:cubicBezTo>
                <a:cubicBezTo>
                  <a:pt x="5821" y="2224"/>
                  <a:pt x="5826" y="2221"/>
                  <a:pt x="5831" y="2221"/>
                </a:cubicBezTo>
                <a:lnTo>
                  <a:pt x="5968" y="2221"/>
                </a:lnTo>
                <a:cubicBezTo>
                  <a:pt x="5974" y="2221"/>
                  <a:pt x="5979" y="2224"/>
                  <a:pt x="5983" y="2228"/>
                </a:cubicBezTo>
                <a:cubicBezTo>
                  <a:pt x="5987" y="2232"/>
                  <a:pt x="5989" y="2237"/>
                  <a:pt x="5989" y="2243"/>
                </a:cubicBezTo>
                <a:cubicBezTo>
                  <a:pt x="5989" y="2249"/>
                  <a:pt x="5987" y="2254"/>
                  <a:pt x="5983" y="2258"/>
                </a:cubicBezTo>
                <a:cubicBezTo>
                  <a:pt x="5979" y="2262"/>
                  <a:pt x="5974" y="2264"/>
                  <a:pt x="5968" y="2264"/>
                </a:cubicBezTo>
                <a:moveTo>
                  <a:pt x="5659" y="2264"/>
                </a:moveTo>
                <a:lnTo>
                  <a:pt x="5522" y="2264"/>
                </a:lnTo>
                <a:cubicBezTo>
                  <a:pt x="5516" y="2264"/>
                  <a:pt x="5511" y="2262"/>
                  <a:pt x="5507" y="2258"/>
                </a:cubicBezTo>
                <a:cubicBezTo>
                  <a:pt x="5503" y="2254"/>
                  <a:pt x="5500" y="2249"/>
                  <a:pt x="5500" y="2243"/>
                </a:cubicBezTo>
                <a:cubicBezTo>
                  <a:pt x="5500" y="2237"/>
                  <a:pt x="5503" y="2232"/>
                  <a:pt x="5507" y="2228"/>
                </a:cubicBezTo>
                <a:cubicBezTo>
                  <a:pt x="5511" y="2224"/>
                  <a:pt x="5516" y="2221"/>
                  <a:pt x="5522" y="2221"/>
                </a:cubicBezTo>
                <a:lnTo>
                  <a:pt x="5659" y="2221"/>
                </a:lnTo>
                <a:cubicBezTo>
                  <a:pt x="5665" y="2221"/>
                  <a:pt x="5670" y="2224"/>
                  <a:pt x="5674" y="2228"/>
                </a:cubicBezTo>
                <a:cubicBezTo>
                  <a:pt x="5679" y="2232"/>
                  <a:pt x="5681" y="2237"/>
                  <a:pt x="5681" y="2243"/>
                </a:cubicBezTo>
                <a:cubicBezTo>
                  <a:pt x="5681" y="2249"/>
                  <a:pt x="5679" y="2254"/>
                  <a:pt x="5674" y="2258"/>
                </a:cubicBezTo>
                <a:cubicBezTo>
                  <a:pt x="5670" y="2262"/>
                  <a:pt x="5665" y="2264"/>
                  <a:pt x="5659" y="2264"/>
                </a:cubicBezTo>
                <a:moveTo>
                  <a:pt x="5353" y="2264"/>
                </a:moveTo>
                <a:lnTo>
                  <a:pt x="5217" y="2264"/>
                </a:lnTo>
                <a:cubicBezTo>
                  <a:pt x="5211" y="2264"/>
                  <a:pt x="5206" y="2262"/>
                  <a:pt x="5202" y="2258"/>
                </a:cubicBezTo>
                <a:cubicBezTo>
                  <a:pt x="5198" y="2254"/>
                  <a:pt x="5196" y="2249"/>
                  <a:pt x="5196" y="2243"/>
                </a:cubicBezTo>
                <a:cubicBezTo>
                  <a:pt x="5196" y="2237"/>
                  <a:pt x="5198" y="2232"/>
                  <a:pt x="5202" y="2228"/>
                </a:cubicBezTo>
                <a:cubicBezTo>
                  <a:pt x="5206" y="2224"/>
                  <a:pt x="5211" y="2221"/>
                  <a:pt x="5217" y="2221"/>
                </a:cubicBezTo>
                <a:lnTo>
                  <a:pt x="5353" y="2221"/>
                </a:lnTo>
                <a:cubicBezTo>
                  <a:pt x="5359" y="2221"/>
                  <a:pt x="5364" y="2224"/>
                  <a:pt x="5368" y="2228"/>
                </a:cubicBezTo>
                <a:cubicBezTo>
                  <a:pt x="5372" y="2232"/>
                  <a:pt x="5374" y="2237"/>
                  <a:pt x="5374" y="2243"/>
                </a:cubicBezTo>
                <a:cubicBezTo>
                  <a:pt x="5374" y="2249"/>
                  <a:pt x="5372" y="2254"/>
                  <a:pt x="5368" y="2258"/>
                </a:cubicBezTo>
                <a:cubicBezTo>
                  <a:pt x="5364" y="2262"/>
                  <a:pt x="5359" y="2264"/>
                  <a:pt x="5353" y="2264"/>
                </a:cubicBezTo>
                <a:moveTo>
                  <a:pt x="5046" y="2264"/>
                </a:moveTo>
                <a:lnTo>
                  <a:pt x="4907" y="2264"/>
                </a:lnTo>
                <a:cubicBezTo>
                  <a:pt x="4902" y="2264"/>
                  <a:pt x="4897" y="2262"/>
                  <a:pt x="4892" y="2258"/>
                </a:cubicBezTo>
                <a:cubicBezTo>
                  <a:pt x="4888" y="2254"/>
                  <a:pt x="4886" y="2249"/>
                  <a:pt x="4886" y="2243"/>
                </a:cubicBezTo>
                <a:cubicBezTo>
                  <a:pt x="4886" y="2237"/>
                  <a:pt x="4888" y="2232"/>
                  <a:pt x="4892" y="2228"/>
                </a:cubicBezTo>
                <a:cubicBezTo>
                  <a:pt x="4897" y="2224"/>
                  <a:pt x="4902" y="2221"/>
                  <a:pt x="4907" y="2221"/>
                </a:cubicBezTo>
                <a:lnTo>
                  <a:pt x="5046" y="2221"/>
                </a:lnTo>
                <a:cubicBezTo>
                  <a:pt x="5051" y="2221"/>
                  <a:pt x="5056" y="2224"/>
                  <a:pt x="5061" y="2228"/>
                </a:cubicBezTo>
                <a:cubicBezTo>
                  <a:pt x="5065" y="2232"/>
                  <a:pt x="5067" y="2237"/>
                  <a:pt x="5067" y="2243"/>
                </a:cubicBezTo>
                <a:cubicBezTo>
                  <a:pt x="5067" y="2249"/>
                  <a:pt x="5065" y="2254"/>
                  <a:pt x="5061" y="2258"/>
                </a:cubicBezTo>
                <a:cubicBezTo>
                  <a:pt x="5056" y="2262"/>
                  <a:pt x="5051" y="2264"/>
                  <a:pt x="5046" y="2264"/>
                </a:cubicBezTo>
                <a:moveTo>
                  <a:pt x="4737" y="2264"/>
                </a:moveTo>
                <a:lnTo>
                  <a:pt x="4602" y="2264"/>
                </a:lnTo>
                <a:cubicBezTo>
                  <a:pt x="4596" y="2264"/>
                  <a:pt x="4591" y="2262"/>
                  <a:pt x="4587" y="2258"/>
                </a:cubicBezTo>
                <a:cubicBezTo>
                  <a:pt x="4583" y="2254"/>
                  <a:pt x="4581" y="2249"/>
                  <a:pt x="4581" y="2243"/>
                </a:cubicBezTo>
                <a:cubicBezTo>
                  <a:pt x="4581" y="2237"/>
                  <a:pt x="4583" y="2232"/>
                  <a:pt x="4587" y="2228"/>
                </a:cubicBezTo>
                <a:cubicBezTo>
                  <a:pt x="4591" y="2224"/>
                  <a:pt x="4596" y="2221"/>
                  <a:pt x="4602" y="2221"/>
                </a:cubicBezTo>
                <a:lnTo>
                  <a:pt x="4737" y="2221"/>
                </a:lnTo>
                <a:cubicBezTo>
                  <a:pt x="4743" y="2221"/>
                  <a:pt x="4748" y="2224"/>
                  <a:pt x="4752" y="2228"/>
                </a:cubicBezTo>
                <a:cubicBezTo>
                  <a:pt x="4757" y="2232"/>
                  <a:pt x="4759" y="2237"/>
                  <a:pt x="4759" y="2243"/>
                </a:cubicBezTo>
                <a:cubicBezTo>
                  <a:pt x="4759" y="2249"/>
                  <a:pt x="4757" y="2254"/>
                  <a:pt x="4752" y="2258"/>
                </a:cubicBezTo>
                <a:cubicBezTo>
                  <a:pt x="4748" y="2262"/>
                  <a:pt x="4743" y="2264"/>
                  <a:pt x="4737" y="2264"/>
                </a:cubicBezTo>
                <a:moveTo>
                  <a:pt x="4431" y="2264"/>
                </a:moveTo>
                <a:lnTo>
                  <a:pt x="4294" y="2264"/>
                </a:lnTo>
                <a:cubicBezTo>
                  <a:pt x="4288" y="2264"/>
                  <a:pt x="4283" y="2262"/>
                  <a:pt x="4279" y="2258"/>
                </a:cubicBezTo>
                <a:cubicBezTo>
                  <a:pt x="4275" y="2254"/>
                  <a:pt x="4273" y="2249"/>
                  <a:pt x="4273" y="2243"/>
                </a:cubicBezTo>
                <a:cubicBezTo>
                  <a:pt x="4273" y="2237"/>
                  <a:pt x="4275" y="2232"/>
                  <a:pt x="4279" y="2228"/>
                </a:cubicBezTo>
                <a:cubicBezTo>
                  <a:pt x="4283" y="2224"/>
                  <a:pt x="4288" y="2221"/>
                  <a:pt x="4294" y="2221"/>
                </a:cubicBezTo>
                <a:lnTo>
                  <a:pt x="4431" y="2221"/>
                </a:lnTo>
                <a:cubicBezTo>
                  <a:pt x="4437" y="2221"/>
                  <a:pt x="4442" y="2224"/>
                  <a:pt x="4447" y="2228"/>
                </a:cubicBezTo>
                <a:cubicBezTo>
                  <a:pt x="4451" y="2232"/>
                  <a:pt x="4453" y="2237"/>
                  <a:pt x="4453" y="2243"/>
                </a:cubicBezTo>
                <a:cubicBezTo>
                  <a:pt x="4453" y="2249"/>
                  <a:pt x="4451" y="2254"/>
                  <a:pt x="4447" y="2258"/>
                </a:cubicBezTo>
                <a:cubicBezTo>
                  <a:pt x="4442" y="2262"/>
                  <a:pt x="4437" y="2264"/>
                  <a:pt x="4431" y="2264"/>
                </a:cubicBezTo>
                <a:moveTo>
                  <a:pt x="4121" y="2264"/>
                </a:moveTo>
                <a:lnTo>
                  <a:pt x="3986" y="2264"/>
                </a:lnTo>
                <a:cubicBezTo>
                  <a:pt x="3980" y="2264"/>
                  <a:pt x="3975" y="2262"/>
                  <a:pt x="3971" y="2258"/>
                </a:cubicBezTo>
                <a:cubicBezTo>
                  <a:pt x="3967" y="2254"/>
                  <a:pt x="3965" y="2249"/>
                  <a:pt x="3965" y="2243"/>
                </a:cubicBezTo>
                <a:cubicBezTo>
                  <a:pt x="3965" y="2237"/>
                  <a:pt x="3967" y="2232"/>
                  <a:pt x="3971" y="2228"/>
                </a:cubicBezTo>
                <a:cubicBezTo>
                  <a:pt x="3975" y="2224"/>
                  <a:pt x="3980" y="2221"/>
                  <a:pt x="3986" y="2221"/>
                </a:cubicBezTo>
                <a:lnTo>
                  <a:pt x="4121" y="2221"/>
                </a:lnTo>
                <a:cubicBezTo>
                  <a:pt x="4127" y="2221"/>
                  <a:pt x="4132" y="2224"/>
                  <a:pt x="4136" y="2228"/>
                </a:cubicBezTo>
                <a:cubicBezTo>
                  <a:pt x="4140" y="2232"/>
                  <a:pt x="4142" y="2237"/>
                  <a:pt x="4142" y="2243"/>
                </a:cubicBezTo>
                <a:cubicBezTo>
                  <a:pt x="4142" y="2249"/>
                  <a:pt x="4140" y="2254"/>
                  <a:pt x="4136" y="2258"/>
                </a:cubicBezTo>
                <a:cubicBezTo>
                  <a:pt x="4132" y="2262"/>
                  <a:pt x="4127" y="2264"/>
                  <a:pt x="4121" y="2264"/>
                </a:cubicBezTo>
                <a:moveTo>
                  <a:pt x="3817" y="2264"/>
                </a:moveTo>
                <a:lnTo>
                  <a:pt x="3680" y="2264"/>
                </a:lnTo>
                <a:cubicBezTo>
                  <a:pt x="3674" y="2264"/>
                  <a:pt x="3669" y="2262"/>
                  <a:pt x="3665" y="2258"/>
                </a:cubicBezTo>
                <a:cubicBezTo>
                  <a:pt x="3661" y="2254"/>
                  <a:pt x="3659" y="2249"/>
                  <a:pt x="3659" y="2243"/>
                </a:cubicBezTo>
                <a:cubicBezTo>
                  <a:pt x="3659" y="2237"/>
                  <a:pt x="3661" y="2232"/>
                  <a:pt x="3665" y="2228"/>
                </a:cubicBezTo>
                <a:cubicBezTo>
                  <a:pt x="3669" y="2224"/>
                  <a:pt x="3674" y="2221"/>
                  <a:pt x="3680" y="2221"/>
                </a:cubicBezTo>
                <a:lnTo>
                  <a:pt x="3817" y="2221"/>
                </a:lnTo>
                <a:cubicBezTo>
                  <a:pt x="3823" y="2221"/>
                  <a:pt x="3828" y="2224"/>
                  <a:pt x="3832" y="2228"/>
                </a:cubicBezTo>
                <a:cubicBezTo>
                  <a:pt x="3836" y="2232"/>
                  <a:pt x="3838" y="2237"/>
                  <a:pt x="3838" y="2243"/>
                </a:cubicBezTo>
                <a:cubicBezTo>
                  <a:pt x="3838" y="2249"/>
                  <a:pt x="3836" y="2254"/>
                  <a:pt x="3832" y="2258"/>
                </a:cubicBezTo>
                <a:cubicBezTo>
                  <a:pt x="3828" y="2262"/>
                  <a:pt x="3823" y="2264"/>
                  <a:pt x="3817" y="2264"/>
                </a:cubicBezTo>
                <a:moveTo>
                  <a:pt x="3508" y="2264"/>
                </a:moveTo>
                <a:lnTo>
                  <a:pt x="3370" y="2264"/>
                </a:lnTo>
                <a:cubicBezTo>
                  <a:pt x="3364" y="2264"/>
                  <a:pt x="3359" y="2262"/>
                  <a:pt x="3355" y="2258"/>
                </a:cubicBezTo>
                <a:cubicBezTo>
                  <a:pt x="3351" y="2254"/>
                  <a:pt x="3348" y="2249"/>
                  <a:pt x="3348" y="2243"/>
                </a:cubicBezTo>
                <a:cubicBezTo>
                  <a:pt x="3348" y="2237"/>
                  <a:pt x="3351" y="2232"/>
                  <a:pt x="3355" y="2228"/>
                </a:cubicBezTo>
                <a:cubicBezTo>
                  <a:pt x="3359" y="2224"/>
                  <a:pt x="3364" y="2221"/>
                  <a:pt x="3370" y="2221"/>
                </a:cubicBezTo>
                <a:lnTo>
                  <a:pt x="3508" y="2221"/>
                </a:lnTo>
                <a:cubicBezTo>
                  <a:pt x="3514" y="2221"/>
                  <a:pt x="3519" y="2224"/>
                  <a:pt x="3523" y="2228"/>
                </a:cubicBezTo>
                <a:cubicBezTo>
                  <a:pt x="3528" y="2232"/>
                  <a:pt x="3530" y="2237"/>
                  <a:pt x="3530" y="2243"/>
                </a:cubicBezTo>
                <a:cubicBezTo>
                  <a:pt x="3530" y="2249"/>
                  <a:pt x="3528" y="2254"/>
                  <a:pt x="3523" y="2258"/>
                </a:cubicBezTo>
                <a:cubicBezTo>
                  <a:pt x="3519" y="2262"/>
                  <a:pt x="3514" y="2264"/>
                  <a:pt x="3508" y="2264"/>
                </a:cubicBezTo>
                <a:moveTo>
                  <a:pt x="3201" y="2264"/>
                </a:moveTo>
                <a:lnTo>
                  <a:pt x="3065" y="2264"/>
                </a:lnTo>
                <a:cubicBezTo>
                  <a:pt x="3059" y="2264"/>
                  <a:pt x="3054" y="2262"/>
                  <a:pt x="3050" y="2258"/>
                </a:cubicBezTo>
                <a:cubicBezTo>
                  <a:pt x="3046" y="2254"/>
                  <a:pt x="3044" y="2249"/>
                  <a:pt x="3044" y="2243"/>
                </a:cubicBezTo>
                <a:cubicBezTo>
                  <a:pt x="3044" y="2237"/>
                  <a:pt x="3046" y="2232"/>
                  <a:pt x="3050" y="2228"/>
                </a:cubicBezTo>
                <a:cubicBezTo>
                  <a:pt x="3054" y="2224"/>
                  <a:pt x="3059" y="2221"/>
                  <a:pt x="3065" y="2221"/>
                </a:cubicBezTo>
                <a:lnTo>
                  <a:pt x="3201" y="2221"/>
                </a:lnTo>
                <a:cubicBezTo>
                  <a:pt x="3207" y="2221"/>
                  <a:pt x="3212" y="2224"/>
                  <a:pt x="3216" y="2228"/>
                </a:cubicBezTo>
                <a:cubicBezTo>
                  <a:pt x="3220" y="2232"/>
                  <a:pt x="3222" y="2237"/>
                  <a:pt x="3222" y="2243"/>
                </a:cubicBezTo>
                <a:cubicBezTo>
                  <a:pt x="3222" y="2249"/>
                  <a:pt x="3220" y="2254"/>
                  <a:pt x="3216" y="2258"/>
                </a:cubicBezTo>
                <a:cubicBezTo>
                  <a:pt x="3212" y="2262"/>
                  <a:pt x="3207" y="2264"/>
                  <a:pt x="3201" y="2264"/>
                </a:cubicBezTo>
                <a:moveTo>
                  <a:pt x="2895" y="2264"/>
                </a:moveTo>
                <a:lnTo>
                  <a:pt x="2757" y="2264"/>
                </a:lnTo>
                <a:cubicBezTo>
                  <a:pt x="2751" y="2264"/>
                  <a:pt x="2746" y="2262"/>
                  <a:pt x="2742" y="2258"/>
                </a:cubicBezTo>
                <a:cubicBezTo>
                  <a:pt x="2738" y="2254"/>
                  <a:pt x="2736" y="2249"/>
                  <a:pt x="2736" y="2243"/>
                </a:cubicBezTo>
                <a:cubicBezTo>
                  <a:pt x="2736" y="2237"/>
                  <a:pt x="2738" y="2232"/>
                  <a:pt x="2742" y="2228"/>
                </a:cubicBezTo>
                <a:cubicBezTo>
                  <a:pt x="2746" y="2224"/>
                  <a:pt x="2751" y="2221"/>
                  <a:pt x="2757" y="2221"/>
                </a:cubicBezTo>
                <a:lnTo>
                  <a:pt x="2895" y="2221"/>
                </a:lnTo>
                <a:cubicBezTo>
                  <a:pt x="2901" y="2221"/>
                  <a:pt x="2906" y="2224"/>
                  <a:pt x="2910" y="2228"/>
                </a:cubicBezTo>
                <a:cubicBezTo>
                  <a:pt x="2914" y="2232"/>
                  <a:pt x="2916" y="2237"/>
                  <a:pt x="2916" y="2243"/>
                </a:cubicBezTo>
                <a:cubicBezTo>
                  <a:pt x="2916" y="2249"/>
                  <a:pt x="2914" y="2254"/>
                  <a:pt x="2910" y="2258"/>
                </a:cubicBezTo>
                <a:cubicBezTo>
                  <a:pt x="2906" y="2262"/>
                  <a:pt x="2901" y="2264"/>
                  <a:pt x="2895" y="2264"/>
                </a:cubicBezTo>
                <a:moveTo>
                  <a:pt x="2584" y="2264"/>
                </a:moveTo>
                <a:lnTo>
                  <a:pt x="2449" y="2264"/>
                </a:lnTo>
                <a:cubicBezTo>
                  <a:pt x="2443" y="2264"/>
                  <a:pt x="2438" y="2262"/>
                  <a:pt x="2434" y="2258"/>
                </a:cubicBezTo>
                <a:cubicBezTo>
                  <a:pt x="2430" y="2254"/>
                  <a:pt x="2428" y="2249"/>
                  <a:pt x="2428" y="2243"/>
                </a:cubicBezTo>
                <a:cubicBezTo>
                  <a:pt x="2428" y="2237"/>
                  <a:pt x="2430" y="2232"/>
                  <a:pt x="2434" y="2228"/>
                </a:cubicBezTo>
                <a:cubicBezTo>
                  <a:pt x="2438" y="2224"/>
                  <a:pt x="2443" y="2221"/>
                  <a:pt x="2449" y="2221"/>
                </a:cubicBezTo>
                <a:lnTo>
                  <a:pt x="2584" y="2221"/>
                </a:lnTo>
                <a:cubicBezTo>
                  <a:pt x="2590" y="2221"/>
                  <a:pt x="2595" y="2224"/>
                  <a:pt x="2599" y="2228"/>
                </a:cubicBezTo>
                <a:cubicBezTo>
                  <a:pt x="2604" y="2232"/>
                  <a:pt x="2606" y="2237"/>
                  <a:pt x="2606" y="2243"/>
                </a:cubicBezTo>
                <a:cubicBezTo>
                  <a:pt x="2606" y="2249"/>
                  <a:pt x="2604" y="2254"/>
                  <a:pt x="2599" y="2258"/>
                </a:cubicBezTo>
                <a:cubicBezTo>
                  <a:pt x="2595" y="2262"/>
                  <a:pt x="2590" y="2264"/>
                  <a:pt x="2584" y="2264"/>
                </a:cubicBezTo>
                <a:moveTo>
                  <a:pt x="2279" y="2264"/>
                </a:moveTo>
                <a:lnTo>
                  <a:pt x="2142" y="2264"/>
                </a:lnTo>
                <a:cubicBezTo>
                  <a:pt x="2137" y="2264"/>
                  <a:pt x="2132" y="2262"/>
                  <a:pt x="2127" y="2258"/>
                </a:cubicBezTo>
                <a:cubicBezTo>
                  <a:pt x="2123" y="2254"/>
                  <a:pt x="2121" y="2249"/>
                  <a:pt x="2121" y="2243"/>
                </a:cubicBezTo>
                <a:cubicBezTo>
                  <a:pt x="2121" y="2237"/>
                  <a:pt x="2123" y="2232"/>
                  <a:pt x="2127" y="2228"/>
                </a:cubicBezTo>
                <a:cubicBezTo>
                  <a:pt x="2132" y="2224"/>
                  <a:pt x="2137" y="2221"/>
                  <a:pt x="2142" y="2221"/>
                </a:cubicBezTo>
                <a:lnTo>
                  <a:pt x="2279" y="2221"/>
                </a:lnTo>
                <a:cubicBezTo>
                  <a:pt x="2285" y="2221"/>
                  <a:pt x="2290" y="2224"/>
                  <a:pt x="2294" y="2228"/>
                </a:cubicBezTo>
                <a:cubicBezTo>
                  <a:pt x="2298" y="2232"/>
                  <a:pt x="2300" y="2237"/>
                  <a:pt x="2300" y="2243"/>
                </a:cubicBezTo>
                <a:cubicBezTo>
                  <a:pt x="2300" y="2249"/>
                  <a:pt x="2298" y="2254"/>
                  <a:pt x="2294" y="2258"/>
                </a:cubicBezTo>
                <a:cubicBezTo>
                  <a:pt x="2290" y="2262"/>
                  <a:pt x="2285" y="2264"/>
                  <a:pt x="2279" y="2264"/>
                </a:cubicBezTo>
                <a:moveTo>
                  <a:pt x="1971" y="2264"/>
                </a:moveTo>
                <a:lnTo>
                  <a:pt x="1833" y="2264"/>
                </a:lnTo>
                <a:cubicBezTo>
                  <a:pt x="1827" y="2264"/>
                  <a:pt x="1822" y="2262"/>
                  <a:pt x="1818" y="2258"/>
                </a:cubicBezTo>
                <a:cubicBezTo>
                  <a:pt x="1814" y="2254"/>
                  <a:pt x="1812" y="2249"/>
                  <a:pt x="1812" y="2243"/>
                </a:cubicBezTo>
                <a:cubicBezTo>
                  <a:pt x="1812" y="2237"/>
                  <a:pt x="1814" y="2232"/>
                  <a:pt x="1818" y="2228"/>
                </a:cubicBezTo>
                <a:cubicBezTo>
                  <a:pt x="1822" y="2224"/>
                  <a:pt x="1827" y="2221"/>
                  <a:pt x="1833" y="2221"/>
                </a:cubicBezTo>
                <a:lnTo>
                  <a:pt x="1971" y="2221"/>
                </a:lnTo>
                <a:cubicBezTo>
                  <a:pt x="1977" y="2221"/>
                  <a:pt x="1982" y="2224"/>
                  <a:pt x="1986" y="2228"/>
                </a:cubicBezTo>
                <a:cubicBezTo>
                  <a:pt x="1990" y="2232"/>
                  <a:pt x="1992" y="2237"/>
                  <a:pt x="1992" y="2243"/>
                </a:cubicBezTo>
                <a:cubicBezTo>
                  <a:pt x="1992" y="2249"/>
                  <a:pt x="1990" y="2254"/>
                  <a:pt x="1986" y="2258"/>
                </a:cubicBezTo>
                <a:cubicBezTo>
                  <a:pt x="1982" y="2262"/>
                  <a:pt x="1977" y="2264"/>
                  <a:pt x="1971" y="2264"/>
                </a:cubicBezTo>
                <a:moveTo>
                  <a:pt x="1662" y="2264"/>
                </a:moveTo>
                <a:lnTo>
                  <a:pt x="1527" y="2264"/>
                </a:lnTo>
                <a:cubicBezTo>
                  <a:pt x="1521" y="2264"/>
                  <a:pt x="1516" y="2262"/>
                  <a:pt x="1512" y="2258"/>
                </a:cubicBezTo>
                <a:cubicBezTo>
                  <a:pt x="1508" y="2254"/>
                  <a:pt x="1506" y="2249"/>
                  <a:pt x="1506" y="2243"/>
                </a:cubicBezTo>
                <a:cubicBezTo>
                  <a:pt x="1506" y="2237"/>
                  <a:pt x="1508" y="2232"/>
                  <a:pt x="1512" y="2228"/>
                </a:cubicBezTo>
                <a:cubicBezTo>
                  <a:pt x="1516" y="2224"/>
                  <a:pt x="1521" y="2221"/>
                  <a:pt x="1527" y="2221"/>
                </a:cubicBezTo>
                <a:lnTo>
                  <a:pt x="1662" y="2221"/>
                </a:lnTo>
                <a:cubicBezTo>
                  <a:pt x="1668" y="2221"/>
                  <a:pt x="1673" y="2224"/>
                  <a:pt x="1677" y="2228"/>
                </a:cubicBezTo>
                <a:cubicBezTo>
                  <a:pt x="1681" y="2232"/>
                  <a:pt x="1683" y="2237"/>
                  <a:pt x="1683" y="2243"/>
                </a:cubicBezTo>
                <a:cubicBezTo>
                  <a:pt x="1683" y="2249"/>
                  <a:pt x="1681" y="2254"/>
                  <a:pt x="1677" y="2258"/>
                </a:cubicBezTo>
                <a:cubicBezTo>
                  <a:pt x="1673" y="2262"/>
                  <a:pt x="1668" y="2264"/>
                  <a:pt x="1662" y="2264"/>
                </a:cubicBezTo>
                <a:moveTo>
                  <a:pt x="1357" y="2264"/>
                </a:moveTo>
                <a:lnTo>
                  <a:pt x="1220" y="2264"/>
                </a:lnTo>
                <a:cubicBezTo>
                  <a:pt x="1214" y="2264"/>
                  <a:pt x="1209" y="2262"/>
                  <a:pt x="1205" y="2258"/>
                </a:cubicBezTo>
                <a:cubicBezTo>
                  <a:pt x="1201" y="2254"/>
                  <a:pt x="1199" y="2249"/>
                  <a:pt x="1199" y="2243"/>
                </a:cubicBezTo>
                <a:cubicBezTo>
                  <a:pt x="1199" y="2237"/>
                  <a:pt x="1201" y="2232"/>
                  <a:pt x="1205" y="2228"/>
                </a:cubicBezTo>
                <a:cubicBezTo>
                  <a:pt x="1209" y="2224"/>
                  <a:pt x="1214" y="2221"/>
                  <a:pt x="1220" y="2221"/>
                </a:cubicBezTo>
                <a:lnTo>
                  <a:pt x="1357" y="2221"/>
                </a:lnTo>
                <a:cubicBezTo>
                  <a:pt x="1363" y="2221"/>
                  <a:pt x="1368" y="2224"/>
                  <a:pt x="1372" y="2228"/>
                </a:cubicBezTo>
                <a:cubicBezTo>
                  <a:pt x="1376" y="2232"/>
                  <a:pt x="1378" y="2237"/>
                  <a:pt x="1378" y="2243"/>
                </a:cubicBezTo>
                <a:cubicBezTo>
                  <a:pt x="1378" y="2249"/>
                  <a:pt x="1376" y="2254"/>
                  <a:pt x="1372" y="2258"/>
                </a:cubicBezTo>
                <a:cubicBezTo>
                  <a:pt x="1368" y="2262"/>
                  <a:pt x="1363" y="2264"/>
                  <a:pt x="1357" y="2264"/>
                </a:cubicBezTo>
                <a:moveTo>
                  <a:pt x="1048" y="2264"/>
                </a:moveTo>
                <a:lnTo>
                  <a:pt x="909" y="2264"/>
                </a:lnTo>
                <a:cubicBezTo>
                  <a:pt x="904" y="2264"/>
                  <a:pt x="899" y="2262"/>
                  <a:pt x="894" y="2258"/>
                </a:cubicBezTo>
                <a:cubicBezTo>
                  <a:pt x="890" y="2254"/>
                  <a:pt x="888" y="2249"/>
                  <a:pt x="888" y="2243"/>
                </a:cubicBezTo>
                <a:cubicBezTo>
                  <a:pt x="888" y="2237"/>
                  <a:pt x="890" y="2232"/>
                  <a:pt x="894" y="2228"/>
                </a:cubicBezTo>
                <a:cubicBezTo>
                  <a:pt x="899" y="2224"/>
                  <a:pt x="904" y="2221"/>
                  <a:pt x="909" y="2221"/>
                </a:cubicBezTo>
                <a:lnTo>
                  <a:pt x="1048" y="2221"/>
                </a:lnTo>
                <a:cubicBezTo>
                  <a:pt x="1054" y="2221"/>
                  <a:pt x="1059" y="2224"/>
                  <a:pt x="1063" y="2228"/>
                </a:cubicBezTo>
                <a:cubicBezTo>
                  <a:pt x="1067" y="2232"/>
                  <a:pt x="1069" y="2237"/>
                  <a:pt x="1069" y="2243"/>
                </a:cubicBezTo>
                <a:cubicBezTo>
                  <a:pt x="1069" y="2249"/>
                  <a:pt x="1067" y="2254"/>
                  <a:pt x="1063" y="2258"/>
                </a:cubicBezTo>
                <a:cubicBezTo>
                  <a:pt x="1059" y="2262"/>
                  <a:pt x="1054" y="2264"/>
                  <a:pt x="1048" y="2264"/>
                </a:cubicBezTo>
                <a:moveTo>
                  <a:pt x="741" y="2264"/>
                </a:moveTo>
                <a:lnTo>
                  <a:pt x="605" y="2264"/>
                </a:lnTo>
                <a:cubicBezTo>
                  <a:pt x="599" y="2264"/>
                  <a:pt x="594" y="2262"/>
                  <a:pt x="590" y="2258"/>
                </a:cubicBezTo>
                <a:cubicBezTo>
                  <a:pt x="586" y="2254"/>
                  <a:pt x="584" y="2249"/>
                  <a:pt x="584" y="2243"/>
                </a:cubicBezTo>
                <a:cubicBezTo>
                  <a:pt x="584" y="2237"/>
                  <a:pt x="586" y="2232"/>
                  <a:pt x="590" y="2228"/>
                </a:cubicBezTo>
                <a:cubicBezTo>
                  <a:pt x="594" y="2224"/>
                  <a:pt x="599" y="2221"/>
                  <a:pt x="605" y="2221"/>
                </a:cubicBezTo>
                <a:lnTo>
                  <a:pt x="741" y="2221"/>
                </a:lnTo>
                <a:cubicBezTo>
                  <a:pt x="747" y="2221"/>
                  <a:pt x="752" y="2224"/>
                  <a:pt x="756" y="2228"/>
                </a:cubicBezTo>
                <a:cubicBezTo>
                  <a:pt x="760" y="2232"/>
                  <a:pt x="762" y="2237"/>
                  <a:pt x="762" y="2243"/>
                </a:cubicBezTo>
                <a:cubicBezTo>
                  <a:pt x="762" y="2249"/>
                  <a:pt x="760" y="2254"/>
                  <a:pt x="756" y="2258"/>
                </a:cubicBezTo>
                <a:cubicBezTo>
                  <a:pt x="752" y="2262"/>
                  <a:pt x="747" y="2264"/>
                  <a:pt x="741" y="2264"/>
                </a:cubicBezTo>
                <a:moveTo>
                  <a:pt x="435" y="2264"/>
                </a:moveTo>
                <a:lnTo>
                  <a:pt x="298" y="2264"/>
                </a:lnTo>
                <a:cubicBezTo>
                  <a:pt x="292" y="2264"/>
                  <a:pt x="287" y="2262"/>
                  <a:pt x="283" y="2258"/>
                </a:cubicBezTo>
                <a:cubicBezTo>
                  <a:pt x="279" y="2254"/>
                  <a:pt x="276" y="2249"/>
                  <a:pt x="276" y="2243"/>
                </a:cubicBezTo>
                <a:cubicBezTo>
                  <a:pt x="276" y="2237"/>
                  <a:pt x="279" y="2232"/>
                  <a:pt x="283" y="2228"/>
                </a:cubicBezTo>
                <a:cubicBezTo>
                  <a:pt x="287" y="2224"/>
                  <a:pt x="292" y="2221"/>
                  <a:pt x="298" y="2221"/>
                </a:cubicBezTo>
                <a:lnTo>
                  <a:pt x="435" y="2221"/>
                </a:lnTo>
                <a:cubicBezTo>
                  <a:pt x="441" y="2221"/>
                  <a:pt x="446" y="2224"/>
                  <a:pt x="450" y="2228"/>
                </a:cubicBezTo>
                <a:cubicBezTo>
                  <a:pt x="454" y="2232"/>
                  <a:pt x="456" y="2237"/>
                  <a:pt x="456" y="2243"/>
                </a:cubicBezTo>
                <a:cubicBezTo>
                  <a:pt x="456" y="2249"/>
                  <a:pt x="454" y="2254"/>
                  <a:pt x="450" y="2258"/>
                </a:cubicBezTo>
                <a:cubicBezTo>
                  <a:pt x="446" y="2262"/>
                  <a:pt x="441" y="2264"/>
                  <a:pt x="435" y="2264"/>
                </a:cubicBezTo>
                <a:moveTo>
                  <a:pt x="125" y="2264"/>
                </a:moveTo>
                <a:lnTo>
                  <a:pt x="21" y="2264"/>
                </a:lnTo>
                <a:cubicBezTo>
                  <a:pt x="15" y="2264"/>
                  <a:pt x="10" y="2262"/>
                  <a:pt x="6" y="2258"/>
                </a:cubicBezTo>
                <a:cubicBezTo>
                  <a:pt x="2" y="2254"/>
                  <a:pt x="0" y="2249"/>
                  <a:pt x="0" y="2243"/>
                </a:cubicBezTo>
                <a:lnTo>
                  <a:pt x="0" y="2229"/>
                </a:lnTo>
                <a:lnTo>
                  <a:pt x="0" y="2106"/>
                </a:lnTo>
                <a:cubicBezTo>
                  <a:pt x="0" y="2100"/>
                  <a:pt x="2" y="2095"/>
                  <a:pt x="6" y="2091"/>
                </a:cubicBezTo>
                <a:cubicBezTo>
                  <a:pt x="10" y="2087"/>
                  <a:pt x="15" y="2084"/>
                  <a:pt x="21" y="2084"/>
                </a:cubicBezTo>
                <a:cubicBezTo>
                  <a:pt x="27" y="2084"/>
                  <a:pt x="32" y="2087"/>
                  <a:pt x="36" y="2091"/>
                </a:cubicBezTo>
                <a:cubicBezTo>
                  <a:pt x="41" y="2095"/>
                  <a:pt x="43" y="2100"/>
                  <a:pt x="43" y="2106"/>
                </a:cubicBezTo>
                <a:lnTo>
                  <a:pt x="43" y="2221"/>
                </a:lnTo>
                <a:lnTo>
                  <a:pt x="125" y="2221"/>
                </a:lnTo>
                <a:cubicBezTo>
                  <a:pt x="131" y="2221"/>
                  <a:pt x="136" y="2224"/>
                  <a:pt x="140" y="2228"/>
                </a:cubicBezTo>
                <a:cubicBezTo>
                  <a:pt x="145" y="2232"/>
                  <a:pt x="147" y="2237"/>
                  <a:pt x="147" y="2243"/>
                </a:cubicBezTo>
                <a:cubicBezTo>
                  <a:pt x="147" y="2249"/>
                  <a:pt x="145" y="2254"/>
                  <a:pt x="140" y="2258"/>
                </a:cubicBezTo>
                <a:cubicBezTo>
                  <a:pt x="136" y="2262"/>
                  <a:pt x="131" y="2264"/>
                  <a:pt x="125" y="2264"/>
                </a:cubicBezTo>
                <a:moveTo>
                  <a:pt x="0" y="1935"/>
                </a:moveTo>
                <a:lnTo>
                  <a:pt x="0" y="1798"/>
                </a:lnTo>
                <a:cubicBezTo>
                  <a:pt x="0" y="1792"/>
                  <a:pt x="2" y="1787"/>
                  <a:pt x="6" y="1783"/>
                </a:cubicBezTo>
                <a:cubicBezTo>
                  <a:pt x="10" y="1779"/>
                  <a:pt x="15" y="1776"/>
                  <a:pt x="21" y="1776"/>
                </a:cubicBezTo>
                <a:cubicBezTo>
                  <a:pt x="27" y="1776"/>
                  <a:pt x="32" y="1779"/>
                  <a:pt x="36" y="1783"/>
                </a:cubicBezTo>
                <a:cubicBezTo>
                  <a:pt x="41" y="1787"/>
                  <a:pt x="43" y="1792"/>
                  <a:pt x="43" y="1798"/>
                </a:cubicBezTo>
                <a:lnTo>
                  <a:pt x="43" y="1935"/>
                </a:lnTo>
                <a:cubicBezTo>
                  <a:pt x="43" y="1941"/>
                  <a:pt x="41" y="1946"/>
                  <a:pt x="36" y="1950"/>
                </a:cubicBezTo>
                <a:cubicBezTo>
                  <a:pt x="32" y="1954"/>
                  <a:pt x="27" y="1956"/>
                  <a:pt x="21" y="1956"/>
                </a:cubicBezTo>
                <a:cubicBezTo>
                  <a:pt x="15" y="1956"/>
                  <a:pt x="10" y="1954"/>
                  <a:pt x="6" y="1950"/>
                </a:cubicBezTo>
                <a:cubicBezTo>
                  <a:pt x="2" y="1946"/>
                  <a:pt x="0" y="1941"/>
                  <a:pt x="0" y="1935"/>
                </a:cubicBezTo>
                <a:moveTo>
                  <a:pt x="0" y="1627"/>
                </a:moveTo>
                <a:lnTo>
                  <a:pt x="0" y="1490"/>
                </a:lnTo>
                <a:cubicBezTo>
                  <a:pt x="0" y="1484"/>
                  <a:pt x="2" y="1479"/>
                  <a:pt x="6" y="1475"/>
                </a:cubicBezTo>
                <a:cubicBezTo>
                  <a:pt x="10" y="1471"/>
                  <a:pt x="15" y="1469"/>
                  <a:pt x="21" y="1469"/>
                </a:cubicBezTo>
                <a:cubicBezTo>
                  <a:pt x="27" y="1469"/>
                  <a:pt x="32" y="1471"/>
                  <a:pt x="36" y="1475"/>
                </a:cubicBezTo>
                <a:cubicBezTo>
                  <a:pt x="41" y="1479"/>
                  <a:pt x="43" y="1484"/>
                  <a:pt x="43" y="1490"/>
                </a:cubicBezTo>
                <a:lnTo>
                  <a:pt x="43" y="1627"/>
                </a:lnTo>
                <a:cubicBezTo>
                  <a:pt x="43" y="1633"/>
                  <a:pt x="41" y="1638"/>
                  <a:pt x="36" y="1642"/>
                </a:cubicBezTo>
                <a:cubicBezTo>
                  <a:pt x="32" y="1646"/>
                  <a:pt x="27" y="1648"/>
                  <a:pt x="21" y="1648"/>
                </a:cubicBezTo>
                <a:cubicBezTo>
                  <a:pt x="15" y="1648"/>
                  <a:pt x="10" y="1646"/>
                  <a:pt x="6" y="1642"/>
                </a:cubicBezTo>
                <a:cubicBezTo>
                  <a:pt x="2" y="1638"/>
                  <a:pt x="0" y="1633"/>
                  <a:pt x="0" y="1627"/>
                </a:cubicBezTo>
                <a:moveTo>
                  <a:pt x="0" y="1320"/>
                </a:moveTo>
                <a:lnTo>
                  <a:pt x="0" y="1183"/>
                </a:lnTo>
                <a:cubicBezTo>
                  <a:pt x="0" y="1177"/>
                  <a:pt x="2" y="1172"/>
                  <a:pt x="6" y="1168"/>
                </a:cubicBezTo>
                <a:cubicBezTo>
                  <a:pt x="10" y="1163"/>
                  <a:pt x="15" y="1161"/>
                  <a:pt x="21" y="1161"/>
                </a:cubicBezTo>
                <a:cubicBezTo>
                  <a:pt x="27" y="1161"/>
                  <a:pt x="32" y="1163"/>
                  <a:pt x="36" y="1168"/>
                </a:cubicBezTo>
                <a:cubicBezTo>
                  <a:pt x="41" y="1172"/>
                  <a:pt x="43" y="1177"/>
                  <a:pt x="43" y="1183"/>
                </a:cubicBezTo>
                <a:lnTo>
                  <a:pt x="43" y="1320"/>
                </a:lnTo>
                <a:cubicBezTo>
                  <a:pt x="43" y="1326"/>
                  <a:pt x="41" y="1331"/>
                  <a:pt x="36" y="1335"/>
                </a:cubicBezTo>
                <a:cubicBezTo>
                  <a:pt x="32" y="1339"/>
                  <a:pt x="27" y="1341"/>
                  <a:pt x="21" y="1341"/>
                </a:cubicBezTo>
                <a:cubicBezTo>
                  <a:pt x="15" y="1341"/>
                  <a:pt x="10" y="1339"/>
                  <a:pt x="6" y="1335"/>
                </a:cubicBezTo>
                <a:cubicBezTo>
                  <a:pt x="2" y="1331"/>
                  <a:pt x="0" y="1326"/>
                  <a:pt x="0" y="1320"/>
                </a:cubicBezTo>
                <a:moveTo>
                  <a:pt x="0" y="1011"/>
                </a:moveTo>
                <a:lnTo>
                  <a:pt x="0" y="873"/>
                </a:lnTo>
                <a:cubicBezTo>
                  <a:pt x="0" y="868"/>
                  <a:pt x="2" y="863"/>
                  <a:pt x="6" y="858"/>
                </a:cubicBezTo>
                <a:cubicBezTo>
                  <a:pt x="10" y="854"/>
                  <a:pt x="15" y="852"/>
                  <a:pt x="21" y="852"/>
                </a:cubicBezTo>
                <a:cubicBezTo>
                  <a:pt x="27" y="852"/>
                  <a:pt x="32" y="854"/>
                  <a:pt x="36" y="858"/>
                </a:cubicBezTo>
                <a:cubicBezTo>
                  <a:pt x="41" y="863"/>
                  <a:pt x="43" y="868"/>
                  <a:pt x="43" y="873"/>
                </a:cubicBezTo>
                <a:lnTo>
                  <a:pt x="43" y="1011"/>
                </a:lnTo>
                <a:cubicBezTo>
                  <a:pt x="43" y="1017"/>
                  <a:pt x="41" y="1022"/>
                  <a:pt x="36" y="1026"/>
                </a:cubicBezTo>
                <a:cubicBezTo>
                  <a:pt x="32" y="1030"/>
                  <a:pt x="27" y="1032"/>
                  <a:pt x="21" y="1032"/>
                </a:cubicBezTo>
                <a:cubicBezTo>
                  <a:pt x="15" y="1032"/>
                  <a:pt x="10" y="1030"/>
                  <a:pt x="6" y="1026"/>
                </a:cubicBezTo>
                <a:cubicBezTo>
                  <a:pt x="2" y="1022"/>
                  <a:pt x="0" y="1017"/>
                  <a:pt x="0" y="1011"/>
                </a:cubicBezTo>
                <a:moveTo>
                  <a:pt x="0" y="702"/>
                </a:moveTo>
                <a:lnTo>
                  <a:pt x="0" y="565"/>
                </a:lnTo>
                <a:cubicBezTo>
                  <a:pt x="0" y="559"/>
                  <a:pt x="2" y="554"/>
                  <a:pt x="6" y="550"/>
                </a:cubicBezTo>
                <a:cubicBezTo>
                  <a:pt x="10" y="546"/>
                  <a:pt x="15" y="544"/>
                  <a:pt x="21" y="544"/>
                </a:cubicBezTo>
                <a:cubicBezTo>
                  <a:pt x="27" y="544"/>
                  <a:pt x="32" y="546"/>
                  <a:pt x="36" y="550"/>
                </a:cubicBezTo>
                <a:cubicBezTo>
                  <a:pt x="41" y="554"/>
                  <a:pt x="43" y="559"/>
                  <a:pt x="43" y="565"/>
                </a:cubicBezTo>
                <a:lnTo>
                  <a:pt x="43" y="702"/>
                </a:lnTo>
                <a:cubicBezTo>
                  <a:pt x="43" y="708"/>
                  <a:pt x="41" y="713"/>
                  <a:pt x="36" y="717"/>
                </a:cubicBezTo>
                <a:cubicBezTo>
                  <a:pt x="32" y="721"/>
                  <a:pt x="27" y="723"/>
                  <a:pt x="21" y="723"/>
                </a:cubicBezTo>
                <a:cubicBezTo>
                  <a:pt x="15" y="723"/>
                  <a:pt x="10" y="721"/>
                  <a:pt x="6" y="717"/>
                </a:cubicBezTo>
                <a:cubicBezTo>
                  <a:pt x="2" y="713"/>
                  <a:pt x="0" y="708"/>
                  <a:pt x="0" y="702"/>
                </a:cubicBezTo>
                <a:moveTo>
                  <a:pt x="0" y="394"/>
                </a:moveTo>
                <a:lnTo>
                  <a:pt x="0" y="258"/>
                </a:lnTo>
                <a:cubicBezTo>
                  <a:pt x="0" y="253"/>
                  <a:pt x="2" y="248"/>
                  <a:pt x="6" y="243"/>
                </a:cubicBezTo>
                <a:cubicBezTo>
                  <a:pt x="10" y="239"/>
                  <a:pt x="15" y="237"/>
                  <a:pt x="21" y="237"/>
                </a:cubicBezTo>
                <a:cubicBezTo>
                  <a:pt x="27" y="237"/>
                  <a:pt x="32" y="239"/>
                  <a:pt x="36" y="243"/>
                </a:cubicBezTo>
                <a:cubicBezTo>
                  <a:pt x="41" y="248"/>
                  <a:pt x="43" y="253"/>
                  <a:pt x="43" y="258"/>
                </a:cubicBezTo>
                <a:lnTo>
                  <a:pt x="43" y="394"/>
                </a:lnTo>
                <a:cubicBezTo>
                  <a:pt x="43" y="400"/>
                  <a:pt x="41" y="405"/>
                  <a:pt x="36" y="409"/>
                </a:cubicBezTo>
                <a:cubicBezTo>
                  <a:pt x="32" y="414"/>
                  <a:pt x="27" y="416"/>
                  <a:pt x="21" y="416"/>
                </a:cubicBezTo>
                <a:cubicBezTo>
                  <a:pt x="15" y="416"/>
                  <a:pt x="10" y="414"/>
                  <a:pt x="6" y="409"/>
                </a:cubicBezTo>
                <a:cubicBezTo>
                  <a:pt x="2" y="405"/>
                  <a:pt x="0" y="400"/>
                  <a:pt x="0" y="394"/>
                </a:cubicBezTo>
                <a:close/>
              </a:path>
            </a:pathLst>
          </a:custGeom>
          <a:solidFill>
            <a:srgbClr val="9C36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9661680" y="719640"/>
            <a:ext cx="195660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 output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781560" y="2915640"/>
            <a:ext cx="1226160" cy="495000"/>
          </a:xfrm>
          <a:custGeom>
            <a:avLst/>
            <a:gdLst/>
            <a:ahLst/>
            <a:rect l="0" t="0" r="r" b="b"/>
            <a:pathLst>
              <a:path w="3406" h="1375">
                <a:moveTo>
                  <a:pt x="0" y="0"/>
                </a:moveTo>
                <a:lnTo>
                  <a:pt x="3392" y="27"/>
                </a:lnTo>
                <a:lnTo>
                  <a:pt x="3406" y="1355"/>
                </a:lnTo>
                <a:lnTo>
                  <a:pt x="36" y="1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778680" y="2911320"/>
            <a:ext cx="1239120" cy="509400"/>
          </a:xfrm>
          <a:custGeom>
            <a:avLst/>
            <a:gdLst/>
            <a:ahLst/>
            <a:rect l="0" t="0" r="r" b="b"/>
            <a:pathLst>
              <a:path fill="none" w="3442" h="1415">
                <a:moveTo>
                  <a:pt x="37" y="46"/>
                </a:moveTo>
                <a:cubicBezTo>
                  <a:pt x="709" y="3"/>
                  <a:pt x="1377" y="9"/>
                  <a:pt x="3413" y="11"/>
                </a:cubicBezTo>
                <a:moveTo>
                  <a:pt x="21" y="18"/>
                </a:moveTo>
                <a:cubicBezTo>
                  <a:pt x="1001" y="-1"/>
                  <a:pt x="1954" y="-5"/>
                  <a:pt x="3442" y="18"/>
                </a:cubicBezTo>
                <a:moveTo>
                  <a:pt x="3434" y="0"/>
                </a:moveTo>
                <a:cubicBezTo>
                  <a:pt x="3392" y="368"/>
                  <a:pt x="3439" y="746"/>
                  <a:pt x="3424" y="1359"/>
                </a:cubicBezTo>
                <a:moveTo>
                  <a:pt x="3435" y="14"/>
                </a:moveTo>
                <a:cubicBezTo>
                  <a:pt x="3434" y="384"/>
                  <a:pt x="3436" y="750"/>
                  <a:pt x="3442" y="1392"/>
                </a:cubicBezTo>
                <a:moveTo>
                  <a:pt x="3404" y="1402"/>
                </a:moveTo>
                <a:cubicBezTo>
                  <a:pt x="2504" y="1433"/>
                  <a:pt x="1624" y="1399"/>
                  <a:pt x="35" y="1391"/>
                </a:cubicBezTo>
                <a:moveTo>
                  <a:pt x="3419" y="1391"/>
                </a:moveTo>
                <a:cubicBezTo>
                  <a:pt x="2403" y="1369"/>
                  <a:pt x="1359" y="1383"/>
                  <a:pt x="26" y="1372"/>
                </a:cubicBezTo>
                <a:moveTo>
                  <a:pt x="0" y="1399"/>
                </a:moveTo>
                <a:cubicBezTo>
                  <a:pt x="0" y="907"/>
                  <a:pt x="18" y="413"/>
                  <a:pt x="21" y="38"/>
                </a:cubicBezTo>
                <a:moveTo>
                  <a:pt x="13" y="1402"/>
                </a:moveTo>
                <a:cubicBezTo>
                  <a:pt x="20" y="1042"/>
                  <a:pt x="21" y="676"/>
                  <a:pt x="28" y="34"/>
                </a:cubicBezTo>
              </a:path>
            </a:pathLst>
          </a:custGeom>
          <a:ln cap="rnd" w="6120">
            <a:solidFill>
              <a:srgbClr val="000000">
                <a:alpha val="0"/>
              </a:srgbClr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784080" y="4153680"/>
            <a:ext cx="1360800" cy="606600"/>
          </a:xfrm>
          <a:custGeom>
            <a:avLst/>
            <a:gdLst/>
            <a:ahLst/>
            <a:rect l="0" t="0" r="r" b="b"/>
            <a:pathLst>
              <a:path w="3780" h="1685">
                <a:moveTo>
                  <a:pt x="0" y="1"/>
                </a:moveTo>
                <a:lnTo>
                  <a:pt x="3779" y="0"/>
                </a:lnTo>
                <a:lnTo>
                  <a:pt x="3780" y="1677"/>
                </a:lnTo>
                <a:lnTo>
                  <a:pt x="11" y="1685"/>
                </a:lnTo>
                <a:lnTo>
                  <a:pt x="0" y="1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777600" y="4142520"/>
            <a:ext cx="1366200" cy="630720"/>
          </a:xfrm>
          <a:custGeom>
            <a:avLst/>
            <a:gdLst/>
            <a:ahLst/>
            <a:rect l="0" t="0" r="r" b="b"/>
            <a:pathLst>
              <a:path fill="none" w="3795" h="1752">
                <a:moveTo>
                  <a:pt x="22" y="25"/>
                </a:moveTo>
                <a:cubicBezTo>
                  <a:pt x="746" y="72"/>
                  <a:pt x="1539" y="35"/>
                  <a:pt x="3776" y="42"/>
                </a:cubicBezTo>
                <a:moveTo>
                  <a:pt x="29" y="3"/>
                </a:moveTo>
                <a:cubicBezTo>
                  <a:pt x="1173" y="9"/>
                  <a:pt x="2329" y="-4"/>
                  <a:pt x="3763" y="10"/>
                </a:cubicBezTo>
                <a:moveTo>
                  <a:pt x="3770" y="0"/>
                </a:moveTo>
                <a:cubicBezTo>
                  <a:pt x="3796" y="472"/>
                  <a:pt x="3787" y="991"/>
                  <a:pt x="3758" y="1716"/>
                </a:cubicBezTo>
                <a:moveTo>
                  <a:pt x="3767" y="13"/>
                </a:moveTo>
                <a:cubicBezTo>
                  <a:pt x="3755" y="592"/>
                  <a:pt x="3774" y="1183"/>
                  <a:pt x="3776" y="1718"/>
                </a:cubicBezTo>
                <a:moveTo>
                  <a:pt x="3795" y="1706"/>
                </a:moveTo>
                <a:cubicBezTo>
                  <a:pt x="2746" y="1738"/>
                  <a:pt x="1677" y="1757"/>
                  <a:pt x="35" y="1751"/>
                </a:cubicBezTo>
                <a:moveTo>
                  <a:pt x="3765" y="1711"/>
                </a:moveTo>
                <a:cubicBezTo>
                  <a:pt x="2718" y="1730"/>
                  <a:pt x="1674" y="1740"/>
                  <a:pt x="28" y="1725"/>
                </a:cubicBezTo>
                <a:moveTo>
                  <a:pt x="25" y="1698"/>
                </a:moveTo>
                <a:cubicBezTo>
                  <a:pt x="-5" y="1327"/>
                  <a:pt x="52" y="937"/>
                  <a:pt x="0" y="47"/>
                </a:cubicBezTo>
                <a:moveTo>
                  <a:pt x="2" y="1739"/>
                </a:moveTo>
                <a:cubicBezTo>
                  <a:pt x="36" y="1360"/>
                  <a:pt x="45" y="965"/>
                  <a:pt x="21" y="29"/>
                </a:cubicBezTo>
              </a:path>
            </a:pathLst>
          </a:custGeom>
          <a:ln cap="rnd" w="6120">
            <a:solidFill>
              <a:srgbClr val="000000">
                <a:alpha val="0"/>
              </a:srgbClr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9142560" y="4138200"/>
            <a:ext cx="1480320" cy="620280"/>
          </a:xfrm>
          <a:custGeom>
            <a:avLst/>
            <a:gdLst/>
            <a:ahLst/>
            <a:rect l="0" t="0" r="r" b="b"/>
            <a:pathLst>
              <a:path w="4112" h="1723">
                <a:moveTo>
                  <a:pt x="14" y="0"/>
                </a:moveTo>
                <a:lnTo>
                  <a:pt x="4112" y="40"/>
                </a:lnTo>
                <a:lnTo>
                  <a:pt x="4099" y="1723"/>
                </a:lnTo>
                <a:lnTo>
                  <a:pt x="0" y="1720"/>
                </a:lnTo>
                <a:lnTo>
                  <a:pt x="14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9140760" y="4139640"/>
            <a:ext cx="1487520" cy="636120"/>
          </a:xfrm>
          <a:custGeom>
            <a:avLst/>
            <a:gdLst/>
            <a:ahLst/>
            <a:rect l="0" t="0" r="r" b="b"/>
            <a:pathLst>
              <a:path fill="none" w="4132" h="1767">
                <a:moveTo>
                  <a:pt x="1" y="18"/>
                </a:moveTo>
                <a:cubicBezTo>
                  <a:pt x="834" y="27"/>
                  <a:pt x="1635" y="8"/>
                  <a:pt x="4131" y="26"/>
                </a:cubicBezTo>
                <a:moveTo>
                  <a:pt x="1" y="29"/>
                </a:moveTo>
                <a:cubicBezTo>
                  <a:pt x="1353" y="33"/>
                  <a:pt x="2697" y="42"/>
                  <a:pt x="4106" y="14"/>
                </a:cubicBezTo>
                <a:moveTo>
                  <a:pt x="4100" y="12"/>
                </a:moveTo>
                <a:cubicBezTo>
                  <a:pt x="4127" y="565"/>
                  <a:pt x="4130" y="1065"/>
                  <a:pt x="4085" y="1743"/>
                </a:cubicBezTo>
                <a:moveTo>
                  <a:pt x="4126" y="24"/>
                </a:moveTo>
                <a:cubicBezTo>
                  <a:pt x="4136" y="378"/>
                  <a:pt x="4138" y="725"/>
                  <a:pt x="4103" y="1715"/>
                </a:cubicBezTo>
                <a:moveTo>
                  <a:pt x="4117" y="1740"/>
                </a:moveTo>
                <a:cubicBezTo>
                  <a:pt x="2910" y="1774"/>
                  <a:pt x="1701" y="1784"/>
                  <a:pt x="28" y="1724"/>
                </a:cubicBezTo>
                <a:moveTo>
                  <a:pt x="4104" y="1732"/>
                </a:moveTo>
                <a:cubicBezTo>
                  <a:pt x="3073" y="1727"/>
                  <a:pt x="2016" y="1733"/>
                  <a:pt x="22" y="1719"/>
                </a:cubicBezTo>
                <a:moveTo>
                  <a:pt x="42" y="1735"/>
                </a:moveTo>
                <a:cubicBezTo>
                  <a:pt x="51" y="1195"/>
                  <a:pt x="10" y="617"/>
                  <a:pt x="40" y="0"/>
                </a:cubicBezTo>
                <a:moveTo>
                  <a:pt x="19" y="1747"/>
                </a:moveTo>
                <a:cubicBezTo>
                  <a:pt x="7" y="1060"/>
                  <a:pt x="-9" y="415"/>
                  <a:pt x="7" y="37"/>
                </a:cubicBezTo>
              </a:path>
            </a:pathLst>
          </a:custGeom>
          <a:ln cap="rnd" w="6120">
            <a:solidFill>
              <a:srgbClr val="000000">
                <a:alpha val="0"/>
              </a:srgbClr>
            </a:solidFill>
            <a:miter/>
          </a:ln>
        </p:spPr>
        <p:txBody>
          <a:bodyPr lIns="2880" tIns="2880" rIns="2880" bIns="28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752040" y="2882880"/>
            <a:ext cx="1226520" cy="498600"/>
          </a:xfrm>
          <a:custGeom>
            <a:avLst/>
            <a:gdLst/>
            <a:ahLst/>
            <a:rect l="0" t="0" r="r" b="b"/>
            <a:pathLst>
              <a:path w="3407" h="1385">
                <a:moveTo>
                  <a:pt x="0" y="0"/>
                </a:moveTo>
                <a:lnTo>
                  <a:pt x="3407" y="9"/>
                </a:lnTo>
                <a:lnTo>
                  <a:pt x="3383" y="1367"/>
                </a:lnTo>
                <a:lnTo>
                  <a:pt x="3" y="1385"/>
                </a:lnTo>
                <a:lnTo>
                  <a:pt x="0" y="0"/>
                </a:lnTo>
                <a:close/>
              </a:path>
            </a:pathLst>
          </a:custGeom>
          <a:solidFill>
            <a:srgbClr val="FFC9C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742320" y="2869920"/>
            <a:ext cx="1244160" cy="509400"/>
          </a:xfrm>
          <a:custGeom>
            <a:avLst/>
            <a:gdLst/>
            <a:ahLst/>
            <a:rect l="0" t="0" r="r" b="b"/>
            <a:pathLst>
              <a:path fill="none" w="3456" h="1415">
                <a:moveTo>
                  <a:pt x="0" y="0"/>
                </a:moveTo>
                <a:cubicBezTo>
                  <a:pt x="687" y="37"/>
                  <a:pt x="1394" y="66"/>
                  <a:pt x="3408" y="8"/>
                </a:cubicBezTo>
                <a:moveTo>
                  <a:pt x="21" y="17"/>
                </a:moveTo>
                <a:cubicBezTo>
                  <a:pt x="1297" y="40"/>
                  <a:pt x="2590" y="50"/>
                  <a:pt x="3435" y="35"/>
                </a:cubicBezTo>
                <a:moveTo>
                  <a:pt x="3455" y="43"/>
                </a:moveTo>
                <a:cubicBezTo>
                  <a:pt x="3452" y="423"/>
                  <a:pt x="3429" y="770"/>
                  <a:pt x="3456" y="1406"/>
                </a:cubicBezTo>
                <a:moveTo>
                  <a:pt x="3430" y="37"/>
                </a:moveTo>
                <a:cubicBezTo>
                  <a:pt x="3446" y="380"/>
                  <a:pt x="3440" y="717"/>
                  <a:pt x="3447" y="1389"/>
                </a:cubicBezTo>
                <a:moveTo>
                  <a:pt x="3436" y="1370"/>
                </a:moveTo>
                <a:cubicBezTo>
                  <a:pt x="2664" y="1400"/>
                  <a:pt x="1882" y="1421"/>
                  <a:pt x="38" y="1414"/>
                </a:cubicBezTo>
                <a:moveTo>
                  <a:pt x="3438" y="1399"/>
                </a:moveTo>
                <a:cubicBezTo>
                  <a:pt x="2229" y="1356"/>
                  <a:pt x="1033" y="1366"/>
                  <a:pt x="3" y="1384"/>
                </a:cubicBezTo>
                <a:moveTo>
                  <a:pt x="22" y="1404"/>
                </a:moveTo>
                <a:cubicBezTo>
                  <a:pt x="-15" y="905"/>
                  <a:pt x="6" y="471"/>
                  <a:pt x="13" y="20"/>
                </a:cubicBezTo>
                <a:moveTo>
                  <a:pt x="11" y="1413"/>
                </a:moveTo>
                <a:cubicBezTo>
                  <a:pt x="-11" y="1099"/>
                  <a:pt x="17" y="785"/>
                  <a:pt x="12" y="42"/>
                </a:cubicBezTo>
              </a:path>
            </a:pathLst>
          </a:custGeom>
          <a:ln cap="rnd" w="12240">
            <a:solidFill>
              <a:srgbClr val="E03131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2505600" y="4089960"/>
            <a:ext cx="17830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60" b="0" u="none" strike="noStrike">
                <a:solidFill>
                  <a:srgbClr val="9C36B5"/>
                </a:solidFill>
                <a:effectLst/>
                <a:uFillTx/>
                <a:latin typeface="Virgil3YOFF"/>
                <a:ea typeface="Virgil3YOFF"/>
              </a:rPr>
              <a:t>kagent  agent  pod  (per-request)</a:t>
            </a:r>
            <a:endParaRPr lang="en-GB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853560" y="2922480"/>
            <a:ext cx="9529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K8s Warning Event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2171880" y="2882880"/>
            <a:ext cx="1229040" cy="496440"/>
          </a:xfrm>
          <a:custGeom>
            <a:avLst/>
            <a:gdLst/>
            <a:ahLst/>
            <a:rect l="0" t="0" r="r" b="b"/>
            <a:pathLst>
              <a:path w="3414" h="1379">
                <a:moveTo>
                  <a:pt x="4" y="5"/>
                </a:moveTo>
                <a:lnTo>
                  <a:pt x="3410" y="0"/>
                </a:lnTo>
                <a:lnTo>
                  <a:pt x="3414" y="1379"/>
                </a:lnTo>
                <a:lnTo>
                  <a:pt x="0" y="1361"/>
                </a:lnTo>
                <a:lnTo>
                  <a:pt x="4" y="5"/>
                </a:lnTo>
                <a:close/>
              </a:path>
            </a:pathLst>
          </a:custGeom>
          <a:solidFill>
            <a:srgbClr val="A5D8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2156400" y="2874600"/>
            <a:ext cx="1243440" cy="508680"/>
          </a:xfrm>
          <a:custGeom>
            <a:avLst/>
            <a:gdLst/>
            <a:ahLst/>
            <a:rect l="0" t="0" r="r" b="b"/>
            <a:pathLst>
              <a:path fill="none" w="3454" h="1413">
                <a:moveTo>
                  <a:pt x="9" y="0"/>
                </a:moveTo>
                <a:cubicBezTo>
                  <a:pt x="703" y="59"/>
                  <a:pt x="1399" y="16"/>
                  <a:pt x="3402" y="44"/>
                </a:cubicBezTo>
                <a:moveTo>
                  <a:pt x="6" y="31"/>
                </a:moveTo>
                <a:cubicBezTo>
                  <a:pt x="838" y="9"/>
                  <a:pt x="1650" y="23"/>
                  <a:pt x="3423" y="11"/>
                </a:cubicBezTo>
                <a:moveTo>
                  <a:pt x="3431" y="43"/>
                </a:moveTo>
                <a:cubicBezTo>
                  <a:pt x="3400" y="442"/>
                  <a:pt x="3413" y="918"/>
                  <a:pt x="3425" y="1383"/>
                </a:cubicBezTo>
                <a:moveTo>
                  <a:pt x="3428" y="0"/>
                </a:moveTo>
                <a:cubicBezTo>
                  <a:pt x="3440" y="347"/>
                  <a:pt x="3452" y="702"/>
                  <a:pt x="3416" y="1377"/>
                </a:cubicBezTo>
                <a:moveTo>
                  <a:pt x="3454" y="1378"/>
                </a:moveTo>
                <a:cubicBezTo>
                  <a:pt x="2520" y="1408"/>
                  <a:pt x="1575" y="1403"/>
                  <a:pt x="30" y="1413"/>
                </a:cubicBezTo>
                <a:moveTo>
                  <a:pt x="3440" y="1395"/>
                </a:moveTo>
                <a:cubicBezTo>
                  <a:pt x="2487" y="1411"/>
                  <a:pt x="1547" y="1409"/>
                  <a:pt x="0" y="1388"/>
                </a:cubicBezTo>
                <a:moveTo>
                  <a:pt x="20" y="1411"/>
                </a:moveTo>
                <a:cubicBezTo>
                  <a:pt x="0" y="1107"/>
                  <a:pt x="0" y="815"/>
                  <a:pt x="9" y="48"/>
                </a:cubicBezTo>
                <a:moveTo>
                  <a:pt x="5" y="1400"/>
                </a:moveTo>
                <a:cubicBezTo>
                  <a:pt x="16" y="945"/>
                  <a:pt x="36" y="528"/>
                  <a:pt x="17" y="28"/>
                </a:cubicBezTo>
              </a:path>
            </a:pathLst>
          </a:custGeom>
          <a:ln cap="rnd" w="12240">
            <a:solidFill>
              <a:srgbClr val="1971C2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1114560" y="3182760"/>
            <a:ext cx="4917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type=Warning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2653920" y="2922480"/>
            <a:ext cx="2419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Alloy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3566160" y="2879280"/>
            <a:ext cx="1241280" cy="504360"/>
          </a:xfrm>
          <a:custGeom>
            <a:avLst/>
            <a:gdLst/>
            <a:ahLst/>
            <a:rect l="0" t="0" r="r" b="b"/>
            <a:pathLst>
              <a:path w="3448" h="1401">
                <a:moveTo>
                  <a:pt x="11" y="19"/>
                </a:moveTo>
                <a:lnTo>
                  <a:pt x="3416" y="0"/>
                </a:lnTo>
                <a:lnTo>
                  <a:pt x="3448" y="1401"/>
                </a:lnTo>
                <a:lnTo>
                  <a:pt x="0" y="1347"/>
                </a:lnTo>
                <a:lnTo>
                  <a:pt x="11" y="19"/>
                </a:lnTo>
                <a:close/>
              </a:path>
            </a:pathLst>
          </a:custGeom>
          <a:solidFill>
            <a:srgbClr val="FFF3B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3570120" y="2869920"/>
            <a:ext cx="1246680" cy="513000"/>
          </a:xfrm>
          <a:custGeom>
            <a:avLst/>
            <a:gdLst/>
            <a:ahLst/>
            <a:rect l="0" t="0" r="r" b="b"/>
            <a:pathLst>
              <a:path fill="none" w="3463" h="1425">
                <a:moveTo>
                  <a:pt x="18" y="28"/>
                </a:moveTo>
                <a:cubicBezTo>
                  <a:pt x="720" y="-15"/>
                  <a:pt x="1404" y="-7"/>
                  <a:pt x="3458" y="45"/>
                </a:cubicBezTo>
                <a:moveTo>
                  <a:pt x="23" y="42"/>
                </a:moveTo>
                <a:cubicBezTo>
                  <a:pt x="1062" y="36"/>
                  <a:pt x="2108" y="24"/>
                  <a:pt x="3444" y="44"/>
                </a:cubicBezTo>
                <a:moveTo>
                  <a:pt x="3408" y="1"/>
                </a:moveTo>
                <a:cubicBezTo>
                  <a:pt x="3445" y="557"/>
                  <a:pt x="3425" y="1094"/>
                  <a:pt x="3463" y="1386"/>
                </a:cubicBezTo>
                <a:moveTo>
                  <a:pt x="3427" y="24"/>
                </a:moveTo>
                <a:cubicBezTo>
                  <a:pt x="3436" y="376"/>
                  <a:pt x="3432" y="749"/>
                  <a:pt x="3421" y="1392"/>
                </a:cubicBezTo>
                <a:moveTo>
                  <a:pt x="3411" y="1413"/>
                </a:moveTo>
                <a:cubicBezTo>
                  <a:pt x="2317" y="1443"/>
                  <a:pt x="1270" y="1413"/>
                  <a:pt x="23" y="1378"/>
                </a:cubicBezTo>
                <a:moveTo>
                  <a:pt x="3444" y="1387"/>
                </a:moveTo>
                <a:cubicBezTo>
                  <a:pt x="2716" y="1402"/>
                  <a:pt x="2032" y="1387"/>
                  <a:pt x="29" y="1389"/>
                </a:cubicBezTo>
                <a:moveTo>
                  <a:pt x="18" y="1376"/>
                </a:moveTo>
                <a:cubicBezTo>
                  <a:pt x="42" y="1062"/>
                  <a:pt x="22" y="707"/>
                  <a:pt x="6" y="34"/>
                </a:cubicBezTo>
                <a:moveTo>
                  <a:pt x="0" y="1414"/>
                </a:moveTo>
                <a:cubicBezTo>
                  <a:pt x="17" y="1125"/>
                  <a:pt x="-5" y="844"/>
                  <a:pt x="23" y="41"/>
                </a:cubicBezTo>
              </a:path>
            </a:pathLst>
          </a:custGeom>
          <a:ln cap="rnd" w="12240">
            <a:solidFill>
              <a:srgbClr val="FAB005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2407320" y="3182760"/>
            <a:ext cx="6660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kubernetes_events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3737880" y="2922480"/>
            <a:ext cx="841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Azure Event Hub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4984920" y="2875680"/>
            <a:ext cx="1109160" cy="504360"/>
          </a:xfrm>
          <a:custGeom>
            <a:avLst/>
            <a:gdLst/>
            <a:ahLst/>
            <a:rect l="0" t="0" r="r" b="b"/>
            <a:pathLst>
              <a:path w="3081" h="1401">
                <a:moveTo>
                  <a:pt x="20" y="34"/>
                </a:moveTo>
                <a:lnTo>
                  <a:pt x="3081" y="0"/>
                </a:lnTo>
                <a:lnTo>
                  <a:pt x="3072" y="1354"/>
                </a:lnTo>
                <a:lnTo>
                  <a:pt x="0" y="1401"/>
                </a:lnTo>
                <a:lnTo>
                  <a:pt x="20" y="34"/>
                </a:lnTo>
                <a:close/>
              </a:path>
            </a:pathLst>
          </a:custGeom>
          <a:solidFill>
            <a:srgbClr val="D0B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4984920" y="2872080"/>
            <a:ext cx="1119960" cy="506520"/>
          </a:xfrm>
          <a:custGeom>
            <a:avLst/>
            <a:gdLst/>
            <a:ahLst/>
            <a:rect l="0" t="0" r="r" b="b"/>
            <a:pathLst>
              <a:path fill="none" w="3111" h="1407">
                <a:moveTo>
                  <a:pt x="27" y="36"/>
                </a:moveTo>
                <a:cubicBezTo>
                  <a:pt x="602" y="13"/>
                  <a:pt x="1275" y="10"/>
                  <a:pt x="3111" y="26"/>
                </a:cubicBezTo>
                <a:moveTo>
                  <a:pt x="6" y="33"/>
                </a:moveTo>
                <a:cubicBezTo>
                  <a:pt x="1160" y="12"/>
                  <a:pt x="2281" y="4"/>
                  <a:pt x="3089" y="26"/>
                </a:cubicBezTo>
                <a:moveTo>
                  <a:pt x="3109" y="7"/>
                </a:moveTo>
                <a:cubicBezTo>
                  <a:pt x="3119" y="309"/>
                  <a:pt x="3066" y="634"/>
                  <a:pt x="3088" y="1369"/>
                </a:cubicBezTo>
                <a:moveTo>
                  <a:pt x="3082" y="28"/>
                </a:moveTo>
                <a:cubicBezTo>
                  <a:pt x="3086" y="383"/>
                  <a:pt x="3101" y="740"/>
                  <a:pt x="3081" y="1386"/>
                </a:cubicBezTo>
                <a:moveTo>
                  <a:pt x="3085" y="1362"/>
                </a:moveTo>
                <a:cubicBezTo>
                  <a:pt x="1952" y="1394"/>
                  <a:pt x="872" y="1401"/>
                  <a:pt x="14" y="1382"/>
                </a:cubicBezTo>
                <a:moveTo>
                  <a:pt x="3070" y="1388"/>
                </a:moveTo>
                <a:cubicBezTo>
                  <a:pt x="2061" y="1373"/>
                  <a:pt x="1035" y="1376"/>
                  <a:pt x="26" y="1400"/>
                </a:cubicBezTo>
                <a:moveTo>
                  <a:pt x="13" y="1389"/>
                </a:moveTo>
                <a:cubicBezTo>
                  <a:pt x="13" y="929"/>
                  <a:pt x="41" y="510"/>
                  <a:pt x="0" y="0"/>
                </a:cubicBezTo>
                <a:moveTo>
                  <a:pt x="26" y="1407"/>
                </a:moveTo>
                <a:cubicBezTo>
                  <a:pt x="8" y="977"/>
                  <a:pt x="11" y="592"/>
                  <a:pt x="27" y="34"/>
                </a:cubicBezTo>
              </a:path>
            </a:pathLst>
          </a:custGeom>
          <a:ln cap="rnd" w="12240">
            <a:solidFill>
              <a:srgbClr val="7048E8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3851640" y="3182760"/>
            <a:ext cx="5954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topic: k8s-events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5211720" y="2922480"/>
            <a:ext cx="6375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EventSource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6280920" y="2872440"/>
            <a:ext cx="995040" cy="498960"/>
          </a:xfrm>
          <a:custGeom>
            <a:avLst/>
            <a:gdLst/>
            <a:ahLst/>
            <a:rect l="0" t="0" r="r" b="b"/>
            <a:pathLst>
              <a:path w="2764" h="1386">
                <a:moveTo>
                  <a:pt x="25" y="48"/>
                </a:moveTo>
                <a:lnTo>
                  <a:pt x="2745" y="0"/>
                </a:lnTo>
                <a:lnTo>
                  <a:pt x="2764" y="1375"/>
                </a:lnTo>
                <a:lnTo>
                  <a:pt x="0" y="1386"/>
                </a:lnTo>
                <a:lnTo>
                  <a:pt x="25" y="48"/>
                </a:lnTo>
                <a:close/>
              </a:path>
            </a:pathLst>
          </a:custGeom>
          <a:solidFill>
            <a:srgbClr val="D0B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6274440" y="2872440"/>
            <a:ext cx="996480" cy="506880"/>
          </a:xfrm>
          <a:custGeom>
            <a:avLst/>
            <a:gdLst/>
            <a:ahLst/>
            <a:rect l="0" t="0" r="r" b="b"/>
            <a:pathLst>
              <a:path fill="none" w="2768" h="1408">
                <a:moveTo>
                  <a:pt x="41" y="50"/>
                </a:moveTo>
                <a:cubicBezTo>
                  <a:pt x="556" y="49"/>
                  <a:pt x="1080" y="35"/>
                  <a:pt x="2768" y="11"/>
                </a:cubicBezTo>
                <a:moveTo>
                  <a:pt x="28" y="28"/>
                </a:moveTo>
                <a:cubicBezTo>
                  <a:pt x="638" y="-4"/>
                  <a:pt x="1278" y="-8"/>
                  <a:pt x="2739" y="12"/>
                </a:cubicBezTo>
                <a:moveTo>
                  <a:pt x="2748" y="19"/>
                </a:moveTo>
                <a:cubicBezTo>
                  <a:pt x="2730" y="409"/>
                  <a:pt x="2781" y="795"/>
                  <a:pt x="2719" y="1358"/>
                </a:cubicBezTo>
                <a:moveTo>
                  <a:pt x="2743" y="37"/>
                </a:moveTo>
                <a:cubicBezTo>
                  <a:pt x="2744" y="396"/>
                  <a:pt x="2742" y="738"/>
                  <a:pt x="2747" y="1386"/>
                </a:cubicBezTo>
                <a:moveTo>
                  <a:pt x="2768" y="1385"/>
                </a:moveTo>
                <a:cubicBezTo>
                  <a:pt x="2176" y="1414"/>
                  <a:pt x="1567" y="1394"/>
                  <a:pt x="10" y="1395"/>
                </a:cubicBezTo>
                <a:moveTo>
                  <a:pt x="2736" y="1397"/>
                </a:moveTo>
                <a:cubicBezTo>
                  <a:pt x="2047" y="1408"/>
                  <a:pt x="1309" y="1398"/>
                  <a:pt x="27" y="1384"/>
                </a:cubicBezTo>
                <a:moveTo>
                  <a:pt x="14" y="1408"/>
                </a:moveTo>
                <a:cubicBezTo>
                  <a:pt x="32" y="869"/>
                  <a:pt x="39" y="319"/>
                  <a:pt x="0" y="39"/>
                </a:cubicBezTo>
                <a:moveTo>
                  <a:pt x="25" y="1406"/>
                </a:moveTo>
                <a:cubicBezTo>
                  <a:pt x="12" y="869"/>
                  <a:pt x="7" y="347"/>
                  <a:pt x="2" y="32"/>
                </a:cubicBezTo>
              </a:path>
            </a:pathLst>
          </a:custGeom>
          <a:ln cap="rnd" w="12240">
            <a:solidFill>
              <a:srgbClr val="7048E8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5236200" y="3182760"/>
            <a:ext cx="57348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Kafka consumer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6598080" y="2922480"/>
            <a:ext cx="3531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Sensor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7440840" y="2868840"/>
            <a:ext cx="1249200" cy="502920"/>
          </a:xfrm>
          <a:custGeom>
            <a:avLst/>
            <a:gdLst/>
            <a:ahLst/>
            <a:rect l="0" t="0" r="r" b="b"/>
            <a:pathLst>
              <a:path w="3470" h="1397">
                <a:moveTo>
                  <a:pt x="0" y="62"/>
                </a:moveTo>
                <a:lnTo>
                  <a:pt x="3470" y="0"/>
                </a:lnTo>
                <a:lnTo>
                  <a:pt x="3449" y="1397"/>
                </a:lnTo>
                <a:lnTo>
                  <a:pt x="36" y="1372"/>
                </a:lnTo>
                <a:lnTo>
                  <a:pt x="0" y="62"/>
                </a:lnTo>
                <a:close/>
              </a:path>
            </a:pathLst>
          </a:custGeom>
          <a:solidFill>
            <a:srgbClr val="D0B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7437240" y="2872440"/>
            <a:ext cx="1244880" cy="510120"/>
          </a:xfrm>
          <a:custGeom>
            <a:avLst/>
            <a:gdLst/>
            <a:ahLst/>
            <a:rect l="0" t="0" r="r" b="b"/>
            <a:pathLst>
              <a:path fill="none" w="3458" h="1417">
                <a:moveTo>
                  <a:pt x="0" y="0"/>
                </a:moveTo>
                <a:cubicBezTo>
                  <a:pt x="723" y="20"/>
                  <a:pt x="1375" y="58"/>
                  <a:pt x="3458" y="0"/>
                </a:cubicBezTo>
                <a:moveTo>
                  <a:pt x="27" y="25"/>
                </a:moveTo>
                <a:cubicBezTo>
                  <a:pt x="1036" y="37"/>
                  <a:pt x="2069" y="38"/>
                  <a:pt x="3457" y="33"/>
                </a:cubicBezTo>
                <a:moveTo>
                  <a:pt x="3423" y="32"/>
                </a:moveTo>
                <a:cubicBezTo>
                  <a:pt x="3445" y="509"/>
                  <a:pt x="3462" y="957"/>
                  <a:pt x="3454" y="1416"/>
                </a:cubicBezTo>
                <a:moveTo>
                  <a:pt x="3439" y="13"/>
                </a:moveTo>
                <a:cubicBezTo>
                  <a:pt x="3436" y="410"/>
                  <a:pt x="3453" y="770"/>
                  <a:pt x="3449" y="1387"/>
                </a:cubicBezTo>
                <a:moveTo>
                  <a:pt x="3420" y="1406"/>
                </a:moveTo>
                <a:cubicBezTo>
                  <a:pt x="2585" y="1436"/>
                  <a:pt x="1671" y="1393"/>
                  <a:pt x="18" y="1406"/>
                </a:cubicBezTo>
                <a:moveTo>
                  <a:pt x="3438" y="1405"/>
                </a:moveTo>
                <a:cubicBezTo>
                  <a:pt x="2110" y="1386"/>
                  <a:pt x="800" y="1395"/>
                  <a:pt x="38" y="1402"/>
                </a:cubicBezTo>
                <a:moveTo>
                  <a:pt x="26" y="1359"/>
                </a:moveTo>
                <a:cubicBezTo>
                  <a:pt x="20" y="1084"/>
                  <a:pt x="7" y="744"/>
                  <a:pt x="11" y="12"/>
                </a:cubicBezTo>
                <a:moveTo>
                  <a:pt x="33" y="1406"/>
                </a:moveTo>
                <a:cubicBezTo>
                  <a:pt x="27" y="1001"/>
                  <a:pt x="14" y="615"/>
                  <a:pt x="23" y="31"/>
                </a:cubicBezTo>
              </a:path>
            </a:pathLst>
          </a:custGeom>
          <a:ln cap="rnd" w="12240">
            <a:solidFill>
              <a:srgbClr val="7048E8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6546960" y="3182760"/>
            <a:ext cx="3927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rate-limited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7788600" y="2922480"/>
            <a:ext cx="495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parse-otlp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8858160" y="2876760"/>
            <a:ext cx="1363320" cy="559080"/>
          </a:xfrm>
          <a:custGeom>
            <a:avLst/>
            <a:gdLst/>
            <a:ahLst/>
            <a:rect l="0" t="0" r="r" b="b"/>
            <a:pathLst>
              <a:path w="3787" h="1553">
                <a:moveTo>
                  <a:pt x="15" y="2"/>
                </a:moveTo>
                <a:lnTo>
                  <a:pt x="3787" y="0"/>
                </a:lnTo>
                <a:lnTo>
                  <a:pt x="3743" y="1521"/>
                </a:lnTo>
                <a:lnTo>
                  <a:pt x="0" y="1553"/>
                </a:lnTo>
                <a:lnTo>
                  <a:pt x="15" y="2"/>
                </a:lnTo>
                <a:close/>
              </a:path>
            </a:pathLst>
          </a:custGeom>
          <a:solidFill>
            <a:srgbClr val="FFD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8847000" y="2869560"/>
            <a:ext cx="1386000" cy="579240"/>
          </a:xfrm>
          <a:custGeom>
            <a:avLst/>
            <a:gdLst/>
            <a:ahLst/>
            <a:rect l="0" t="0" r="r" b="b"/>
            <a:pathLst>
              <a:path w="3850" h="1609">
                <a:moveTo>
                  <a:pt x="23" y="0"/>
                </a:moveTo>
                <a:lnTo>
                  <a:pt x="152" y="7"/>
                </a:lnTo>
                <a:lnTo>
                  <a:pt x="159" y="7"/>
                </a:lnTo>
                <a:cubicBezTo>
                  <a:pt x="165" y="7"/>
                  <a:pt x="170" y="10"/>
                  <a:pt x="174" y="14"/>
                </a:cubicBezTo>
                <a:cubicBezTo>
                  <a:pt x="178" y="18"/>
                  <a:pt x="180" y="23"/>
                  <a:pt x="179" y="29"/>
                </a:cubicBezTo>
                <a:cubicBezTo>
                  <a:pt x="179" y="35"/>
                  <a:pt x="177" y="40"/>
                  <a:pt x="173" y="44"/>
                </a:cubicBezTo>
                <a:cubicBezTo>
                  <a:pt x="168" y="48"/>
                  <a:pt x="163" y="50"/>
                  <a:pt x="157" y="50"/>
                </a:cubicBezTo>
                <a:lnTo>
                  <a:pt x="150" y="49"/>
                </a:lnTo>
                <a:lnTo>
                  <a:pt x="72" y="46"/>
                </a:lnTo>
                <a:cubicBezTo>
                  <a:pt x="71" y="47"/>
                  <a:pt x="70" y="48"/>
                  <a:pt x="69" y="49"/>
                </a:cubicBezTo>
                <a:cubicBezTo>
                  <a:pt x="65" y="53"/>
                  <a:pt x="60" y="55"/>
                  <a:pt x="54" y="55"/>
                </a:cubicBezTo>
                <a:cubicBezTo>
                  <a:pt x="48" y="55"/>
                  <a:pt x="43" y="54"/>
                  <a:pt x="39" y="50"/>
                </a:cubicBezTo>
                <a:cubicBezTo>
                  <a:pt x="37" y="48"/>
                  <a:pt x="36" y="46"/>
                  <a:pt x="35" y="44"/>
                </a:cubicBezTo>
                <a:lnTo>
                  <a:pt x="21" y="43"/>
                </a:lnTo>
                <a:cubicBezTo>
                  <a:pt x="15" y="43"/>
                  <a:pt x="10" y="40"/>
                  <a:pt x="6" y="36"/>
                </a:cubicBezTo>
                <a:cubicBezTo>
                  <a:pt x="2" y="32"/>
                  <a:pt x="0" y="27"/>
                  <a:pt x="0" y="21"/>
                </a:cubicBezTo>
                <a:cubicBezTo>
                  <a:pt x="1" y="15"/>
                  <a:pt x="3" y="10"/>
                  <a:pt x="7" y="6"/>
                </a:cubicBezTo>
                <a:cubicBezTo>
                  <a:pt x="12" y="2"/>
                  <a:pt x="17" y="0"/>
                  <a:pt x="23" y="0"/>
                </a:cubicBezTo>
                <a:moveTo>
                  <a:pt x="329" y="14"/>
                </a:moveTo>
                <a:lnTo>
                  <a:pt x="464" y="17"/>
                </a:lnTo>
                <a:cubicBezTo>
                  <a:pt x="470" y="17"/>
                  <a:pt x="475" y="20"/>
                  <a:pt x="479" y="24"/>
                </a:cubicBezTo>
                <a:cubicBezTo>
                  <a:pt x="483" y="28"/>
                  <a:pt x="485" y="33"/>
                  <a:pt x="485" y="39"/>
                </a:cubicBezTo>
                <a:cubicBezTo>
                  <a:pt x="485" y="45"/>
                  <a:pt x="483" y="50"/>
                  <a:pt x="479" y="54"/>
                </a:cubicBezTo>
                <a:cubicBezTo>
                  <a:pt x="474" y="58"/>
                  <a:pt x="469" y="60"/>
                  <a:pt x="463" y="60"/>
                </a:cubicBezTo>
                <a:lnTo>
                  <a:pt x="328" y="56"/>
                </a:lnTo>
                <a:cubicBezTo>
                  <a:pt x="322" y="56"/>
                  <a:pt x="317" y="54"/>
                  <a:pt x="313" y="50"/>
                </a:cubicBezTo>
                <a:cubicBezTo>
                  <a:pt x="309" y="45"/>
                  <a:pt x="307" y="40"/>
                  <a:pt x="307" y="34"/>
                </a:cubicBezTo>
                <a:cubicBezTo>
                  <a:pt x="307" y="28"/>
                  <a:pt x="310" y="23"/>
                  <a:pt x="314" y="19"/>
                </a:cubicBezTo>
                <a:cubicBezTo>
                  <a:pt x="318" y="15"/>
                  <a:pt x="323" y="13"/>
                  <a:pt x="329" y="14"/>
                </a:cubicBezTo>
                <a:moveTo>
                  <a:pt x="637" y="21"/>
                </a:moveTo>
                <a:lnTo>
                  <a:pt x="769" y="22"/>
                </a:lnTo>
                <a:cubicBezTo>
                  <a:pt x="775" y="22"/>
                  <a:pt x="780" y="25"/>
                  <a:pt x="784" y="29"/>
                </a:cubicBezTo>
                <a:cubicBezTo>
                  <a:pt x="788" y="33"/>
                  <a:pt x="790" y="38"/>
                  <a:pt x="790" y="44"/>
                </a:cubicBezTo>
                <a:cubicBezTo>
                  <a:pt x="790" y="50"/>
                  <a:pt x="788" y="55"/>
                  <a:pt x="784" y="59"/>
                </a:cubicBezTo>
                <a:cubicBezTo>
                  <a:pt x="780" y="63"/>
                  <a:pt x="775" y="65"/>
                  <a:pt x="769" y="65"/>
                </a:cubicBezTo>
                <a:lnTo>
                  <a:pt x="637" y="63"/>
                </a:lnTo>
                <a:cubicBezTo>
                  <a:pt x="631" y="63"/>
                  <a:pt x="626" y="61"/>
                  <a:pt x="622" y="57"/>
                </a:cubicBezTo>
                <a:cubicBezTo>
                  <a:pt x="617" y="53"/>
                  <a:pt x="615" y="48"/>
                  <a:pt x="615" y="42"/>
                </a:cubicBezTo>
                <a:cubicBezTo>
                  <a:pt x="616" y="36"/>
                  <a:pt x="618" y="31"/>
                  <a:pt x="622" y="27"/>
                </a:cubicBezTo>
                <a:cubicBezTo>
                  <a:pt x="626" y="23"/>
                  <a:pt x="631" y="21"/>
                  <a:pt x="637" y="21"/>
                </a:cubicBezTo>
                <a:moveTo>
                  <a:pt x="943" y="24"/>
                </a:moveTo>
                <a:lnTo>
                  <a:pt x="1080" y="24"/>
                </a:lnTo>
                <a:cubicBezTo>
                  <a:pt x="1086" y="24"/>
                  <a:pt x="1091" y="26"/>
                  <a:pt x="1095" y="31"/>
                </a:cubicBezTo>
                <a:cubicBezTo>
                  <a:pt x="1099" y="35"/>
                  <a:pt x="1101" y="40"/>
                  <a:pt x="1101" y="46"/>
                </a:cubicBezTo>
                <a:cubicBezTo>
                  <a:pt x="1101" y="52"/>
                  <a:pt x="1099" y="57"/>
                  <a:pt x="1095" y="61"/>
                </a:cubicBezTo>
                <a:cubicBezTo>
                  <a:pt x="1090" y="65"/>
                  <a:pt x="1085" y="67"/>
                  <a:pt x="1079" y="67"/>
                </a:cubicBezTo>
                <a:lnTo>
                  <a:pt x="943" y="66"/>
                </a:lnTo>
                <a:cubicBezTo>
                  <a:pt x="937" y="66"/>
                  <a:pt x="932" y="64"/>
                  <a:pt x="928" y="60"/>
                </a:cubicBezTo>
                <a:cubicBezTo>
                  <a:pt x="924" y="56"/>
                  <a:pt x="922" y="51"/>
                  <a:pt x="922" y="45"/>
                </a:cubicBezTo>
                <a:cubicBezTo>
                  <a:pt x="922" y="39"/>
                  <a:pt x="924" y="34"/>
                  <a:pt x="928" y="30"/>
                </a:cubicBezTo>
                <a:cubicBezTo>
                  <a:pt x="932" y="26"/>
                  <a:pt x="937" y="24"/>
                  <a:pt x="943" y="24"/>
                </a:cubicBezTo>
                <a:moveTo>
                  <a:pt x="1250" y="25"/>
                </a:moveTo>
                <a:lnTo>
                  <a:pt x="1388" y="25"/>
                </a:lnTo>
                <a:cubicBezTo>
                  <a:pt x="1393" y="25"/>
                  <a:pt x="1398" y="27"/>
                  <a:pt x="1403" y="31"/>
                </a:cubicBezTo>
                <a:cubicBezTo>
                  <a:pt x="1407" y="35"/>
                  <a:pt x="1409" y="40"/>
                  <a:pt x="1409" y="46"/>
                </a:cubicBezTo>
                <a:cubicBezTo>
                  <a:pt x="1409" y="52"/>
                  <a:pt x="1407" y="57"/>
                  <a:pt x="1403" y="61"/>
                </a:cubicBezTo>
                <a:cubicBezTo>
                  <a:pt x="1398" y="65"/>
                  <a:pt x="1393" y="67"/>
                  <a:pt x="1388" y="67"/>
                </a:cubicBezTo>
                <a:lnTo>
                  <a:pt x="1250" y="67"/>
                </a:lnTo>
                <a:cubicBezTo>
                  <a:pt x="1244" y="67"/>
                  <a:pt x="1239" y="65"/>
                  <a:pt x="1235" y="61"/>
                </a:cubicBezTo>
                <a:cubicBezTo>
                  <a:pt x="1231" y="57"/>
                  <a:pt x="1229" y="52"/>
                  <a:pt x="1229" y="46"/>
                </a:cubicBezTo>
                <a:cubicBezTo>
                  <a:pt x="1229" y="40"/>
                  <a:pt x="1231" y="35"/>
                  <a:pt x="1235" y="31"/>
                </a:cubicBezTo>
                <a:cubicBezTo>
                  <a:pt x="1239" y="27"/>
                  <a:pt x="1244" y="25"/>
                  <a:pt x="1250" y="25"/>
                </a:cubicBezTo>
                <a:moveTo>
                  <a:pt x="1559" y="25"/>
                </a:moveTo>
                <a:lnTo>
                  <a:pt x="1693" y="25"/>
                </a:lnTo>
                <a:cubicBezTo>
                  <a:pt x="1699" y="25"/>
                  <a:pt x="1704" y="27"/>
                  <a:pt x="1708" y="31"/>
                </a:cubicBezTo>
                <a:cubicBezTo>
                  <a:pt x="1713" y="35"/>
                  <a:pt x="1715" y="40"/>
                  <a:pt x="1715" y="46"/>
                </a:cubicBezTo>
                <a:cubicBezTo>
                  <a:pt x="1715" y="52"/>
                  <a:pt x="1713" y="57"/>
                  <a:pt x="1708" y="61"/>
                </a:cubicBezTo>
                <a:cubicBezTo>
                  <a:pt x="1704" y="65"/>
                  <a:pt x="1699" y="67"/>
                  <a:pt x="1693" y="67"/>
                </a:cubicBezTo>
                <a:lnTo>
                  <a:pt x="1559" y="67"/>
                </a:lnTo>
                <a:cubicBezTo>
                  <a:pt x="1553" y="67"/>
                  <a:pt x="1548" y="65"/>
                  <a:pt x="1544" y="61"/>
                </a:cubicBezTo>
                <a:cubicBezTo>
                  <a:pt x="1539" y="57"/>
                  <a:pt x="1537" y="52"/>
                  <a:pt x="1537" y="46"/>
                </a:cubicBezTo>
                <a:cubicBezTo>
                  <a:pt x="1537" y="40"/>
                  <a:pt x="1539" y="35"/>
                  <a:pt x="1543" y="31"/>
                </a:cubicBezTo>
                <a:cubicBezTo>
                  <a:pt x="1548" y="27"/>
                  <a:pt x="1553" y="25"/>
                  <a:pt x="1559" y="25"/>
                </a:cubicBezTo>
                <a:moveTo>
                  <a:pt x="1865" y="25"/>
                </a:moveTo>
                <a:lnTo>
                  <a:pt x="2001" y="25"/>
                </a:lnTo>
                <a:cubicBezTo>
                  <a:pt x="2007" y="25"/>
                  <a:pt x="2012" y="27"/>
                  <a:pt x="2016" y="31"/>
                </a:cubicBezTo>
                <a:cubicBezTo>
                  <a:pt x="2020" y="35"/>
                  <a:pt x="2022" y="40"/>
                  <a:pt x="2022" y="46"/>
                </a:cubicBezTo>
                <a:cubicBezTo>
                  <a:pt x="2022" y="52"/>
                  <a:pt x="2020" y="57"/>
                  <a:pt x="2016" y="61"/>
                </a:cubicBezTo>
                <a:cubicBezTo>
                  <a:pt x="2012" y="65"/>
                  <a:pt x="2007" y="67"/>
                  <a:pt x="2001" y="67"/>
                </a:cubicBezTo>
                <a:lnTo>
                  <a:pt x="1865" y="67"/>
                </a:lnTo>
                <a:cubicBezTo>
                  <a:pt x="1859" y="67"/>
                  <a:pt x="1854" y="65"/>
                  <a:pt x="1850" y="61"/>
                </a:cubicBezTo>
                <a:cubicBezTo>
                  <a:pt x="1846" y="57"/>
                  <a:pt x="1844" y="52"/>
                  <a:pt x="1844" y="46"/>
                </a:cubicBezTo>
                <a:cubicBezTo>
                  <a:pt x="1844" y="40"/>
                  <a:pt x="1846" y="35"/>
                  <a:pt x="1850" y="31"/>
                </a:cubicBezTo>
                <a:cubicBezTo>
                  <a:pt x="1854" y="27"/>
                  <a:pt x="1859" y="25"/>
                  <a:pt x="1865" y="25"/>
                </a:cubicBezTo>
                <a:moveTo>
                  <a:pt x="2171" y="25"/>
                </a:moveTo>
                <a:lnTo>
                  <a:pt x="2309" y="25"/>
                </a:lnTo>
                <a:cubicBezTo>
                  <a:pt x="2315" y="25"/>
                  <a:pt x="2320" y="27"/>
                  <a:pt x="2324" y="31"/>
                </a:cubicBezTo>
                <a:cubicBezTo>
                  <a:pt x="2328" y="35"/>
                  <a:pt x="2330" y="40"/>
                  <a:pt x="2330" y="46"/>
                </a:cubicBezTo>
                <a:cubicBezTo>
                  <a:pt x="2330" y="52"/>
                  <a:pt x="2328" y="57"/>
                  <a:pt x="2324" y="61"/>
                </a:cubicBezTo>
                <a:cubicBezTo>
                  <a:pt x="2320" y="66"/>
                  <a:pt x="2315" y="68"/>
                  <a:pt x="2309" y="68"/>
                </a:cubicBezTo>
                <a:lnTo>
                  <a:pt x="2171" y="67"/>
                </a:lnTo>
                <a:cubicBezTo>
                  <a:pt x="2165" y="67"/>
                  <a:pt x="2160" y="65"/>
                  <a:pt x="2156" y="61"/>
                </a:cubicBezTo>
                <a:cubicBezTo>
                  <a:pt x="2152" y="57"/>
                  <a:pt x="2150" y="52"/>
                  <a:pt x="2150" y="46"/>
                </a:cubicBezTo>
                <a:cubicBezTo>
                  <a:pt x="2150" y="40"/>
                  <a:pt x="2152" y="35"/>
                  <a:pt x="2156" y="31"/>
                </a:cubicBezTo>
                <a:cubicBezTo>
                  <a:pt x="2160" y="27"/>
                  <a:pt x="2165" y="25"/>
                  <a:pt x="2171" y="25"/>
                </a:cubicBezTo>
                <a:moveTo>
                  <a:pt x="2478" y="25"/>
                </a:moveTo>
                <a:lnTo>
                  <a:pt x="2616" y="26"/>
                </a:lnTo>
                <a:cubicBezTo>
                  <a:pt x="2622" y="26"/>
                  <a:pt x="2627" y="28"/>
                  <a:pt x="2631" y="32"/>
                </a:cubicBezTo>
                <a:cubicBezTo>
                  <a:pt x="2635" y="36"/>
                  <a:pt x="2637" y="41"/>
                  <a:pt x="2637" y="47"/>
                </a:cubicBezTo>
                <a:cubicBezTo>
                  <a:pt x="2637" y="53"/>
                  <a:pt x="2635" y="58"/>
                  <a:pt x="2631" y="62"/>
                </a:cubicBezTo>
                <a:cubicBezTo>
                  <a:pt x="2627" y="66"/>
                  <a:pt x="2622" y="68"/>
                  <a:pt x="2616" y="68"/>
                </a:cubicBezTo>
                <a:lnTo>
                  <a:pt x="2478" y="68"/>
                </a:lnTo>
                <a:cubicBezTo>
                  <a:pt x="2472" y="68"/>
                  <a:pt x="2467" y="66"/>
                  <a:pt x="2463" y="62"/>
                </a:cubicBezTo>
                <a:cubicBezTo>
                  <a:pt x="2459" y="58"/>
                  <a:pt x="2457" y="52"/>
                  <a:pt x="2457" y="47"/>
                </a:cubicBezTo>
                <a:cubicBezTo>
                  <a:pt x="2457" y="41"/>
                  <a:pt x="2459" y="36"/>
                  <a:pt x="2463" y="31"/>
                </a:cubicBezTo>
                <a:cubicBezTo>
                  <a:pt x="2467" y="27"/>
                  <a:pt x="2472" y="25"/>
                  <a:pt x="2478" y="25"/>
                </a:cubicBezTo>
                <a:moveTo>
                  <a:pt x="2786" y="26"/>
                </a:moveTo>
                <a:lnTo>
                  <a:pt x="2923" y="27"/>
                </a:lnTo>
                <a:cubicBezTo>
                  <a:pt x="2928" y="27"/>
                  <a:pt x="2933" y="29"/>
                  <a:pt x="2938" y="33"/>
                </a:cubicBezTo>
                <a:cubicBezTo>
                  <a:pt x="2942" y="38"/>
                  <a:pt x="2944" y="43"/>
                  <a:pt x="2944" y="49"/>
                </a:cubicBezTo>
                <a:cubicBezTo>
                  <a:pt x="2944" y="54"/>
                  <a:pt x="2942" y="59"/>
                  <a:pt x="2937" y="64"/>
                </a:cubicBezTo>
                <a:cubicBezTo>
                  <a:pt x="2933" y="68"/>
                  <a:pt x="2928" y="70"/>
                  <a:pt x="2922" y="70"/>
                </a:cubicBezTo>
                <a:lnTo>
                  <a:pt x="2786" y="69"/>
                </a:lnTo>
                <a:cubicBezTo>
                  <a:pt x="2780" y="69"/>
                  <a:pt x="2775" y="67"/>
                  <a:pt x="2770" y="63"/>
                </a:cubicBezTo>
                <a:cubicBezTo>
                  <a:pt x="2766" y="59"/>
                  <a:pt x="2764" y="54"/>
                  <a:pt x="2764" y="48"/>
                </a:cubicBezTo>
                <a:cubicBezTo>
                  <a:pt x="2764" y="42"/>
                  <a:pt x="2766" y="37"/>
                  <a:pt x="2771" y="33"/>
                </a:cubicBezTo>
                <a:cubicBezTo>
                  <a:pt x="2775" y="28"/>
                  <a:pt x="2780" y="26"/>
                  <a:pt x="2786" y="26"/>
                </a:cubicBezTo>
                <a:moveTo>
                  <a:pt x="3094" y="28"/>
                </a:moveTo>
                <a:lnTo>
                  <a:pt x="3229" y="29"/>
                </a:lnTo>
                <a:cubicBezTo>
                  <a:pt x="3235" y="29"/>
                  <a:pt x="3240" y="31"/>
                  <a:pt x="3244" y="35"/>
                </a:cubicBezTo>
                <a:cubicBezTo>
                  <a:pt x="3248" y="40"/>
                  <a:pt x="3250" y="45"/>
                  <a:pt x="3250" y="51"/>
                </a:cubicBezTo>
                <a:cubicBezTo>
                  <a:pt x="3250" y="56"/>
                  <a:pt x="3248" y="61"/>
                  <a:pt x="3244" y="66"/>
                </a:cubicBezTo>
                <a:cubicBezTo>
                  <a:pt x="3240" y="70"/>
                  <a:pt x="3235" y="72"/>
                  <a:pt x="3229" y="72"/>
                </a:cubicBezTo>
                <a:lnTo>
                  <a:pt x="3094" y="71"/>
                </a:lnTo>
                <a:cubicBezTo>
                  <a:pt x="3088" y="71"/>
                  <a:pt x="3083" y="69"/>
                  <a:pt x="3079" y="64"/>
                </a:cubicBezTo>
                <a:cubicBezTo>
                  <a:pt x="3074" y="60"/>
                  <a:pt x="3072" y="55"/>
                  <a:pt x="3072" y="49"/>
                </a:cubicBezTo>
                <a:cubicBezTo>
                  <a:pt x="3072" y="43"/>
                  <a:pt x="3075" y="38"/>
                  <a:pt x="3079" y="34"/>
                </a:cubicBezTo>
                <a:cubicBezTo>
                  <a:pt x="3083" y="30"/>
                  <a:pt x="3088" y="28"/>
                  <a:pt x="3094" y="28"/>
                </a:cubicBezTo>
                <a:moveTo>
                  <a:pt x="3404" y="30"/>
                </a:moveTo>
                <a:lnTo>
                  <a:pt x="3537" y="31"/>
                </a:lnTo>
                <a:cubicBezTo>
                  <a:pt x="3542" y="32"/>
                  <a:pt x="3547" y="34"/>
                  <a:pt x="3552" y="38"/>
                </a:cubicBezTo>
                <a:cubicBezTo>
                  <a:pt x="3556" y="42"/>
                  <a:pt x="3558" y="47"/>
                  <a:pt x="3558" y="53"/>
                </a:cubicBezTo>
                <a:cubicBezTo>
                  <a:pt x="3558" y="59"/>
                  <a:pt x="3556" y="64"/>
                  <a:pt x="3551" y="68"/>
                </a:cubicBezTo>
                <a:cubicBezTo>
                  <a:pt x="3547" y="72"/>
                  <a:pt x="3542" y="74"/>
                  <a:pt x="3536" y="74"/>
                </a:cubicBezTo>
                <a:lnTo>
                  <a:pt x="3403" y="73"/>
                </a:lnTo>
                <a:cubicBezTo>
                  <a:pt x="3397" y="73"/>
                  <a:pt x="3392" y="71"/>
                  <a:pt x="3388" y="67"/>
                </a:cubicBezTo>
                <a:cubicBezTo>
                  <a:pt x="3384" y="62"/>
                  <a:pt x="3382" y="57"/>
                  <a:pt x="3382" y="52"/>
                </a:cubicBezTo>
                <a:cubicBezTo>
                  <a:pt x="3382" y="46"/>
                  <a:pt x="3384" y="41"/>
                  <a:pt x="3388" y="36"/>
                </a:cubicBezTo>
                <a:cubicBezTo>
                  <a:pt x="3393" y="32"/>
                  <a:pt x="3398" y="30"/>
                  <a:pt x="3404" y="30"/>
                </a:cubicBezTo>
                <a:moveTo>
                  <a:pt x="3708" y="33"/>
                </a:moveTo>
                <a:lnTo>
                  <a:pt x="3805" y="34"/>
                </a:lnTo>
                <a:cubicBezTo>
                  <a:pt x="3806" y="34"/>
                  <a:pt x="3806" y="34"/>
                  <a:pt x="3807" y="34"/>
                </a:cubicBezTo>
                <a:lnTo>
                  <a:pt x="3807" y="26"/>
                </a:lnTo>
                <a:cubicBezTo>
                  <a:pt x="3808" y="20"/>
                  <a:pt x="3810" y="16"/>
                  <a:pt x="3814" y="12"/>
                </a:cubicBezTo>
                <a:cubicBezTo>
                  <a:pt x="3819" y="8"/>
                  <a:pt x="3824" y="6"/>
                  <a:pt x="3830" y="6"/>
                </a:cubicBezTo>
                <a:cubicBezTo>
                  <a:pt x="3836" y="7"/>
                  <a:pt x="3841" y="9"/>
                  <a:pt x="3845" y="14"/>
                </a:cubicBezTo>
                <a:cubicBezTo>
                  <a:pt x="3848" y="18"/>
                  <a:pt x="3850" y="23"/>
                  <a:pt x="3850" y="29"/>
                </a:cubicBezTo>
                <a:lnTo>
                  <a:pt x="3841" y="167"/>
                </a:lnTo>
                <a:cubicBezTo>
                  <a:pt x="3841" y="173"/>
                  <a:pt x="3838" y="177"/>
                  <a:pt x="3834" y="181"/>
                </a:cubicBezTo>
                <a:cubicBezTo>
                  <a:pt x="3830" y="185"/>
                  <a:pt x="3824" y="187"/>
                  <a:pt x="3819" y="187"/>
                </a:cubicBezTo>
                <a:cubicBezTo>
                  <a:pt x="3813" y="186"/>
                  <a:pt x="3808" y="184"/>
                  <a:pt x="3804" y="179"/>
                </a:cubicBezTo>
                <a:cubicBezTo>
                  <a:pt x="3800" y="175"/>
                  <a:pt x="3798" y="170"/>
                  <a:pt x="3799" y="164"/>
                </a:cubicBezTo>
                <a:lnTo>
                  <a:pt x="3804" y="77"/>
                </a:lnTo>
                <a:lnTo>
                  <a:pt x="3708" y="76"/>
                </a:lnTo>
                <a:cubicBezTo>
                  <a:pt x="3702" y="76"/>
                  <a:pt x="3697" y="74"/>
                  <a:pt x="3693" y="69"/>
                </a:cubicBezTo>
                <a:cubicBezTo>
                  <a:pt x="3689" y="65"/>
                  <a:pt x="3687" y="60"/>
                  <a:pt x="3687" y="54"/>
                </a:cubicBezTo>
                <a:cubicBezTo>
                  <a:pt x="3687" y="48"/>
                  <a:pt x="3689" y="43"/>
                  <a:pt x="3693" y="39"/>
                </a:cubicBezTo>
                <a:cubicBezTo>
                  <a:pt x="3697" y="35"/>
                  <a:pt x="3702" y="33"/>
                  <a:pt x="3708" y="33"/>
                </a:cubicBezTo>
                <a:moveTo>
                  <a:pt x="3833" y="337"/>
                </a:moveTo>
                <a:lnTo>
                  <a:pt x="3827" y="472"/>
                </a:lnTo>
                <a:cubicBezTo>
                  <a:pt x="3827" y="478"/>
                  <a:pt x="3825" y="483"/>
                  <a:pt x="3820" y="487"/>
                </a:cubicBezTo>
                <a:cubicBezTo>
                  <a:pt x="3816" y="491"/>
                  <a:pt x="3811" y="493"/>
                  <a:pt x="3805" y="493"/>
                </a:cubicBezTo>
                <a:cubicBezTo>
                  <a:pt x="3799" y="493"/>
                  <a:pt x="3794" y="490"/>
                  <a:pt x="3790" y="486"/>
                </a:cubicBezTo>
                <a:cubicBezTo>
                  <a:pt x="3786" y="482"/>
                  <a:pt x="3784" y="477"/>
                  <a:pt x="3785" y="471"/>
                </a:cubicBezTo>
                <a:lnTo>
                  <a:pt x="3790" y="335"/>
                </a:lnTo>
                <a:cubicBezTo>
                  <a:pt x="3790" y="329"/>
                  <a:pt x="3792" y="324"/>
                  <a:pt x="3797" y="320"/>
                </a:cubicBezTo>
                <a:cubicBezTo>
                  <a:pt x="3801" y="316"/>
                  <a:pt x="3806" y="314"/>
                  <a:pt x="3812" y="315"/>
                </a:cubicBezTo>
                <a:cubicBezTo>
                  <a:pt x="3818" y="315"/>
                  <a:pt x="3823" y="317"/>
                  <a:pt x="3827" y="322"/>
                </a:cubicBezTo>
                <a:cubicBezTo>
                  <a:pt x="3831" y="326"/>
                  <a:pt x="3833" y="331"/>
                  <a:pt x="3833" y="337"/>
                </a:cubicBezTo>
                <a:moveTo>
                  <a:pt x="3822" y="646"/>
                </a:moveTo>
                <a:lnTo>
                  <a:pt x="3819" y="781"/>
                </a:lnTo>
                <a:cubicBezTo>
                  <a:pt x="3819" y="787"/>
                  <a:pt x="3817" y="792"/>
                  <a:pt x="3812" y="796"/>
                </a:cubicBezTo>
                <a:cubicBezTo>
                  <a:pt x="3808" y="800"/>
                  <a:pt x="3803" y="802"/>
                  <a:pt x="3797" y="802"/>
                </a:cubicBezTo>
                <a:cubicBezTo>
                  <a:pt x="3791" y="802"/>
                  <a:pt x="3786" y="800"/>
                  <a:pt x="3782" y="796"/>
                </a:cubicBezTo>
                <a:cubicBezTo>
                  <a:pt x="3778" y="791"/>
                  <a:pt x="3776" y="786"/>
                  <a:pt x="3776" y="780"/>
                </a:cubicBezTo>
                <a:lnTo>
                  <a:pt x="3779" y="645"/>
                </a:lnTo>
                <a:cubicBezTo>
                  <a:pt x="3779" y="639"/>
                  <a:pt x="3782" y="634"/>
                  <a:pt x="3786" y="630"/>
                </a:cubicBezTo>
                <a:cubicBezTo>
                  <a:pt x="3790" y="626"/>
                  <a:pt x="3795" y="624"/>
                  <a:pt x="3801" y="624"/>
                </a:cubicBezTo>
                <a:cubicBezTo>
                  <a:pt x="3807" y="624"/>
                  <a:pt x="3812" y="626"/>
                  <a:pt x="3816" y="630"/>
                </a:cubicBezTo>
                <a:cubicBezTo>
                  <a:pt x="3820" y="635"/>
                  <a:pt x="3822" y="640"/>
                  <a:pt x="3822" y="646"/>
                </a:cubicBezTo>
                <a:moveTo>
                  <a:pt x="3817" y="954"/>
                </a:moveTo>
                <a:lnTo>
                  <a:pt x="3816" y="1092"/>
                </a:lnTo>
                <a:cubicBezTo>
                  <a:pt x="3816" y="1098"/>
                  <a:pt x="3814" y="1103"/>
                  <a:pt x="3810" y="1107"/>
                </a:cubicBezTo>
                <a:cubicBezTo>
                  <a:pt x="3805" y="1111"/>
                  <a:pt x="3800" y="1113"/>
                  <a:pt x="3794" y="1113"/>
                </a:cubicBezTo>
                <a:cubicBezTo>
                  <a:pt x="3789" y="1113"/>
                  <a:pt x="3784" y="1111"/>
                  <a:pt x="3779" y="1107"/>
                </a:cubicBezTo>
                <a:cubicBezTo>
                  <a:pt x="3775" y="1103"/>
                  <a:pt x="3773" y="1098"/>
                  <a:pt x="3773" y="1092"/>
                </a:cubicBezTo>
                <a:lnTo>
                  <a:pt x="3774" y="954"/>
                </a:lnTo>
                <a:cubicBezTo>
                  <a:pt x="3774" y="948"/>
                  <a:pt x="3776" y="943"/>
                  <a:pt x="3780" y="939"/>
                </a:cubicBezTo>
                <a:cubicBezTo>
                  <a:pt x="3785" y="934"/>
                  <a:pt x="3790" y="932"/>
                  <a:pt x="3796" y="932"/>
                </a:cubicBezTo>
                <a:cubicBezTo>
                  <a:pt x="3801" y="932"/>
                  <a:pt x="3806" y="935"/>
                  <a:pt x="3811" y="939"/>
                </a:cubicBezTo>
                <a:cubicBezTo>
                  <a:pt x="3815" y="943"/>
                  <a:pt x="3817" y="948"/>
                  <a:pt x="3817" y="954"/>
                </a:cubicBezTo>
                <a:moveTo>
                  <a:pt x="3816" y="1258"/>
                </a:moveTo>
                <a:lnTo>
                  <a:pt x="3817" y="1395"/>
                </a:lnTo>
                <a:cubicBezTo>
                  <a:pt x="3817" y="1401"/>
                  <a:pt x="3815" y="1406"/>
                  <a:pt x="3811" y="1410"/>
                </a:cubicBezTo>
                <a:cubicBezTo>
                  <a:pt x="3806" y="1414"/>
                  <a:pt x="3801" y="1416"/>
                  <a:pt x="3795" y="1416"/>
                </a:cubicBezTo>
                <a:cubicBezTo>
                  <a:pt x="3790" y="1416"/>
                  <a:pt x="3785" y="1414"/>
                  <a:pt x="3780" y="1410"/>
                </a:cubicBezTo>
                <a:cubicBezTo>
                  <a:pt x="3776" y="1406"/>
                  <a:pt x="3774" y="1401"/>
                  <a:pt x="3774" y="1395"/>
                </a:cubicBezTo>
                <a:lnTo>
                  <a:pt x="3773" y="1258"/>
                </a:lnTo>
                <a:cubicBezTo>
                  <a:pt x="3773" y="1252"/>
                  <a:pt x="3775" y="1247"/>
                  <a:pt x="3779" y="1243"/>
                </a:cubicBezTo>
                <a:cubicBezTo>
                  <a:pt x="3784" y="1239"/>
                  <a:pt x="3789" y="1237"/>
                  <a:pt x="3795" y="1237"/>
                </a:cubicBezTo>
                <a:cubicBezTo>
                  <a:pt x="3800" y="1237"/>
                  <a:pt x="3805" y="1239"/>
                  <a:pt x="3810" y="1243"/>
                </a:cubicBezTo>
                <a:cubicBezTo>
                  <a:pt x="3814" y="1247"/>
                  <a:pt x="3816" y="1252"/>
                  <a:pt x="3816" y="1258"/>
                </a:cubicBezTo>
                <a:moveTo>
                  <a:pt x="3818" y="1609"/>
                </a:moveTo>
                <a:lnTo>
                  <a:pt x="3695" y="1608"/>
                </a:lnTo>
                <a:lnTo>
                  <a:pt x="3680" y="1607"/>
                </a:lnTo>
                <a:cubicBezTo>
                  <a:pt x="3674" y="1607"/>
                  <a:pt x="3669" y="1605"/>
                  <a:pt x="3665" y="1601"/>
                </a:cubicBezTo>
                <a:cubicBezTo>
                  <a:pt x="3661" y="1597"/>
                  <a:pt x="3659" y="1592"/>
                  <a:pt x="3659" y="1586"/>
                </a:cubicBezTo>
                <a:cubicBezTo>
                  <a:pt x="3659" y="1580"/>
                  <a:pt x="3661" y="1575"/>
                  <a:pt x="3666" y="1571"/>
                </a:cubicBezTo>
                <a:cubicBezTo>
                  <a:pt x="3670" y="1567"/>
                  <a:pt x="3675" y="1565"/>
                  <a:pt x="3681" y="1565"/>
                </a:cubicBezTo>
                <a:lnTo>
                  <a:pt x="3696" y="1565"/>
                </a:lnTo>
                <a:lnTo>
                  <a:pt x="3818" y="1567"/>
                </a:lnTo>
                <a:cubicBezTo>
                  <a:pt x="3824" y="1567"/>
                  <a:pt x="3829" y="1569"/>
                  <a:pt x="3833" y="1573"/>
                </a:cubicBezTo>
                <a:cubicBezTo>
                  <a:pt x="3837" y="1577"/>
                  <a:pt x="3839" y="1582"/>
                  <a:pt x="3839" y="1588"/>
                </a:cubicBezTo>
                <a:cubicBezTo>
                  <a:pt x="3839" y="1594"/>
                  <a:pt x="3837" y="1599"/>
                  <a:pt x="3833" y="1603"/>
                </a:cubicBezTo>
                <a:cubicBezTo>
                  <a:pt x="3829" y="1607"/>
                  <a:pt x="3824" y="1609"/>
                  <a:pt x="3818" y="1609"/>
                </a:cubicBezTo>
                <a:moveTo>
                  <a:pt x="3508" y="1605"/>
                </a:moveTo>
                <a:lnTo>
                  <a:pt x="3371" y="1603"/>
                </a:lnTo>
                <a:cubicBezTo>
                  <a:pt x="3365" y="1603"/>
                  <a:pt x="3360" y="1601"/>
                  <a:pt x="3356" y="1597"/>
                </a:cubicBezTo>
                <a:cubicBezTo>
                  <a:pt x="3352" y="1593"/>
                  <a:pt x="3350" y="1588"/>
                  <a:pt x="3350" y="1582"/>
                </a:cubicBezTo>
                <a:cubicBezTo>
                  <a:pt x="3350" y="1576"/>
                  <a:pt x="3352" y="1571"/>
                  <a:pt x="3357" y="1567"/>
                </a:cubicBezTo>
                <a:cubicBezTo>
                  <a:pt x="3361" y="1563"/>
                  <a:pt x="3366" y="1560"/>
                  <a:pt x="3372" y="1561"/>
                </a:cubicBezTo>
                <a:lnTo>
                  <a:pt x="3509" y="1562"/>
                </a:lnTo>
                <a:cubicBezTo>
                  <a:pt x="3515" y="1562"/>
                  <a:pt x="3520" y="1565"/>
                  <a:pt x="3524" y="1569"/>
                </a:cubicBezTo>
                <a:cubicBezTo>
                  <a:pt x="3528" y="1573"/>
                  <a:pt x="3530" y="1578"/>
                  <a:pt x="3530" y="1584"/>
                </a:cubicBezTo>
                <a:cubicBezTo>
                  <a:pt x="3530" y="1590"/>
                  <a:pt x="3528" y="1595"/>
                  <a:pt x="3524" y="1599"/>
                </a:cubicBezTo>
                <a:cubicBezTo>
                  <a:pt x="3519" y="1603"/>
                  <a:pt x="3514" y="1605"/>
                  <a:pt x="3508" y="1605"/>
                </a:cubicBezTo>
                <a:moveTo>
                  <a:pt x="3200" y="1601"/>
                </a:moveTo>
                <a:lnTo>
                  <a:pt x="3064" y="1599"/>
                </a:lnTo>
                <a:cubicBezTo>
                  <a:pt x="3058" y="1599"/>
                  <a:pt x="3053" y="1597"/>
                  <a:pt x="3049" y="1593"/>
                </a:cubicBezTo>
                <a:cubicBezTo>
                  <a:pt x="3044" y="1589"/>
                  <a:pt x="3042" y="1584"/>
                  <a:pt x="3042" y="1578"/>
                </a:cubicBezTo>
                <a:cubicBezTo>
                  <a:pt x="3043" y="1572"/>
                  <a:pt x="3045" y="1567"/>
                  <a:pt x="3049" y="1563"/>
                </a:cubicBezTo>
                <a:cubicBezTo>
                  <a:pt x="3053" y="1559"/>
                  <a:pt x="3058" y="1557"/>
                  <a:pt x="3064" y="1557"/>
                </a:cubicBezTo>
                <a:lnTo>
                  <a:pt x="3201" y="1558"/>
                </a:lnTo>
                <a:cubicBezTo>
                  <a:pt x="3206" y="1558"/>
                  <a:pt x="3211" y="1561"/>
                  <a:pt x="3216" y="1565"/>
                </a:cubicBezTo>
                <a:cubicBezTo>
                  <a:pt x="3220" y="1569"/>
                  <a:pt x="3222" y="1574"/>
                  <a:pt x="3222" y="1580"/>
                </a:cubicBezTo>
                <a:cubicBezTo>
                  <a:pt x="3222" y="1586"/>
                  <a:pt x="3219" y="1591"/>
                  <a:pt x="3215" y="1595"/>
                </a:cubicBezTo>
                <a:cubicBezTo>
                  <a:pt x="3211" y="1599"/>
                  <a:pt x="3206" y="1601"/>
                  <a:pt x="3200" y="1601"/>
                </a:cubicBezTo>
                <a:moveTo>
                  <a:pt x="2894" y="1597"/>
                </a:moveTo>
                <a:lnTo>
                  <a:pt x="2759" y="1596"/>
                </a:lnTo>
                <a:cubicBezTo>
                  <a:pt x="2753" y="1596"/>
                  <a:pt x="2748" y="1594"/>
                  <a:pt x="2744" y="1589"/>
                </a:cubicBezTo>
                <a:cubicBezTo>
                  <a:pt x="2739" y="1585"/>
                  <a:pt x="2737" y="1580"/>
                  <a:pt x="2738" y="1574"/>
                </a:cubicBezTo>
                <a:cubicBezTo>
                  <a:pt x="2738" y="1568"/>
                  <a:pt x="2740" y="1563"/>
                  <a:pt x="2744" y="1559"/>
                </a:cubicBezTo>
                <a:cubicBezTo>
                  <a:pt x="2748" y="1555"/>
                  <a:pt x="2753" y="1553"/>
                  <a:pt x="2759" y="1553"/>
                </a:cubicBezTo>
                <a:lnTo>
                  <a:pt x="2894" y="1555"/>
                </a:lnTo>
                <a:cubicBezTo>
                  <a:pt x="2900" y="1555"/>
                  <a:pt x="2905" y="1557"/>
                  <a:pt x="2909" y="1561"/>
                </a:cubicBezTo>
                <a:cubicBezTo>
                  <a:pt x="2913" y="1565"/>
                  <a:pt x="2915" y="1570"/>
                  <a:pt x="2915" y="1576"/>
                </a:cubicBezTo>
                <a:cubicBezTo>
                  <a:pt x="2915" y="1582"/>
                  <a:pt x="2913" y="1587"/>
                  <a:pt x="2909" y="1591"/>
                </a:cubicBezTo>
                <a:cubicBezTo>
                  <a:pt x="2905" y="1595"/>
                  <a:pt x="2900" y="1597"/>
                  <a:pt x="2894" y="1597"/>
                </a:cubicBezTo>
                <a:moveTo>
                  <a:pt x="2587" y="1594"/>
                </a:moveTo>
                <a:lnTo>
                  <a:pt x="2450" y="1593"/>
                </a:lnTo>
                <a:cubicBezTo>
                  <a:pt x="2444" y="1592"/>
                  <a:pt x="2439" y="1590"/>
                  <a:pt x="2435" y="1586"/>
                </a:cubicBezTo>
                <a:cubicBezTo>
                  <a:pt x="2430" y="1582"/>
                  <a:pt x="2428" y="1577"/>
                  <a:pt x="2428" y="1571"/>
                </a:cubicBezTo>
                <a:cubicBezTo>
                  <a:pt x="2428" y="1565"/>
                  <a:pt x="2431" y="1560"/>
                  <a:pt x="2435" y="1556"/>
                </a:cubicBezTo>
                <a:cubicBezTo>
                  <a:pt x="2439" y="1552"/>
                  <a:pt x="2444" y="1550"/>
                  <a:pt x="2450" y="1550"/>
                </a:cubicBezTo>
                <a:lnTo>
                  <a:pt x="2587" y="1551"/>
                </a:lnTo>
                <a:cubicBezTo>
                  <a:pt x="2593" y="1551"/>
                  <a:pt x="2598" y="1553"/>
                  <a:pt x="2602" y="1558"/>
                </a:cubicBezTo>
                <a:cubicBezTo>
                  <a:pt x="2606" y="1562"/>
                  <a:pt x="2608" y="1567"/>
                  <a:pt x="2608" y="1573"/>
                </a:cubicBezTo>
                <a:cubicBezTo>
                  <a:pt x="2608" y="1579"/>
                  <a:pt x="2606" y="1584"/>
                  <a:pt x="2602" y="1588"/>
                </a:cubicBezTo>
                <a:cubicBezTo>
                  <a:pt x="2598" y="1592"/>
                  <a:pt x="2593" y="1594"/>
                  <a:pt x="2587" y="1594"/>
                </a:cubicBezTo>
                <a:moveTo>
                  <a:pt x="2280" y="1591"/>
                </a:moveTo>
                <a:lnTo>
                  <a:pt x="2143" y="1590"/>
                </a:lnTo>
                <a:cubicBezTo>
                  <a:pt x="2137" y="1590"/>
                  <a:pt x="2132" y="1588"/>
                  <a:pt x="2128" y="1583"/>
                </a:cubicBezTo>
                <a:cubicBezTo>
                  <a:pt x="2124" y="1579"/>
                  <a:pt x="2122" y="1574"/>
                  <a:pt x="2122" y="1568"/>
                </a:cubicBezTo>
                <a:cubicBezTo>
                  <a:pt x="2122" y="1562"/>
                  <a:pt x="2124" y="1557"/>
                  <a:pt x="2128" y="1553"/>
                </a:cubicBezTo>
                <a:cubicBezTo>
                  <a:pt x="2132" y="1549"/>
                  <a:pt x="2137" y="1547"/>
                  <a:pt x="2143" y="1547"/>
                </a:cubicBezTo>
                <a:lnTo>
                  <a:pt x="2280" y="1548"/>
                </a:lnTo>
                <a:cubicBezTo>
                  <a:pt x="2286" y="1548"/>
                  <a:pt x="2291" y="1550"/>
                  <a:pt x="2295" y="1555"/>
                </a:cubicBezTo>
                <a:cubicBezTo>
                  <a:pt x="2299" y="1559"/>
                  <a:pt x="2301" y="1564"/>
                  <a:pt x="2301" y="1570"/>
                </a:cubicBezTo>
                <a:cubicBezTo>
                  <a:pt x="2301" y="1576"/>
                  <a:pt x="2299" y="1581"/>
                  <a:pt x="2295" y="1585"/>
                </a:cubicBezTo>
                <a:cubicBezTo>
                  <a:pt x="2291" y="1589"/>
                  <a:pt x="2286" y="1591"/>
                  <a:pt x="2280" y="1591"/>
                </a:cubicBezTo>
                <a:moveTo>
                  <a:pt x="1971" y="1588"/>
                </a:moveTo>
                <a:lnTo>
                  <a:pt x="1835" y="1588"/>
                </a:lnTo>
                <a:cubicBezTo>
                  <a:pt x="1829" y="1588"/>
                  <a:pt x="1824" y="1585"/>
                  <a:pt x="1820" y="1581"/>
                </a:cubicBezTo>
                <a:cubicBezTo>
                  <a:pt x="1815" y="1577"/>
                  <a:pt x="1813" y="1572"/>
                  <a:pt x="1813" y="1566"/>
                </a:cubicBezTo>
                <a:cubicBezTo>
                  <a:pt x="1813" y="1560"/>
                  <a:pt x="1816" y="1555"/>
                  <a:pt x="1820" y="1551"/>
                </a:cubicBezTo>
                <a:cubicBezTo>
                  <a:pt x="1824" y="1547"/>
                  <a:pt x="1829" y="1545"/>
                  <a:pt x="1835" y="1545"/>
                </a:cubicBezTo>
                <a:lnTo>
                  <a:pt x="1971" y="1546"/>
                </a:lnTo>
                <a:cubicBezTo>
                  <a:pt x="1977" y="1546"/>
                  <a:pt x="1982" y="1548"/>
                  <a:pt x="1986" y="1552"/>
                </a:cubicBezTo>
                <a:cubicBezTo>
                  <a:pt x="1990" y="1556"/>
                  <a:pt x="1992" y="1561"/>
                  <a:pt x="1992" y="1567"/>
                </a:cubicBezTo>
                <a:cubicBezTo>
                  <a:pt x="1992" y="1573"/>
                  <a:pt x="1990" y="1578"/>
                  <a:pt x="1986" y="1582"/>
                </a:cubicBezTo>
                <a:cubicBezTo>
                  <a:pt x="1982" y="1586"/>
                  <a:pt x="1977" y="1589"/>
                  <a:pt x="1971" y="1588"/>
                </a:cubicBezTo>
                <a:moveTo>
                  <a:pt x="1665" y="1587"/>
                </a:moveTo>
                <a:lnTo>
                  <a:pt x="1526" y="1586"/>
                </a:lnTo>
                <a:cubicBezTo>
                  <a:pt x="1520" y="1586"/>
                  <a:pt x="1515" y="1584"/>
                  <a:pt x="1511" y="1580"/>
                </a:cubicBezTo>
                <a:cubicBezTo>
                  <a:pt x="1507" y="1576"/>
                  <a:pt x="1505" y="1571"/>
                  <a:pt x="1505" y="1565"/>
                </a:cubicBezTo>
                <a:cubicBezTo>
                  <a:pt x="1505" y="1559"/>
                  <a:pt x="1507" y="1554"/>
                  <a:pt x="1511" y="1550"/>
                </a:cubicBezTo>
                <a:cubicBezTo>
                  <a:pt x="1515" y="1546"/>
                  <a:pt x="1520" y="1544"/>
                  <a:pt x="1526" y="1544"/>
                </a:cubicBezTo>
                <a:lnTo>
                  <a:pt x="1665" y="1544"/>
                </a:lnTo>
                <a:cubicBezTo>
                  <a:pt x="1671" y="1544"/>
                  <a:pt x="1676" y="1546"/>
                  <a:pt x="1680" y="1550"/>
                </a:cubicBezTo>
                <a:cubicBezTo>
                  <a:pt x="1685" y="1555"/>
                  <a:pt x="1687" y="1560"/>
                  <a:pt x="1687" y="1566"/>
                </a:cubicBezTo>
                <a:cubicBezTo>
                  <a:pt x="1687" y="1571"/>
                  <a:pt x="1684" y="1576"/>
                  <a:pt x="1680" y="1581"/>
                </a:cubicBezTo>
                <a:cubicBezTo>
                  <a:pt x="1676" y="1585"/>
                  <a:pt x="1671" y="1587"/>
                  <a:pt x="1665" y="1587"/>
                </a:cubicBezTo>
                <a:moveTo>
                  <a:pt x="1356" y="1586"/>
                </a:moveTo>
                <a:lnTo>
                  <a:pt x="1222" y="1586"/>
                </a:lnTo>
                <a:cubicBezTo>
                  <a:pt x="1216" y="1586"/>
                  <a:pt x="1211" y="1584"/>
                  <a:pt x="1207" y="1580"/>
                </a:cubicBezTo>
                <a:cubicBezTo>
                  <a:pt x="1203" y="1576"/>
                  <a:pt x="1201" y="1571"/>
                  <a:pt x="1201" y="1565"/>
                </a:cubicBezTo>
                <a:cubicBezTo>
                  <a:pt x="1201" y="1559"/>
                  <a:pt x="1203" y="1554"/>
                  <a:pt x="1207" y="1550"/>
                </a:cubicBezTo>
                <a:cubicBezTo>
                  <a:pt x="1211" y="1545"/>
                  <a:pt x="1216" y="1543"/>
                  <a:pt x="1222" y="1543"/>
                </a:cubicBezTo>
                <a:lnTo>
                  <a:pt x="1356" y="1543"/>
                </a:lnTo>
                <a:cubicBezTo>
                  <a:pt x="1362" y="1543"/>
                  <a:pt x="1367" y="1545"/>
                  <a:pt x="1371" y="1550"/>
                </a:cubicBezTo>
                <a:cubicBezTo>
                  <a:pt x="1375" y="1554"/>
                  <a:pt x="1377" y="1559"/>
                  <a:pt x="1377" y="1565"/>
                </a:cubicBezTo>
                <a:cubicBezTo>
                  <a:pt x="1377" y="1571"/>
                  <a:pt x="1375" y="1576"/>
                  <a:pt x="1371" y="1580"/>
                </a:cubicBezTo>
                <a:cubicBezTo>
                  <a:pt x="1367" y="1584"/>
                  <a:pt x="1362" y="1586"/>
                  <a:pt x="1356" y="1586"/>
                </a:cubicBezTo>
                <a:moveTo>
                  <a:pt x="1047" y="1586"/>
                </a:moveTo>
                <a:lnTo>
                  <a:pt x="911" y="1587"/>
                </a:lnTo>
                <a:cubicBezTo>
                  <a:pt x="905" y="1587"/>
                  <a:pt x="900" y="1585"/>
                  <a:pt x="896" y="1581"/>
                </a:cubicBezTo>
                <a:cubicBezTo>
                  <a:pt x="892" y="1577"/>
                  <a:pt x="890" y="1572"/>
                  <a:pt x="889" y="1566"/>
                </a:cubicBezTo>
                <a:cubicBezTo>
                  <a:pt x="889" y="1560"/>
                  <a:pt x="892" y="1555"/>
                  <a:pt x="896" y="1551"/>
                </a:cubicBezTo>
                <a:cubicBezTo>
                  <a:pt x="900" y="1547"/>
                  <a:pt x="905" y="1544"/>
                  <a:pt x="911" y="1544"/>
                </a:cubicBezTo>
                <a:lnTo>
                  <a:pt x="1047" y="1544"/>
                </a:lnTo>
                <a:cubicBezTo>
                  <a:pt x="1053" y="1544"/>
                  <a:pt x="1058" y="1546"/>
                  <a:pt x="1062" y="1550"/>
                </a:cubicBezTo>
                <a:cubicBezTo>
                  <a:pt x="1066" y="1554"/>
                  <a:pt x="1068" y="1559"/>
                  <a:pt x="1068" y="1565"/>
                </a:cubicBezTo>
                <a:cubicBezTo>
                  <a:pt x="1068" y="1571"/>
                  <a:pt x="1066" y="1576"/>
                  <a:pt x="1062" y="1580"/>
                </a:cubicBezTo>
                <a:cubicBezTo>
                  <a:pt x="1058" y="1584"/>
                  <a:pt x="1053" y="1586"/>
                  <a:pt x="1047" y="1586"/>
                </a:cubicBezTo>
                <a:moveTo>
                  <a:pt x="743" y="1588"/>
                </a:moveTo>
                <a:lnTo>
                  <a:pt x="602" y="1590"/>
                </a:lnTo>
                <a:cubicBezTo>
                  <a:pt x="596" y="1590"/>
                  <a:pt x="591" y="1588"/>
                  <a:pt x="587" y="1584"/>
                </a:cubicBezTo>
                <a:cubicBezTo>
                  <a:pt x="583" y="1580"/>
                  <a:pt x="581" y="1575"/>
                  <a:pt x="581" y="1569"/>
                </a:cubicBezTo>
                <a:cubicBezTo>
                  <a:pt x="581" y="1563"/>
                  <a:pt x="583" y="1558"/>
                  <a:pt x="587" y="1554"/>
                </a:cubicBezTo>
                <a:cubicBezTo>
                  <a:pt x="591" y="1550"/>
                  <a:pt x="596" y="1547"/>
                  <a:pt x="602" y="1547"/>
                </a:cubicBezTo>
                <a:lnTo>
                  <a:pt x="742" y="1546"/>
                </a:lnTo>
                <a:cubicBezTo>
                  <a:pt x="748" y="1546"/>
                  <a:pt x="753" y="1548"/>
                  <a:pt x="757" y="1552"/>
                </a:cubicBezTo>
                <a:cubicBezTo>
                  <a:pt x="761" y="1556"/>
                  <a:pt x="764" y="1561"/>
                  <a:pt x="764" y="1567"/>
                </a:cubicBezTo>
                <a:cubicBezTo>
                  <a:pt x="764" y="1573"/>
                  <a:pt x="762" y="1578"/>
                  <a:pt x="758" y="1582"/>
                </a:cubicBezTo>
                <a:cubicBezTo>
                  <a:pt x="753" y="1586"/>
                  <a:pt x="748" y="1588"/>
                  <a:pt x="743" y="1588"/>
                </a:cubicBezTo>
                <a:moveTo>
                  <a:pt x="433" y="1593"/>
                </a:moveTo>
                <a:lnTo>
                  <a:pt x="298" y="1595"/>
                </a:lnTo>
                <a:cubicBezTo>
                  <a:pt x="292" y="1595"/>
                  <a:pt x="287" y="1593"/>
                  <a:pt x="283" y="1589"/>
                </a:cubicBezTo>
                <a:cubicBezTo>
                  <a:pt x="279" y="1585"/>
                  <a:pt x="276" y="1580"/>
                  <a:pt x="276" y="1574"/>
                </a:cubicBezTo>
                <a:cubicBezTo>
                  <a:pt x="276" y="1568"/>
                  <a:pt x="278" y="1563"/>
                  <a:pt x="282" y="1559"/>
                </a:cubicBezTo>
                <a:cubicBezTo>
                  <a:pt x="286" y="1555"/>
                  <a:pt x="291" y="1553"/>
                  <a:pt x="297" y="1553"/>
                </a:cubicBezTo>
                <a:lnTo>
                  <a:pt x="432" y="1550"/>
                </a:lnTo>
                <a:cubicBezTo>
                  <a:pt x="439" y="1550"/>
                  <a:pt x="444" y="1552"/>
                  <a:pt x="449" y="1556"/>
                </a:cubicBezTo>
                <a:cubicBezTo>
                  <a:pt x="453" y="1560"/>
                  <a:pt x="455" y="1565"/>
                  <a:pt x="455" y="1571"/>
                </a:cubicBezTo>
                <a:cubicBezTo>
                  <a:pt x="455" y="1577"/>
                  <a:pt x="453" y="1582"/>
                  <a:pt x="449" y="1586"/>
                </a:cubicBezTo>
                <a:cubicBezTo>
                  <a:pt x="445" y="1590"/>
                  <a:pt x="440" y="1592"/>
                  <a:pt x="433" y="1593"/>
                </a:cubicBezTo>
                <a:moveTo>
                  <a:pt x="128" y="1600"/>
                </a:moveTo>
                <a:lnTo>
                  <a:pt x="22" y="1603"/>
                </a:lnTo>
                <a:cubicBezTo>
                  <a:pt x="16" y="1603"/>
                  <a:pt x="11" y="1602"/>
                  <a:pt x="7" y="1597"/>
                </a:cubicBezTo>
                <a:cubicBezTo>
                  <a:pt x="3" y="1593"/>
                  <a:pt x="0" y="1589"/>
                  <a:pt x="0" y="1583"/>
                </a:cubicBezTo>
                <a:cubicBezTo>
                  <a:pt x="0" y="1580"/>
                  <a:pt x="1" y="1577"/>
                  <a:pt x="1" y="1575"/>
                </a:cubicBezTo>
                <a:cubicBezTo>
                  <a:pt x="1" y="1573"/>
                  <a:pt x="1" y="1570"/>
                  <a:pt x="1" y="1568"/>
                </a:cubicBezTo>
                <a:cubicBezTo>
                  <a:pt x="6" y="1523"/>
                  <a:pt x="10" y="1477"/>
                  <a:pt x="14" y="1432"/>
                </a:cubicBezTo>
                <a:cubicBezTo>
                  <a:pt x="15" y="1427"/>
                  <a:pt x="17" y="1422"/>
                  <a:pt x="22" y="1418"/>
                </a:cubicBezTo>
                <a:cubicBezTo>
                  <a:pt x="26" y="1414"/>
                  <a:pt x="31" y="1413"/>
                  <a:pt x="37" y="1413"/>
                </a:cubicBezTo>
                <a:cubicBezTo>
                  <a:pt x="43" y="1414"/>
                  <a:pt x="48" y="1416"/>
                  <a:pt x="52" y="1421"/>
                </a:cubicBezTo>
                <a:cubicBezTo>
                  <a:pt x="55" y="1425"/>
                  <a:pt x="57" y="1430"/>
                  <a:pt x="57" y="1436"/>
                </a:cubicBezTo>
                <a:cubicBezTo>
                  <a:pt x="53" y="1477"/>
                  <a:pt x="49" y="1518"/>
                  <a:pt x="45" y="1560"/>
                </a:cubicBezTo>
                <a:lnTo>
                  <a:pt x="126" y="1557"/>
                </a:lnTo>
                <a:cubicBezTo>
                  <a:pt x="132" y="1557"/>
                  <a:pt x="137" y="1559"/>
                  <a:pt x="141" y="1563"/>
                </a:cubicBezTo>
                <a:cubicBezTo>
                  <a:pt x="146" y="1567"/>
                  <a:pt x="148" y="1572"/>
                  <a:pt x="148" y="1578"/>
                </a:cubicBezTo>
                <a:cubicBezTo>
                  <a:pt x="148" y="1584"/>
                  <a:pt x="146" y="1589"/>
                  <a:pt x="142" y="1593"/>
                </a:cubicBezTo>
                <a:cubicBezTo>
                  <a:pt x="138" y="1597"/>
                  <a:pt x="133" y="1600"/>
                  <a:pt x="128" y="1600"/>
                </a:cubicBezTo>
                <a:moveTo>
                  <a:pt x="27" y="1263"/>
                </a:moveTo>
                <a:lnTo>
                  <a:pt x="34" y="1129"/>
                </a:lnTo>
                <a:cubicBezTo>
                  <a:pt x="34" y="1123"/>
                  <a:pt x="37" y="1118"/>
                  <a:pt x="41" y="1114"/>
                </a:cubicBezTo>
                <a:cubicBezTo>
                  <a:pt x="46" y="1110"/>
                  <a:pt x="51" y="1108"/>
                  <a:pt x="57" y="1109"/>
                </a:cubicBezTo>
                <a:cubicBezTo>
                  <a:pt x="62" y="1109"/>
                  <a:pt x="67" y="1111"/>
                  <a:pt x="71" y="1116"/>
                </a:cubicBezTo>
                <a:cubicBezTo>
                  <a:pt x="75" y="1120"/>
                  <a:pt x="77" y="1125"/>
                  <a:pt x="77" y="1131"/>
                </a:cubicBezTo>
                <a:lnTo>
                  <a:pt x="69" y="1265"/>
                </a:lnTo>
                <a:cubicBezTo>
                  <a:pt x="69" y="1271"/>
                  <a:pt x="67" y="1276"/>
                  <a:pt x="62" y="1280"/>
                </a:cubicBezTo>
                <a:cubicBezTo>
                  <a:pt x="58" y="1284"/>
                  <a:pt x="53" y="1286"/>
                  <a:pt x="47" y="1285"/>
                </a:cubicBezTo>
                <a:cubicBezTo>
                  <a:pt x="41" y="1285"/>
                  <a:pt x="36" y="1283"/>
                  <a:pt x="32" y="1278"/>
                </a:cubicBezTo>
                <a:cubicBezTo>
                  <a:pt x="28" y="1274"/>
                  <a:pt x="27" y="1269"/>
                  <a:pt x="27" y="1263"/>
                </a:cubicBezTo>
                <a:moveTo>
                  <a:pt x="40" y="959"/>
                </a:moveTo>
                <a:lnTo>
                  <a:pt x="43" y="820"/>
                </a:lnTo>
                <a:cubicBezTo>
                  <a:pt x="43" y="814"/>
                  <a:pt x="45" y="809"/>
                  <a:pt x="49" y="805"/>
                </a:cubicBezTo>
                <a:cubicBezTo>
                  <a:pt x="53" y="801"/>
                  <a:pt x="58" y="799"/>
                  <a:pt x="64" y="799"/>
                </a:cubicBezTo>
                <a:cubicBezTo>
                  <a:pt x="70" y="799"/>
                  <a:pt x="75" y="801"/>
                  <a:pt x="79" y="805"/>
                </a:cubicBezTo>
                <a:cubicBezTo>
                  <a:pt x="83" y="810"/>
                  <a:pt x="85" y="815"/>
                  <a:pt x="85" y="821"/>
                </a:cubicBezTo>
                <a:lnTo>
                  <a:pt x="83" y="960"/>
                </a:lnTo>
                <a:cubicBezTo>
                  <a:pt x="83" y="966"/>
                  <a:pt x="80" y="971"/>
                  <a:pt x="76" y="975"/>
                </a:cubicBezTo>
                <a:cubicBezTo>
                  <a:pt x="72" y="979"/>
                  <a:pt x="67" y="981"/>
                  <a:pt x="61" y="981"/>
                </a:cubicBezTo>
                <a:cubicBezTo>
                  <a:pt x="55" y="980"/>
                  <a:pt x="50" y="978"/>
                  <a:pt x="46" y="974"/>
                </a:cubicBezTo>
                <a:cubicBezTo>
                  <a:pt x="42" y="970"/>
                  <a:pt x="40" y="965"/>
                  <a:pt x="40" y="959"/>
                </a:cubicBezTo>
                <a:moveTo>
                  <a:pt x="43" y="650"/>
                </a:moveTo>
                <a:lnTo>
                  <a:pt x="42" y="513"/>
                </a:lnTo>
                <a:cubicBezTo>
                  <a:pt x="42" y="507"/>
                  <a:pt x="44" y="502"/>
                  <a:pt x="49" y="498"/>
                </a:cubicBezTo>
                <a:cubicBezTo>
                  <a:pt x="53" y="493"/>
                  <a:pt x="58" y="491"/>
                  <a:pt x="64" y="491"/>
                </a:cubicBezTo>
                <a:cubicBezTo>
                  <a:pt x="70" y="491"/>
                  <a:pt x="75" y="493"/>
                  <a:pt x="79" y="497"/>
                </a:cubicBezTo>
                <a:cubicBezTo>
                  <a:pt x="83" y="502"/>
                  <a:pt x="85" y="507"/>
                  <a:pt x="85" y="512"/>
                </a:cubicBezTo>
                <a:lnTo>
                  <a:pt x="86" y="649"/>
                </a:lnTo>
                <a:cubicBezTo>
                  <a:pt x="86" y="655"/>
                  <a:pt x="84" y="660"/>
                  <a:pt x="80" y="664"/>
                </a:cubicBezTo>
                <a:cubicBezTo>
                  <a:pt x="76" y="669"/>
                  <a:pt x="71" y="671"/>
                  <a:pt x="65" y="671"/>
                </a:cubicBezTo>
                <a:cubicBezTo>
                  <a:pt x="59" y="671"/>
                  <a:pt x="54" y="669"/>
                  <a:pt x="50" y="665"/>
                </a:cubicBezTo>
                <a:cubicBezTo>
                  <a:pt x="46" y="660"/>
                  <a:pt x="43" y="655"/>
                  <a:pt x="43" y="650"/>
                </a:cubicBezTo>
                <a:moveTo>
                  <a:pt x="40" y="343"/>
                </a:moveTo>
                <a:lnTo>
                  <a:pt x="37" y="207"/>
                </a:lnTo>
                <a:cubicBezTo>
                  <a:pt x="37" y="201"/>
                  <a:pt x="39" y="196"/>
                  <a:pt x="43" y="191"/>
                </a:cubicBezTo>
                <a:cubicBezTo>
                  <a:pt x="47" y="187"/>
                  <a:pt x="52" y="185"/>
                  <a:pt x="58" y="185"/>
                </a:cubicBezTo>
                <a:cubicBezTo>
                  <a:pt x="64" y="185"/>
                  <a:pt x="69" y="187"/>
                  <a:pt x="73" y="191"/>
                </a:cubicBezTo>
                <a:cubicBezTo>
                  <a:pt x="77" y="195"/>
                  <a:pt x="79" y="200"/>
                  <a:pt x="80" y="206"/>
                </a:cubicBezTo>
                <a:lnTo>
                  <a:pt x="83" y="342"/>
                </a:lnTo>
                <a:cubicBezTo>
                  <a:pt x="83" y="348"/>
                  <a:pt x="81" y="353"/>
                  <a:pt x="77" y="358"/>
                </a:cubicBezTo>
                <a:cubicBezTo>
                  <a:pt x="73" y="362"/>
                  <a:pt x="68" y="364"/>
                  <a:pt x="62" y="364"/>
                </a:cubicBezTo>
                <a:cubicBezTo>
                  <a:pt x="56" y="364"/>
                  <a:pt x="51" y="362"/>
                  <a:pt x="46" y="358"/>
                </a:cubicBezTo>
                <a:cubicBezTo>
                  <a:pt x="42" y="354"/>
                  <a:pt x="40" y="349"/>
                  <a:pt x="40" y="343"/>
                </a:cubicBezTo>
                <a:close/>
              </a:path>
            </a:pathLst>
          </a:custGeom>
          <a:solidFill>
            <a:srgbClr val="E859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7656480" y="3182760"/>
            <a:ext cx="6768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extract ns + reason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9353880" y="2922480"/>
            <a:ext cx="3348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Router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9155880" y="3022920"/>
            <a:ext cx="7189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namespace · reason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8852760" y="2378160"/>
            <a:ext cx="1240920" cy="387720"/>
          </a:xfrm>
          <a:custGeom>
            <a:avLst/>
            <a:gdLst/>
            <a:ahLst/>
            <a:rect l="0" t="0" r="r" b="b"/>
            <a:pathLst>
              <a:path w="3447" h="1077">
                <a:moveTo>
                  <a:pt x="47" y="0"/>
                </a:moveTo>
                <a:lnTo>
                  <a:pt x="3447" y="46"/>
                </a:lnTo>
                <a:lnTo>
                  <a:pt x="3412" y="1077"/>
                </a:lnTo>
                <a:lnTo>
                  <a:pt x="0" y="1048"/>
                </a:lnTo>
                <a:lnTo>
                  <a:pt x="47" y="0"/>
                </a:lnTo>
                <a:close/>
              </a:path>
            </a:pathLst>
          </a:custGeom>
          <a:solidFill>
            <a:srgbClr val="B2F2B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8852040" y="2376720"/>
            <a:ext cx="1244880" cy="387000"/>
          </a:xfrm>
          <a:custGeom>
            <a:avLst/>
            <a:gdLst/>
            <a:ahLst/>
            <a:rect l="0" t="0" r="r" b="b"/>
            <a:pathLst>
              <a:path fill="none" w="3458" h="1075">
                <a:moveTo>
                  <a:pt x="16" y="38"/>
                </a:moveTo>
                <a:cubicBezTo>
                  <a:pt x="692" y="40"/>
                  <a:pt x="1384" y="-5"/>
                  <a:pt x="3444" y="47"/>
                </a:cubicBezTo>
                <a:moveTo>
                  <a:pt x="27" y="29"/>
                </a:moveTo>
                <a:cubicBezTo>
                  <a:pt x="798" y="43"/>
                  <a:pt x="1553" y="53"/>
                  <a:pt x="3432" y="20"/>
                </a:cubicBezTo>
                <a:moveTo>
                  <a:pt x="3441" y="0"/>
                </a:moveTo>
                <a:cubicBezTo>
                  <a:pt x="3432" y="298"/>
                  <a:pt x="3453" y="514"/>
                  <a:pt x="3458" y="1064"/>
                </a:cubicBezTo>
                <a:moveTo>
                  <a:pt x="3433" y="44"/>
                </a:moveTo>
                <a:cubicBezTo>
                  <a:pt x="3457" y="319"/>
                  <a:pt x="3442" y="620"/>
                  <a:pt x="3454" y="1058"/>
                </a:cubicBezTo>
                <a:moveTo>
                  <a:pt x="3454" y="1056"/>
                </a:moveTo>
                <a:cubicBezTo>
                  <a:pt x="2234" y="1086"/>
                  <a:pt x="1056" y="1053"/>
                  <a:pt x="0" y="1038"/>
                </a:cubicBezTo>
                <a:moveTo>
                  <a:pt x="3441" y="1061"/>
                </a:moveTo>
                <a:cubicBezTo>
                  <a:pt x="2625" y="1069"/>
                  <a:pt x="1768" y="1084"/>
                  <a:pt x="30" y="1044"/>
                </a:cubicBezTo>
                <a:moveTo>
                  <a:pt x="19" y="1068"/>
                </a:moveTo>
                <a:cubicBezTo>
                  <a:pt x="5" y="694"/>
                  <a:pt x="20" y="283"/>
                  <a:pt x="2" y="36"/>
                </a:cubicBezTo>
                <a:moveTo>
                  <a:pt x="20" y="1075"/>
                </a:moveTo>
                <a:cubicBezTo>
                  <a:pt x="19" y="785"/>
                  <a:pt x="24" y="521"/>
                  <a:pt x="32" y="41"/>
                </a:cubicBezTo>
              </a:path>
            </a:pathLst>
          </a:custGeom>
          <a:ln cap="rnd" w="12240">
            <a:solidFill>
              <a:srgbClr val="2F9E44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9296280" y="3133440"/>
            <a:ext cx="40608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else default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8997120" y="2430720"/>
            <a:ext cx="921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namespace-routes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10204920" y="2379600"/>
            <a:ext cx="1248120" cy="390600"/>
          </a:xfrm>
          <a:custGeom>
            <a:avLst/>
            <a:gdLst/>
            <a:ahLst/>
            <a:rect l="0" t="0" r="r" b="b"/>
            <a:pathLst>
              <a:path w="3467" h="1085">
                <a:moveTo>
                  <a:pt x="0" y="0"/>
                </a:moveTo>
                <a:lnTo>
                  <a:pt x="3467" y="32"/>
                </a:lnTo>
                <a:lnTo>
                  <a:pt x="3460" y="1085"/>
                </a:lnTo>
                <a:lnTo>
                  <a:pt x="14" y="1020"/>
                </a:lnTo>
                <a:lnTo>
                  <a:pt x="0" y="0"/>
                </a:lnTo>
                <a:close/>
              </a:path>
            </a:pathLst>
          </a:custGeom>
          <a:solidFill>
            <a:srgbClr val="B2F2B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10203840" y="2379600"/>
            <a:ext cx="1250280" cy="388800"/>
          </a:xfrm>
          <a:custGeom>
            <a:avLst/>
            <a:gdLst/>
            <a:ahLst/>
            <a:rect l="0" t="0" r="r" b="b"/>
            <a:pathLst>
              <a:path fill="none" w="3473" h="1080">
                <a:moveTo>
                  <a:pt x="27" y="43"/>
                </a:moveTo>
                <a:cubicBezTo>
                  <a:pt x="710" y="5"/>
                  <a:pt x="1391" y="12"/>
                  <a:pt x="3440" y="26"/>
                </a:cubicBezTo>
                <a:moveTo>
                  <a:pt x="45" y="18"/>
                </a:moveTo>
                <a:cubicBezTo>
                  <a:pt x="1024" y="18"/>
                  <a:pt x="2012" y="32"/>
                  <a:pt x="3454" y="32"/>
                </a:cubicBezTo>
                <a:moveTo>
                  <a:pt x="3420" y="5"/>
                </a:moveTo>
                <a:cubicBezTo>
                  <a:pt x="3453" y="304"/>
                  <a:pt x="3440" y="632"/>
                  <a:pt x="3429" y="1046"/>
                </a:cubicBezTo>
                <a:moveTo>
                  <a:pt x="3433" y="13"/>
                </a:moveTo>
                <a:cubicBezTo>
                  <a:pt x="3454" y="323"/>
                  <a:pt x="3457" y="607"/>
                  <a:pt x="3460" y="1051"/>
                </a:cubicBezTo>
                <a:moveTo>
                  <a:pt x="3473" y="1068"/>
                </a:moveTo>
                <a:cubicBezTo>
                  <a:pt x="2092" y="1037"/>
                  <a:pt x="690" y="1041"/>
                  <a:pt x="56" y="1043"/>
                </a:cubicBezTo>
                <a:moveTo>
                  <a:pt x="3446" y="1062"/>
                </a:moveTo>
                <a:cubicBezTo>
                  <a:pt x="2171" y="1038"/>
                  <a:pt x="918" y="1040"/>
                  <a:pt x="29" y="1053"/>
                </a:cubicBezTo>
                <a:moveTo>
                  <a:pt x="18" y="1080"/>
                </a:moveTo>
                <a:cubicBezTo>
                  <a:pt x="46" y="785"/>
                  <a:pt x="40" y="606"/>
                  <a:pt x="0" y="0"/>
                </a:cubicBezTo>
                <a:moveTo>
                  <a:pt x="16" y="1067"/>
                </a:moveTo>
                <a:cubicBezTo>
                  <a:pt x="45" y="702"/>
                  <a:pt x="41" y="330"/>
                  <a:pt x="39" y="32"/>
                </a:cubicBezTo>
              </a:path>
            </a:pathLst>
          </a:custGeom>
          <a:ln cap="rnd" w="12240">
            <a:solidFill>
              <a:srgbClr val="2F9E44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9285480" y="2567880"/>
            <a:ext cx="3841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ConfigMap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10452600" y="2430720"/>
            <a:ext cx="687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reason-routes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744480" y="4102560"/>
            <a:ext cx="1353600" cy="627480"/>
          </a:xfrm>
          <a:custGeom>
            <a:avLst/>
            <a:gdLst/>
            <a:ahLst/>
            <a:rect l="0" t="0" r="r" b="b"/>
            <a:pathLst>
              <a:path w="3760" h="1743">
                <a:moveTo>
                  <a:pt x="0" y="0"/>
                </a:moveTo>
                <a:lnTo>
                  <a:pt x="3739" y="18"/>
                </a:lnTo>
                <a:lnTo>
                  <a:pt x="3760" y="1707"/>
                </a:lnTo>
                <a:lnTo>
                  <a:pt x="7" y="1743"/>
                </a:lnTo>
                <a:lnTo>
                  <a:pt x="0" y="0"/>
                </a:lnTo>
                <a:close/>
              </a:path>
            </a:pathLst>
          </a:custGeom>
          <a:solidFill>
            <a:srgbClr val="FFD6A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739800" y="4100040"/>
            <a:ext cx="1367280" cy="631080"/>
          </a:xfrm>
          <a:custGeom>
            <a:avLst/>
            <a:gdLst/>
            <a:ahLst/>
            <a:rect l="0" t="0" r="r" b="b"/>
            <a:pathLst>
              <a:path fill="none" w="3798" h="1753">
                <a:moveTo>
                  <a:pt x="26" y="0"/>
                </a:moveTo>
                <a:cubicBezTo>
                  <a:pt x="784" y="42"/>
                  <a:pt x="1522" y="39"/>
                  <a:pt x="3767" y="16"/>
                </a:cubicBezTo>
                <a:moveTo>
                  <a:pt x="21" y="18"/>
                </a:moveTo>
                <a:cubicBezTo>
                  <a:pt x="1358" y="32"/>
                  <a:pt x="2669" y="21"/>
                  <a:pt x="3774" y="23"/>
                </a:cubicBezTo>
                <a:moveTo>
                  <a:pt x="3796" y="20"/>
                </a:moveTo>
                <a:cubicBezTo>
                  <a:pt x="3803" y="625"/>
                  <a:pt x="3758" y="1231"/>
                  <a:pt x="3798" y="1720"/>
                </a:cubicBezTo>
                <a:moveTo>
                  <a:pt x="3763" y="26"/>
                </a:moveTo>
                <a:cubicBezTo>
                  <a:pt x="3781" y="539"/>
                  <a:pt x="3768" y="1039"/>
                  <a:pt x="3796" y="1737"/>
                </a:cubicBezTo>
                <a:moveTo>
                  <a:pt x="3762" y="1714"/>
                </a:moveTo>
                <a:cubicBezTo>
                  <a:pt x="2877" y="1745"/>
                  <a:pt x="1914" y="1724"/>
                  <a:pt x="39" y="1739"/>
                </a:cubicBezTo>
                <a:moveTo>
                  <a:pt x="3780" y="1725"/>
                </a:moveTo>
                <a:cubicBezTo>
                  <a:pt x="2658" y="1698"/>
                  <a:pt x="1529" y="1718"/>
                  <a:pt x="17" y="1725"/>
                </a:cubicBezTo>
                <a:moveTo>
                  <a:pt x="6" y="1716"/>
                </a:moveTo>
                <a:cubicBezTo>
                  <a:pt x="-15" y="1236"/>
                  <a:pt x="27" y="749"/>
                  <a:pt x="55" y="43"/>
                </a:cubicBezTo>
                <a:moveTo>
                  <a:pt x="34" y="1753"/>
                </a:moveTo>
                <a:cubicBezTo>
                  <a:pt x="2" y="1315"/>
                  <a:pt x="25" y="911"/>
                  <a:pt x="35" y="34"/>
                </a:cubicBezTo>
              </a:path>
            </a:pathLst>
          </a:custGeom>
          <a:ln cap="rnd" w="12240">
            <a:solidFill>
              <a:srgbClr val="E8590C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10638000" y="2567880"/>
            <a:ext cx="3841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ConfigMap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1128960" y="4152240"/>
            <a:ext cx="544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A2A POST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2473200" y="4165920"/>
            <a:ext cx="1468800" cy="555480"/>
          </a:xfrm>
          <a:custGeom>
            <a:avLst/>
            <a:gdLst/>
            <a:ahLst/>
            <a:rect l="0" t="0" r="r" b="b"/>
            <a:pathLst>
              <a:path w="4080" h="1543">
                <a:moveTo>
                  <a:pt x="0" y="0"/>
                </a:moveTo>
                <a:lnTo>
                  <a:pt x="4080" y="3"/>
                </a:lnTo>
                <a:lnTo>
                  <a:pt x="4060" y="1543"/>
                </a:lnTo>
                <a:lnTo>
                  <a:pt x="0" y="1543"/>
                </a:lnTo>
                <a:lnTo>
                  <a:pt x="0" y="0"/>
                </a:lnTo>
                <a:close/>
              </a:path>
            </a:pathLst>
          </a:custGeom>
          <a:solidFill>
            <a:srgbClr val="FFD6A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2462040" y="4163400"/>
            <a:ext cx="1488240" cy="567720"/>
          </a:xfrm>
          <a:custGeom>
            <a:avLst/>
            <a:gdLst/>
            <a:ahLst/>
            <a:rect l="0" t="0" r="r" b="b"/>
            <a:pathLst>
              <a:path fill="none" w="4134" h="1577">
                <a:moveTo>
                  <a:pt x="30" y="8"/>
                </a:moveTo>
                <a:cubicBezTo>
                  <a:pt x="864" y="14"/>
                  <a:pt x="1661" y="58"/>
                  <a:pt x="4100" y="0"/>
                </a:cubicBezTo>
                <a:moveTo>
                  <a:pt x="4" y="10"/>
                </a:moveTo>
                <a:cubicBezTo>
                  <a:pt x="894" y="8"/>
                  <a:pt x="1810" y="1"/>
                  <a:pt x="4131" y="36"/>
                </a:cubicBezTo>
                <a:moveTo>
                  <a:pt x="4111" y="28"/>
                </a:moveTo>
                <a:cubicBezTo>
                  <a:pt x="4089" y="603"/>
                  <a:pt x="4080" y="1221"/>
                  <a:pt x="4105" y="1535"/>
                </a:cubicBezTo>
                <a:moveTo>
                  <a:pt x="4134" y="31"/>
                </a:moveTo>
                <a:cubicBezTo>
                  <a:pt x="4113" y="500"/>
                  <a:pt x="4119" y="934"/>
                  <a:pt x="4104" y="1563"/>
                </a:cubicBezTo>
                <a:moveTo>
                  <a:pt x="4118" y="1559"/>
                </a:moveTo>
                <a:cubicBezTo>
                  <a:pt x="2896" y="1589"/>
                  <a:pt x="1713" y="1546"/>
                  <a:pt x="28" y="1575"/>
                </a:cubicBezTo>
                <a:moveTo>
                  <a:pt x="4121" y="1559"/>
                </a:moveTo>
                <a:cubicBezTo>
                  <a:pt x="3200" y="1566"/>
                  <a:pt x="2247" y="1573"/>
                  <a:pt x="11" y="1567"/>
                </a:cubicBezTo>
                <a:moveTo>
                  <a:pt x="0" y="1561"/>
                </a:moveTo>
                <a:cubicBezTo>
                  <a:pt x="25" y="1041"/>
                  <a:pt x="47" y="461"/>
                  <a:pt x="48" y="10"/>
                </a:cubicBezTo>
                <a:moveTo>
                  <a:pt x="25" y="1577"/>
                </a:moveTo>
                <a:cubicBezTo>
                  <a:pt x="29" y="1059"/>
                  <a:pt x="43" y="544"/>
                  <a:pt x="3" y="29"/>
                </a:cubicBezTo>
              </a:path>
            </a:pathLst>
          </a:custGeom>
          <a:ln cap="rnd" w="12240">
            <a:solidFill>
              <a:srgbClr val="E8590C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903960" y="4535280"/>
            <a:ext cx="87768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/api/a2a/kagent/&lt;agent&gt;/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2599560" y="4213800"/>
            <a:ext cx="1116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System prompt + skills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4199400" y="4163400"/>
            <a:ext cx="1227960" cy="574200"/>
          </a:xfrm>
          <a:custGeom>
            <a:avLst/>
            <a:gdLst/>
            <a:ahLst/>
            <a:rect l="0" t="0" r="r" b="b"/>
            <a:pathLst>
              <a:path w="3411" h="1595">
                <a:moveTo>
                  <a:pt x="8" y="11"/>
                </a:moveTo>
                <a:lnTo>
                  <a:pt x="3403" y="0"/>
                </a:lnTo>
                <a:lnTo>
                  <a:pt x="3411" y="1562"/>
                </a:lnTo>
                <a:lnTo>
                  <a:pt x="0" y="1595"/>
                </a:lnTo>
                <a:lnTo>
                  <a:pt x="8" y="11"/>
                </a:lnTo>
                <a:close/>
              </a:path>
            </a:pathLst>
          </a:custGeom>
          <a:solidFill>
            <a:srgbClr val="B2F2B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4182480" y="4163760"/>
            <a:ext cx="1246320" cy="573120"/>
          </a:xfrm>
          <a:custGeom>
            <a:avLst/>
            <a:gdLst/>
            <a:ahLst/>
            <a:rect l="0" t="0" r="r" b="b"/>
            <a:pathLst>
              <a:path fill="none" w="3462" h="1592">
                <a:moveTo>
                  <a:pt x="43" y="20"/>
                </a:moveTo>
                <a:cubicBezTo>
                  <a:pt x="688" y="45"/>
                  <a:pt x="1396" y="20"/>
                  <a:pt x="3413" y="46"/>
                </a:cubicBezTo>
                <a:moveTo>
                  <a:pt x="22" y="36"/>
                </a:moveTo>
                <a:cubicBezTo>
                  <a:pt x="972" y="-8"/>
                  <a:pt x="1945" y="-11"/>
                  <a:pt x="3440" y="25"/>
                </a:cubicBezTo>
                <a:moveTo>
                  <a:pt x="3407" y="40"/>
                </a:moveTo>
                <a:cubicBezTo>
                  <a:pt x="3425" y="405"/>
                  <a:pt x="3451" y="785"/>
                  <a:pt x="3462" y="1592"/>
                </a:cubicBezTo>
                <a:moveTo>
                  <a:pt x="3452" y="6"/>
                </a:moveTo>
                <a:cubicBezTo>
                  <a:pt x="3427" y="480"/>
                  <a:pt x="3451" y="968"/>
                  <a:pt x="3427" y="1562"/>
                </a:cubicBezTo>
                <a:moveTo>
                  <a:pt x="3455" y="1579"/>
                </a:moveTo>
                <a:cubicBezTo>
                  <a:pt x="2272" y="1547"/>
                  <a:pt x="1128" y="1599"/>
                  <a:pt x="24" y="1588"/>
                </a:cubicBezTo>
                <a:moveTo>
                  <a:pt x="3443" y="1566"/>
                </a:moveTo>
                <a:cubicBezTo>
                  <a:pt x="2221" y="1569"/>
                  <a:pt x="1026" y="1565"/>
                  <a:pt x="11" y="1553"/>
                </a:cubicBezTo>
                <a:moveTo>
                  <a:pt x="0" y="1579"/>
                </a:moveTo>
                <a:cubicBezTo>
                  <a:pt x="41" y="1211"/>
                  <a:pt x="41" y="933"/>
                  <a:pt x="47" y="50"/>
                </a:cubicBezTo>
                <a:moveTo>
                  <a:pt x="22" y="1575"/>
                </a:moveTo>
                <a:cubicBezTo>
                  <a:pt x="30" y="1209"/>
                  <a:pt x="36" y="882"/>
                  <a:pt x="11" y="27"/>
                </a:cubicBezTo>
              </a:path>
            </a:pathLst>
          </a:custGeom>
          <a:ln cap="rnd" w="12240">
            <a:solidFill>
              <a:srgbClr val="2F9E44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2917800" y="4535280"/>
            <a:ext cx="52488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/skills mounted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4465080" y="4213800"/>
            <a:ext cx="668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load_memory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4580280" y="4543560"/>
            <a:ext cx="79920" cy="93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5655240" y="4160160"/>
            <a:ext cx="1374480" cy="569880"/>
          </a:xfrm>
          <a:custGeom>
            <a:avLst/>
            <a:gdLst/>
            <a:ahLst/>
            <a:rect l="0" t="0" r="r" b="b"/>
            <a:pathLst>
              <a:path w="3818" h="1583">
                <a:moveTo>
                  <a:pt x="14" y="25"/>
                </a:moveTo>
                <a:lnTo>
                  <a:pt x="3818" y="0"/>
                </a:lnTo>
                <a:lnTo>
                  <a:pt x="3786" y="1583"/>
                </a:lnTo>
                <a:lnTo>
                  <a:pt x="0" y="1580"/>
                </a:lnTo>
                <a:lnTo>
                  <a:pt x="14" y="25"/>
                </a:lnTo>
                <a:close/>
              </a:path>
            </a:pathLst>
          </a:custGeom>
          <a:solidFill>
            <a:srgbClr val="FFE8C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5654880" y="4168800"/>
            <a:ext cx="1372680" cy="567000"/>
          </a:xfrm>
          <a:custGeom>
            <a:avLst/>
            <a:gdLst/>
            <a:ahLst/>
            <a:rect l="0" t="0" r="r" b="b"/>
            <a:pathLst>
              <a:path fill="none" w="3813" h="1575">
                <a:moveTo>
                  <a:pt x="0" y="27"/>
                </a:moveTo>
                <a:cubicBezTo>
                  <a:pt x="780" y="10"/>
                  <a:pt x="1546" y="-24"/>
                  <a:pt x="3758" y="27"/>
                </a:cubicBezTo>
                <a:moveTo>
                  <a:pt x="17" y="26"/>
                </a:moveTo>
                <a:cubicBezTo>
                  <a:pt x="1321" y="31"/>
                  <a:pt x="2616" y="33"/>
                  <a:pt x="3779" y="8"/>
                </a:cubicBezTo>
                <a:moveTo>
                  <a:pt x="3801" y="47"/>
                </a:moveTo>
                <a:cubicBezTo>
                  <a:pt x="3822" y="508"/>
                  <a:pt x="3815" y="958"/>
                  <a:pt x="3781" y="1575"/>
                </a:cubicBezTo>
                <a:moveTo>
                  <a:pt x="3800" y="10"/>
                </a:moveTo>
                <a:cubicBezTo>
                  <a:pt x="3772" y="489"/>
                  <a:pt x="3780" y="962"/>
                  <a:pt x="3781" y="1557"/>
                </a:cubicBezTo>
                <a:moveTo>
                  <a:pt x="3763" y="1533"/>
                </a:moveTo>
                <a:cubicBezTo>
                  <a:pt x="2346" y="1562"/>
                  <a:pt x="904" y="1588"/>
                  <a:pt x="25" y="1533"/>
                </a:cubicBezTo>
                <a:moveTo>
                  <a:pt x="3796" y="1568"/>
                </a:moveTo>
                <a:cubicBezTo>
                  <a:pt x="2733" y="1538"/>
                  <a:pt x="1667" y="1521"/>
                  <a:pt x="17" y="1564"/>
                </a:cubicBezTo>
                <a:moveTo>
                  <a:pt x="5" y="1525"/>
                </a:moveTo>
                <a:cubicBezTo>
                  <a:pt x="24" y="1136"/>
                  <a:pt x="4" y="716"/>
                  <a:pt x="51" y="17"/>
                </a:cubicBezTo>
                <a:moveTo>
                  <a:pt x="25" y="1569"/>
                </a:moveTo>
                <a:cubicBezTo>
                  <a:pt x="3" y="1080"/>
                  <a:pt x="1" y="566"/>
                  <a:pt x="25" y="21"/>
                </a:cubicBezTo>
              </a:path>
            </a:pathLst>
          </a:custGeom>
          <a:ln cap="rnd" w="12240">
            <a:solidFill>
              <a:srgbClr val="FD7E14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4660200" y="4535280"/>
            <a:ext cx="3265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 pgvector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6062400" y="4213800"/>
            <a:ext cx="513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MCP tools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5981760" y="4313880"/>
            <a:ext cx="6393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kagent-tool-server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7319880" y="4170600"/>
            <a:ext cx="1475280" cy="563760"/>
          </a:xfrm>
          <a:custGeom>
            <a:avLst/>
            <a:gdLst/>
            <a:ahLst/>
            <a:rect l="0" t="0" r="r" b="b"/>
            <a:pathLst>
              <a:path w="4098" h="1566">
                <a:moveTo>
                  <a:pt x="22" y="0"/>
                </a:moveTo>
                <a:lnTo>
                  <a:pt x="4098" y="29"/>
                </a:lnTo>
                <a:lnTo>
                  <a:pt x="4093" y="1566"/>
                </a:lnTo>
                <a:lnTo>
                  <a:pt x="0" y="1527"/>
                </a:lnTo>
                <a:lnTo>
                  <a:pt x="22" y="0"/>
                </a:lnTo>
                <a:close/>
              </a:path>
            </a:pathLst>
          </a:custGeom>
          <a:solidFill>
            <a:srgbClr val="FF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7315920" y="4161960"/>
            <a:ext cx="1496160" cy="570960"/>
          </a:xfrm>
          <a:custGeom>
            <a:avLst/>
            <a:gdLst/>
            <a:ahLst/>
            <a:rect l="0" t="0" r="r" b="b"/>
            <a:pathLst>
              <a:path fill="none" w="4156" h="1586">
                <a:moveTo>
                  <a:pt x="6" y="50"/>
                </a:moveTo>
                <a:cubicBezTo>
                  <a:pt x="860" y="-3"/>
                  <a:pt x="1683" y="12"/>
                  <a:pt x="4149" y="26"/>
                </a:cubicBezTo>
                <a:moveTo>
                  <a:pt x="29" y="34"/>
                </a:moveTo>
                <a:cubicBezTo>
                  <a:pt x="884" y="55"/>
                  <a:pt x="1751" y="32"/>
                  <a:pt x="4136" y="37"/>
                </a:cubicBezTo>
                <a:moveTo>
                  <a:pt x="4116" y="2"/>
                </a:moveTo>
                <a:cubicBezTo>
                  <a:pt x="4109" y="560"/>
                  <a:pt x="4137" y="1149"/>
                  <a:pt x="4156" y="1576"/>
                </a:cubicBezTo>
                <a:moveTo>
                  <a:pt x="4137" y="32"/>
                </a:moveTo>
                <a:cubicBezTo>
                  <a:pt x="4139" y="515"/>
                  <a:pt x="4132" y="1007"/>
                  <a:pt x="4123" y="1570"/>
                </a:cubicBezTo>
                <a:moveTo>
                  <a:pt x="4119" y="1564"/>
                </a:moveTo>
                <a:cubicBezTo>
                  <a:pt x="3137" y="1593"/>
                  <a:pt x="2188" y="1595"/>
                  <a:pt x="15" y="1556"/>
                </a:cubicBezTo>
                <a:moveTo>
                  <a:pt x="4136" y="1558"/>
                </a:moveTo>
                <a:cubicBezTo>
                  <a:pt x="3253" y="1590"/>
                  <a:pt x="2395" y="1591"/>
                  <a:pt x="40" y="1562"/>
                </a:cubicBezTo>
                <a:moveTo>
                  <a:pt x="0" y="1555"/>
                </a:moveTo>
                <a:cubicBezTo>
                  <a:pt x="33" y="1078"/>
                  <a:pt x="-7" y="585"/>
                  <a:pt x="44" y="0"/>
                </a:cubicBezTo>
                <a:moveTo>
                  <a:pt x="16" y="1580"/>
                </a:moveTo>
                <a:cubicBezTo>
                  <a:pt x="29" y="1242"/>
                  <a:pt x="19" y="917"/>
                  <a:pt x="28" y="31"/>
                </a:cubicBezTo>
              </a:path>
            </a:pathLst>
          </a:custGeom>
          <a:ln cap="rnd" w="12240">
            <a:solidFill>
              <a:srgbClr val="C92A2A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6167520" y="4424760"/>
            <a:ext cx="3618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AKS-MCP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7833240" y="4213800"/>
            <a:ext cx="4150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LLM call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7732800" y="4322160"/>
            <a:ext cx="79920" cy="93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7812720" y="4313880"/>
            <a:ext cx="5162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 agentgateway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7735320" y="4432680"/>
            <a:ext cx="79920" cy="93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9107280" y="4110840"/>
            <a:ext cx="1486080" cy="625320"/>
          </a:xfrm>
          <a:custGeom>
            <a:avLst/>
            <a:gdLst/>
            <a:ahLst/>
            <a:rect l="0" t="0" r="r" b="b"/>
            <a:pathLst>
              <a:path w="4128" h="1737">
                <a:moveTo>
                  <a:pt x="30" y="0"/>
                </a:moveTo>
                <a:lnTo>
                  <a:pt x="4105" y="15"/>
                </a:lnTo>
                <a:lnTo>
                  <a:pt x="4128" y="1676"/>
                </a:lnTo>
                <a:lnTo>
                  <a:pt x="0" y="1737"/>
                </a:lnTo>
                <a:lnTo>
                  <a:pt x="30" y="0"/>
                </a:lnTo>
                <a:close/>
              </a:path>
            </a:pathLst>
          </a:custGeom>
          <a:solidFill>
            <a:srgbClr val="D0B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9097920" y="4102560"/>
            <a:ext cx="1492560" cy="629280"/>
          </a:xfrm>
          <a:custGeom>
            <a:avLst/>
            <a:gdLst/>
            <a:ahLst/>
            <a:rect l="0" t="0" r="r" b="b"/>
            <a:pathLst>
              <a:path fill="none" w="4146" h="1748">
                <a:moveTo>
                  <a:pt x="17" y="0"/>
                </a:moveTo>
                <a:cubicBezTo>
                  <a:pt x="877" y="26"/>
                  <a:pt x="1691" y="31"/>
                  <a:pt x="4146" y="8"/>
                </a:cubicBezTo>
                <a:moveTo>
                  <a:pt x="18" y="25"/>
                </a:moveTo>
                <a:cubicBezTo>
                  <a:pt x="1154" y="31"/>
                  <a:pt x="2269" y="41"/>
                  <a:pt x="4128" y="21"/>
                </a:cubicBezTo>
                <a:moveTo>
                  <a:pt x="4095" y="9"/>
                </a:moveTo>
                <a:cubicBezTo>
                  <a:pt x="4128" y="391"/>
                  <a:pt x="4123" y="710"/>
                  <a:pt x="4128" y="1730"/>
                </a:cubicBezTo>
                <a:moveTo>
                  <a:pt x="4138" y="36"/>
                </a:moveTo>
                <a:cubicBezTo>
                  <a:pt x="4136" y="578"/>
                  <a:pt x="4112" y="1110"/>
                  <a:pt x="4130" y="1735"/>
                </a:cubicBezTo>
                <a:moveTo>
                  <a:pt x="4138" y="1748"/>
                </a:moveTo>
                <a:cubicBezTo>
                  <a:pt x="2962" y="1720"/>
                  <a:pt x="1819" y="1756"/>
                  <a:pt x="11" y="1732"/>
                </a:cubicBezTo>
                <a:moveTo>
                  <a:pt x="4141" y="1731"/>
                </a:moveTo>
                <a:cubicBezTo>
                  <a:pt x="2742" y="1730"/>
                  <a:pt x="1370" y="1719"/>
                  <a:pt x="40" y="1743"/>
                </a:cubicBezTo>
                <a:moveTo>
                  <a:pt x="0" y="1740"/>
                </a:moveTo>
                <a:cubicBezTo>
                  <a:pt x="10" y="1039"/>
                  <a:pt x="18" y="405"/>
                  <a:pt x="43" y="35"/>
                </a:cubicBezTo>
                <a:moveTo>
                  <a:pt x="12" y="1745"/>
                </a:moveTo>
                <a:cubicBezTo>
                  <a:pt x="29" y="1232"/>
                  <a:pt x="11" y="703"/>
                  <a:pt x="36" y="24"/>
                </a:cubicBezTo>
              </a:path>
            </a:pathLst>
          </a:custGeom>
          <a:ln cap="rnd" w="12240">
            <a:solidFill>
              <a:srgbClr val="7048E8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7815240" y="4424760"/>
            <a:ext cx="5205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 Azure OpenAI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9425880" y="4152240"/>
            <a:ext cx="816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Diagnosis JSON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747720" y="5337360"/>
            <a:ext cx="1478160" cy="622440"/>
          </a:xfrm>
          <a:custGeom>
            <a:avLst/>
            <a:gdLst/>
            <a:ahLst/>
            <a:rect l="0" t="0" r="r" b="b"/>
            <a:pathLst>
              <a:path w="4106" h="1729">
                <a:moveTo>
                  <a:pt x="8" y="0"/>
                </a:moveTo>
                <a:lnTo>
                  <a:pt x="4106" y="38"/>
                </a:lnTo>
                <a:lnTo>
                  <a:pt x="4074" y="1719"/>
                </a:lnTo>
                <a:lnTo>
                  <a:pt x="0" y="1729"/>
                </a:lnTo>
                <a:lnTo>
                  <a:pt x="8" y="0"/>
                </a:lnTo>
                <a:close/>
              </a:path>
            </a:pathLst>
          </a:custGeom>
          <a:solidFill>
            <a:srgbClr val="FFD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730440" y="5323320"/>
            <a:ext cx="1505880" cy="639720"/>
          </a:xfrm>
          <a:custGeom>
            <a:avLst/>
            <a:gdLst/>
            <a:ahLst/>
            <a:rect l="0" t="0" r="r" b="b"/>
            <a:pathLst>
              <a:path w="4183" h="1777">
                <a:moveTo>
                  <a:pt x="44" y="16"/>
                </a:moveTo>
                <a:lnTo>
                  <a:pt x="179" y="24"/>
                </a:lnTo>
                <a:cubicBezTo>
                  <a:pt x="185" y="24"/>
                  <a:pt x="190" y="26"/>
                  <a:pt x="194" y="31"/>
                </a:cubicBezTo>
                <a:cubicBezTo>
                  <a:pt x="198" y="35"/>
                  <a:pt x="200" y="40"/>
                  <a:pt x="199" y="46"/>
                </a:cubicBezTo>
                <a:cubicBezTo>
                  <a:pt x="199" y="52"/>
                  <a:pt x="197" y="57"/>
                  <a:pt x="192" y="61"/>
                </a:cubicBezTo>
                <a:cubicBezTo>
                  <a:pt x="188" y="65"/>
                  <a:pt x="183" y="66"/>
                  <a:pt x="177" y="66"/>
                </a:cubicBezTo>
                <a:lnTo>
                  <a:pt x="79" y="61"/>
                </a:lnTo>
                <a:lnTo>
                  <a:pt x="79" y="62"/>
                </a:lnTo>
                <a:lnTo>
                  <a:pt x="79" y="202"/>
                </a:lnTo>
                <a:cubicBezTo>
                  <a:pt x="79" y="208"/>
                  <a:pt x="77" y="213"/>
                  <a:pt x="73" y="217"/>
                </a:cubicBezTo>
                <a:cubicBezTo>
                  <a:pt x="68" y="222"/>
                  <a:pt x="63" y="224"/>
                  <a:pt x="57" y="224"/>
                </a:cubicBezTo>
                <a:cubicBezTo>
                  <a:pt x="51" y="224"/>
                  <a:pt x="46" y="222"/>
                  <a:pt x="41" y="217"/>
                </a:cubicBezTo>
                <a:cubicBezTo>
                  <a:pt x="37" y="213"/>
                  <a:pt x="35" y="208"/>
                  <a:pt x="35" y="202"/>
                </a:cubicBezTo>
                <a:lnTo>
                  <a:pt x="35" y="62"/>
                </a:lnTo>
                <a:cubicBezTo>
                  <a:pt x="35" y="60"/>
                  <a:pt x="35" y="59"/>
                  <a:pt x="35" y="58"/>
                </a:cubicBezTo>
                <a:cubicBezTo>
                  <a:pt x="32" y="57"/>
                  <a:pt x="29" y="55"/>
                  <a:pt x="26" y="52"/>
                </a:cubicBezTo>
                <a:cubicBezTo>
                  <a:pt x="23" y="47"/>
                  <a:pt x="21" y="42"/>
                  <a:pt x="21" y="36"/>
                </a:cubicBezTo>
                <a:cubicBezTo>
                  <a:pt x="21" y="30"/>
                  <a:pt x="24" y="26"/>
                  <a:pt x="28" y="22"/>
                </a:cubicBezTo>
                <a:cubicBezTo>
                  <a:pt x="32" y="18"/>
                  <a:pt x="38" y="16"/>
                  <a:pt x="44" y="16"/>
                </a:cubicBezTo>
                <a:moveTo>
                  <a:pt x="351" y="31"/>
                </a:moveTo>
                <a:lnTo>
                  <a:pt x="484" y="36"/>
                </a:lnTo>
                <a:cubicBezTo>
                  <a:pt x="490" y="36"/>
                  <a:pt x="495" y="39"/>
                  <a:pt x="499" y="43"/>
                </a:cubicBezTo>
                <a:cubicBezTo>
                  <a:pt x="503" y="47"/>
                  <a:pt x="505" y="52"/>
                  <a:pt x="505" y="58"/>
                </a:cubicBezTo>
                <a:cubicBezTo>
                  <a:pt x="504" y="64"/>
                  <a:pt x="502" y="69"/>
                  <a:pt x="498" y="73"/>
                </a:cubicBezTo>
                <a:cubicBezTo>
                  <a:pt x="493" y="77"/>
                  <a:pt x="488" y="79"/>
                  <a:pt x="482" y="79"/>
                </a:cubicBezTo>
                <a:lnTo>
                  <a:pt x="350" y="74"/>
                </a:lnTo>
                <a:cubicBezTo>
                  <a:pt x="344" y="74"/>
                  <a:pt x="339" y="72"/>
                  <a:pt x="335" y="67"/>
                </a:cubicBezTo>
                <a:cubicBezTo>
                  <a:pt x="331" y="63"/>
                  <a:pt x="329" y="58"/>
                  <a:pt x="329" y="52"/>
                </a:cubicBezTo>
                <a:cubicBezTo>
                  <a:pt x="329" y="46"/>
                  <a:pt x="331" y="41"/>
                  <a:pt x="336" y="37"/>
                </a:cubicBezTo>
                <a:cubicBezTo>
                  <a:pt x="340" y="33"/>
                  <a:pt x="345" y="31"/>
                  <a:pt x="351" y="31"/>
                </a:cubicBezTo>
                <a:moveTo>
                  <a:pt x="657" y="41"/>
                </a:moveTo>
                <a:lnTo>
                  <a:pt x="793" y="44"/>
                </a:lnTo>
                <a:cubicBezTo>
                  <a:pt x="799" y="44"/>
                  <a:pt x="804" y="46"/>
                  <a:pt x="808" y="51"/>
                </a:cubicBezTo>
                <a:cubicBezTo>
                  <a:pt x="812" y="55"/>
                  <a:pt x="814" y="60"/>
                  <a:pt x="814" y="66"/>
                </a:cubicBezTo>
                <a:cubicBezTo>
                  <a:pt x="814" y="72"/>
                  <a:pt x="812" y="77"/>
                  <a:pt x="808" y="81"/>
                </a:cubicBezTo>
                <a:cubicBezTo>
                  <a:pt x="803" y="85"/>
                  <a:pt x="798" y="87"/>
                  <a:pt x="792" y="87"/>
                </a:cubicBezTo>
                <a:lnTo>
                  <a:pt x="656" y="84"/>
                </a:lnTo>
                <a:cubicBezTo>
                  <a:pt x="650" y="84"/>
                  <a:pt x="645" y="82"/>
                  <a:pt x="641" y="77"/>
                </a:cubicBezTo>
                <a:cubicBezTo>
                  <a:pt x="637" y="73"/>
                  <a:pt x="635" y="68"/>
                  <a:pt x="635" y="62"/>
                </a:cubicBezTo>
                <a:cubicBezTo>
                  <a:pt x="635" y="56"/>
                  <a:pt x="637" y="51"/>
                  <a:pt x="642" y="47"/>
                </a:cubicBezTo>
                <a:cubicBezTo>
                  <a:pt x="646" y="43"/>
                  <a:pt x="651" y="41"/>
                  <a:pt x="657" y="41"/>
                </a:cubicBezTo>
                <a:moveTo>
                  <a:pt x="963" y="46"/>
                </a:moveTo>
                <a:lnTo>
                  <a:pt x="1100" y="48"/>
                </a:lnTo>
                <a:cubicBezTo>
                  <a:pt x="1106" y="48"/>
                  <a:pt x="1111" y="50"/>
                  <a:pt x="1115" y="54"/>
                </a:cubicBezTo>
                <a:cubicBezTo>
                  <a:pt x="1120" y="58"/>
                  <a:pt x="1122" y="63"/>
                  <a:pt x="1122" y="69"/>
                </a:cubicBezTo>
                <a:cubicBezTo>
                  <a:pt x="1122" y="75"/>
                  <a:pt x="1119" y="80"/>
                  <a:pt x="1115" y="84"/>
                </a:cubicBezTo>
                <a:cubicBezTo>
                  <a:pt x="1111" y="88"/>
                  <a:pt x="1106" y="90"/>
                  <a:pt x="1100" y="90"/>
                </a:cubicBezTo>
                <a:lnTo>
                  <a:pt x="963" y="89"/>
                </a:lnTo>
                <a:cubicBezTo>
                  <a:pt x="957" y="89"/>
                  <a:pt x="952" y="87"/>
                  <a:pt x="948" y="83"/>
                </a:cubicBezTo>
                <a:cubicBezTo>
                  <a:pt x="944" y="79"/>
                  <a:pt x="942" y="74"/>
                  <a:pt x="942" y="68"/>
                </a:cubicBezTo>
                <a:cubicBezTo>
                  <a:pt x="942" y="62"/>
                  <a:pt x="944" y="57"/>
                  <a:pt x="948" y="53"/>
                </a:cubicBezTo>
                <a:cubicBezTo>
                  <a:pt x="953" y="48"/>
                  <a:pt x="958" y="46"/>
                  <a:pt x="963" y="46"/>
                </a:cubicBezTo>
                <a:moveTo>
                  <a:pt x="1272" y="48"/>
                </a:moveTo>
                <a:lnTo>
                  <a:pt x="1407" y="48"/>
                </a:lnTo>
                <a:cubicBezTo>
                  <a:pt x="1413" y="48"/>
                  <a:pt x="1418" y="50"/>
                  <a:pt x="1422" y="54"/>
                </a:cubicBezTo>
                <a:cubicBezTo>
                  <a:pt x="1426" y="59"/>
                  <a:pt x="1428" y="64"/>
                  <a:pt x="1428" y="69"/>
                </a:cubicBezTo>
                <a:cubicBezTo>
                  <a:pt x="1428" y="75"/>
                  <a:pt x="1426" y="80"/>
                  <a:pt x="1422" y="85"/>
                </a:cubicBezTo>
                <a:cubicBezTo>
                  <a:pt x="1418" y="89"/>
                  <a:pt x="1413" y="91"/>
                  <a:pt x="1407" y="91"/>
                </a:cubicBezTo>
                <a:lnTo>
                  <a:pt x="1272" y="91"/>
                </a:lnTo>
                <a:cubicBezTo>
                  <a:pt x="1266" y="91"/>
                  <a:pt x="1261" y="89"/>
                  <a:pt x="1257" y="85"/>
                </a:cubicBezTo>
                <a:cubicBezTo>
                  <a:pt x="1253" y="81"/>
                  <a:pt x="1251" y="76"/>
                  <a:pt x="1251" y="70"/>
                </a:cubicBezTo>
                <a:cubicBezTo>
                  <a:pt x="1251" y="64"/>
                  <a:pt x="1253" y="59"/>
                  <a:pt x="1257" y="55"/>
                </a:cubicBezTo>
                <a:cubicBezTo>
                  <a:pt x="1261" y="50"/>
                  <a:pt x="1266" y="48"/>
                  <a:pt x="1272" y="48"/>
                </a:cubicBezTo>
                <a:moveTo>
                  <a:pt x="1577" y="47"/>
                </a:moveTo>
                <a:lnTo>
                  <a:pt x="1716" y="46"/>
                </a:lnTo>
                <a:cubicBezTo>
                  <a:pt x="1722" y="46"/>
                  <a:pt x="1727" y="48"/>
                  <a:pt x="1731" y="53"/>
                </a:cubicBezTo>
                <a:cubicBezTo>
                  <a:pt x="1735" y="57"/>
                  <a:pt x="1737" y="62"/>
                  <a:pt x="1737" y="68"/>
                </a:cubicBezTo>
                <a:cubicBezTo>
                  <a:pt x="1737" y="73"/>
                  <a:pt x="1735" y="79"/>
                  <a:pt x="1731" y="83"/>
                </a:cubicBezTo>
                <a:cubicBezTo>
                  <a:pt x="1727" y="87"/>
                  <a:pt x="1722" y="89"/>
                  <a:pt x="1716" y="89"/>
                </a:cubicBezTo>
                <a:lnTo>
                  <a:pt x="1578" y="90"/>
                </a:lnTo>
                <a:cubicBezTo>
                  <a:pt x="1572" y="90"/>
                  <a:pt x="1567" y="88"/>
                  <a:pt x="1562" y="84"/>
                </a:cubicBezTo>
                <a:cubicBezTo>
                  <a:pt x="1558" y="80"/>
                  <a:pt x="1556" y="75"/>
                  <a:pt x="1556" y="69"/>
                </a:cubicBezTo>
                <a:cubicBezTo>
                  <a:pt x="1556" y="63"/>
                  <a:pt x="1558" y="58"/>
                  <a:pt x="1562" y="54"/>
                </a:cubicBezTo>
                <a:cubicBezTo>
                  <a:pt x="1566" y="50"/>
                  <a:pt x="1571" y="47"/>
                  <a:pt x="1577" y="47"/>
                </a:cubicBezTo>
                <a:moveTo>
                  <a:pt x="1884" y="45"/>
                </a:moveTo>
                <a:lnTo>
                  <a:pt x="2022" y="43"/>
                </a:lnTo>
                <a:cubicBezTo>
                  <a:pt x="2028" y="43"/>
                  <a:pt x="2033" y="45"/>
                  <a:pt x="2038" y="49"/>
                </a:cubicBezTo>
                <a:cubicBezTo>
                  <a:pt x="2042" y="53"/>
                  <a:pt x="2044" y="58"/>
                  <a:pt x="2044" y="64"/>
                </a:cubicBezTo>
                <a:cubicBezTo>
                  <a:pt x="2044" y="70"/>
                  <a:pt x="2042" y="75"/>
                  <a:pt x="2038" y="79"/>
                </a:cubicBezTo>
                <a:cubicBezTo>
                  <a:pt x="2034" y="84"/>
                  <a:pt x="2029" y="86"/>
                  <a:pt x="2023" y="86"/>
                </a:cubicBezTo>
                <a:lnTo>
                  <a:pt x="1885" y="87"/>
                </a:lnTo>
                <a:cubicBezTo>
                  <a:pt x="1879" y="88"/>
                  <a:pt x="1874" y="85"/>
                  <a:pt x="1869" y="81"/>
                </a:cubicBezTo>
                <a:cubicBezTo>
                  <a:pt x="1865" y="77"/>
                  <a:pt x="1863" y="72"/>
                  <a:pt x="1863" y="66"/>
                </a:cubicBezTo>
                <a:cubicBezTo>
                  <a:pt x="1863" y="60"/>
                  <a:pt x="1865" y="55"/>
                  <a:pt x="1869" y="51"/>
                </a:cubicBezTo>
                <a:cubicBezTo>
                  <a:pt x="1873" y="47"/>
                  <a:pt x="1878" y="45"/>
                  <a:pt x="1884" y="45"/>
                </a:cubicBezTo>
                <a:moveTo>
                  <a:pt x="2192" y="41"/>
                </a:moveTo>
                <a:lnTo>
                  <a:pt x="2329" y="39"/>
                </a:lnTo>
                <a:cubicBezTo>
                  <a:pt x="2335" y="38"/>
                  <a:pt x="2340" y="40"/>
                  <a:pt x="2344" y="45"/>
                </a:cubicBezTo>
                <a:cubicBezTo>
                  <a:pt x="2348" y="49"/>
                  <a:pt x="2351" y="54"/>
                  <a:pt x="2351" y="60"/>
                </a:cubicBezTo>
                <a:cubicBezTo>
                  <a:pt x="2351" y="65"/>
                  <a:pt x="2349" y="71"/>
                  <a:pt x="2345" y="75"/>
                </a:cubicBezTo>
                <a:cubicBezTo>
                  <a:pt x="2341" y="79"/>
                  <a:pt x="2336" y="81"/>
                  <a:pt x="2330" y="81"/>
                </a:cubicBezTo>
                <a:lnTo>
                  <a:pt x="2192" y="83"/>
                </a:lnTo>
                <a:cubicBezTo>
                  <a:pt x="2186" y="84"/>
                  <a:pt x="2181" y="81"/>
                  <a:pt x="2177" y="77"/>
                </a:cubicBezTo>
                <a:cubicBezTo>
                  <a:pt x="2173" y="73"/>
                  <a:pt x="2171" y="68"/>
                  <a:pt x="2170" y="62"/>
                </a:cubicBezTo>
                <a:cubicBezTo>
                  <a:pt x="2170" y="57"/>
                  <a:pt x="2172" y="51"/>
                  <a:pt x="2177" y="47"/>
                </a:cubicBezTo>
                <a:cubicBezTo>
                  <a:pt x="2181" y="43"/>
                  <a:pt x="2186" y="41"/>
                  <a:pt x="2192" y="41"/>
                </a:cubicBezTo>
                <a:moveTo>
                  <a:pt x="2499" y="36"/>
                </a:moveTo>
                <a:lnTo>
                  <a:pt x="2637" y="33"/>
                </a:lnTo>
                <a:cubicBezTo>
                  <a:pt x="2642" y="33"/>
                  <a:pt x="2648" y="35"/>
                  <a:pt x="2652" y="39"/>
                </a:cubicBezTo>
                <a:cubicBezTo>
                  <a:pt x="2656" y="43"/>
                  <a:pt x="2658" y="48"/>
                  <a:pt x="2658" y="54"/>
                </a:cubicBezTo>
                <a:cubicBezTo>
                  <a:pt x="2658" y="60"/>
                  <a:pt x="2656" y="65"/>
                  <a:pt x="2652" y="69"/>
                </a:cubicBezTo>
                <a:cubicBezTo>
                  <a:pt x="2648" y="74"/>
                  <a:pt x="2643" y="76"/>
                  <a:pt x="2637" y="76"/>
                </a:cubicBezTo>
                <a:lnTo>
                  <a:pt x="2499" y="78"/>
                </a:lnTo>
                <a:cubicBezTo>
                  <a:pt x="2493" y="79"/>
                  <a:pt x="2488" y="77"/>
                  <a:pt x="2484" y="72"/>
                </a:cubicBezTo>
                <a:cubicBezTo>
                  <a:pt x="2480" y="68"/>
                  <a:pt x="2478" y="63"/>
                  <a:pt x="2478" y="57"/>
                </a:cubicBezTo>
                <a:cubicBezTo>
                  <a:pt x="2478" y="52"/>
                  <a:pt x="2480" y="46"/>
                  <a:pt x="2484" y="42"/>
                </a:cubicBezTo>
                <a:cubicBezTo>
                  <a:pt x="2488" y="38"/>
                  <a:pt x="2493" y="36"/>
                  <a:pt x="2499" y="36"/>
                </a:cubicBezTo>
                <a:moveTo>
                  <a:pt x="2805" y="30"/>
                </a:moveTo>
                <a:lnTo>
                  <a:pt x="2945" y="27"/>
                </a:lnTo>
                <a:cubicBezTo>
                  <a:pt x="2951" y="27"/>
                  <a:pt x="2956" y="29"/>
                  <a:pt x="2960" y="33"/>
                </a:cubicBezTo>
                <a:cubicBezTo>
                  <a:pt x="2965" y="37"/>
                  <a:pt x="2967" y="42"/>
                  <a:pt x="2967" y="48"/>
                </a:cubicBezTo>
                <a:cubicBezTo>
                  <a:pt x="2967" y="54"/>
                  <a:pt x="2965" y="59"/>
                  <a:pt x="2961" y="63"/>
                </a:cubicBezTo>
                <a:cubicBezTo>
                  <a:pt x="2957" y="68"/>
                  <a:pt x="2952" y="70"/>
                  <a:pt x="2946" y="70"/>
                </a:cubicBezTo>
                <a:lnTo>
                  <a:pt x="2806" y="73"/>
                </a:lnTo>
                <a:cubicBezTo>
                  <a:pt x="2800" y="73"/>
                  <a:pt x="2795" y="71"/>
                  <a:pt x="2791" y="67"/>
                </a:cubicBezTo>
                <a:cubicBezTo>
                  <a:pt x="2787" y="63"/>
                  <a:pt x="2785" y="58"/>
                  <a:pt x="2784" y="52"/>
                </a:cubicBezTo>
                <a:cubicBezTo>
                  <a:pt x="2784" y="46"/>
                  <a:pt x="2786" y="41"/>
                  <a:pt x="2790" y="37"/>
                </a:cubicBezTo>
                <a:cubicBezTo>
                  <a:pt x="2794" y="32"/>
                  <a:pt x="2799" y="30"/>
                  <a:pt x="2805" y="30"/>
                </a:cubicBezTo>
                <a:moveTo>
                  <a:pt x="3112" y="24"/>
                </a:moveTo>
                <a:lnTo>
                  <a:pt x="3251" y="21"/>
                </a:lnTo>
                <a:cubicBezTo>
                  <a:pt x="3256" y="21"/>
                  <a:pt x="3262" y="23"/>
                  <a:pt x="3266" y="27"/>
                </a:cubicBezTo>
                <a:cubicBezTo>
                  <a:pt x="3270" y="31"/>
                  <a:pt x="3272" y="36"/>
                  <a:pt x="3272" y="42"/>
                </a:cubicBezTo>
                <a:cubicBezTo>
                  <a:pt x="3272" y="48"/>
                  <a:pt x="3270" y="53"/>
                  <a:pt x="3266" y="57"/>
                </a:cubicBezTo>
                <a:cubicBezTo>
                  <a:pt x="3262" y="61"/>
                  <a:pt x="3257" y="63"/>
                  <a:pt x="3251" y="63"/>
                </a:cubicBezTo>
                <a:lnTo>
                  <a:pt x="3113" y="66"/>
                </a:lnTo>
                <a:cubicBezTo>
                  <a:pt x="3107" y="67"/>
                  <a:pt x="3102" y="65"/>
                  <a:pt x="3098" y="60"/>
                </a:cubicBezTo>
                <a:cubicBezTo>
                  <a:pt x="3094" y="56"/>
                  <a:pt x="3091" y="51"/>
                  <a:pt x="3091" y="46"/>
                </a:cubicBezTo>
                <a:cubicBezTo>
                  <a:pt x="3091" y="40"/>
                  <a:pt x="3093" y="35"/>
                  <a:pt x="3097" y="30"/>
                </a:cubicBezTo>
                <a:cubicBezTo>
                  <a:pt x="3101" y="26"/>
                  <a:pt x="3106" y="24"/>
                  <a:pt x="3112" y="24"/>
                </a:cubicBezTo>
                <a:moveTo>
                  <a:pt x="3420" y="17"/>
                </a:moveTo>
                <a:lnTo>
                  <a:pt x="3556" y="14"/>
                </a:lnTo>
                <a:cubicBezTo>
                  <a:pt x="3562" y="14"/>
                  <a:pt x="3567" y="16"/>
                  <a:pt x="3571" y="20"/>
                </a:cubicBezTo>
                <a:cubicBezTo>
                  <a:pt x="3575" y="24"/>
                  <a:pt x="3578" y="29"/>
                  <a:pt x="3578" y="35"/>
                </a:cubicBezTo>
                <a:cubicBezTo>
                  <a:pt x="3578" y="41"/>
                  <a:pt x="3576" y="46"/>
                  <a:pt x="3572" y="50"/>
                </a:cubicBezTo>
                <a:cubicBezTo>
                  <a:pt x="3568" y="54"/>
                  <a:pt x="3563" y="56"/>
                  <a:pt x="3557" y="57"/>
                </a:cubicBezTo>
                <a:lnTo>
                  <a:pt x="3421" y="60"/>
                </a:lnTo>
                <a:cubicBezTo>
                  <a:pt x="3415" y="60"/>
                  <a:pt x="3410" y="58"/>
                  <a:pt x="3406" y="54"/>
                </a:cubicBezTo>
                <a:cubicBezTo>
                  <a:pt x="3402" y="50"/>
                  <a:pt x="3399" y="45"/>
                  <a:pt x="3399" y="39"/>
                </a:cubicBezTo>
                <a:cubicBezTo>
                  <a:pt x="3399" y="33"/>
                  <a:pt x="3401" y="28"/>
                  <a:pt x="3405" y="24"/>
                </a:cubicBezTo>
                <a:cubicBezTo>
                  <a:pt x="3409" y="19"/>
                  <a:pt x="3414" y="17"/>
                  <a:pt x="3420" y="17"/>
                </a:cubicBezTo>
                <a:moveTo>
                  <a:pt x="3730" y="10"/>
                </a:moveTo>
                <a:lnTo>
                  <a:pt x="3863" y="7"/>
                </a:lnTo>
                <a:cubicBezTo>
                  <a:pt x="3869" y="7"/>
                  <a:pt x="3874" y="9"/>
                  <a:pt x="3878" y="13"/>
                </a:cubicBezTo>
                <a:cubicBezTo>
                  <a:pt x="3883" y="17"/>
                  <a:pt x="3885" y="22"/>
                  <a:pt x="3885" y="28"/>
                </a:cubicBezTo>
                <a:cubicBezTo>
                  <a:pt x="3885" y="34"/>
                  <a:pt x="3883" y="39"/>
                  <a:pt x="3879" y="43"/>
                </a:cubicBezTo>
                <a:cubicBezTo>
                  <a:pt x="3875" y="47"/>
                  <a:pt x="3870" y="49"/>
                  <a:pt x="3864" y="49"/>
                </a:cubicBezTo>
                <a:lnTo>
                  <a:pt x="3731" y="53"/>
                </a:lnTo>
                <a:cubicBezTo>
                  <a:pt x="3725" y="53"/>
                  <a:pt x="3720" y="51"/>
                  <a:pt x="3716" y="47"/>
                </a:cubicBezTo>
                <a:cubicBezTo>
                  <a:pt x="3712" y="43"/>
                  <a:pt x="3709" y="38"/>
                  <a:pt x="3709" y="32"/>
                </a:cubicBezTo>
                <a:cubicBezTo>
                  <a:pt x="3709" y="26"/>
                  <a:pt x="3711" y="21"/>
                  <a:pt x="3715" y="17"/>
                </a:cubicBezTo>
                <a:cubicBezTo>
                  <a:pt x="3719" y="12"/>
                  <a:pt x="3724" y="10"/>
                  <a:pt x="3730" y="10"/>
                </a:cubicBezTo>
                <a:moveTo>
                  <a:pt x="4034" y="3"/>
                </a:moveTo>
                <a:lnTo>
                  <a:pt x="4158" y="0"/>
                </a:lnTo>
                <a:cubicBezTo>
                  <a:pt x="4164" y="0"/>
                  <a:pt x="4169" y="2"/>
                  <a:pt x="4173" y="6"/>
                </a:cubicBezTo>
                <a:cubicBezTo>
                  <a:pt x="4177" y="10"/>
                  <a:pt x="4179" y="15"/>
                  <a:pt x="4180" y="21"/>
                </a:cubicBezTo>
                <a:cubicBezTo>
                  <a:pt x="4180" y="26"/>
                  <a:pt x="4178" y="31"/>
                  <a:pt x="4174" y="36"/>
                </a:cubicBezTo>
                <a:cubicBezTo>
                  <a:pt x="4176" y="39"/>
                  <a:pt x="4177" y="43"/>
                  <a:pt x="4177" y="47"/>
                </a:cubicBezTo>
                <a:cubicBezTo>
                  <a:pt x="4179" y="91"/>
                  <a:pt x="4180" y="136"/>
                  <a:pt x="4181" y="183"/>
                </a:cubicBezTo>
                <a:cubicBezTo>
                  <a:pt x="4181" y="188"/>
                  <a:pt x="4179" y="194"/>
                  <a:pt x="4175" y="198"/>
                </a:cubicBezTo>
                <a:cubicBezTo>
                  <a:pt x="4171" y="202"/>
                  <a:pt x="4166" y="204"/>
                  <a:pt x="4160" y="204"/>
                </a:cubicBezTo>
                <a:cubicBezTo>
                  <a:pt x="4154" y="204"/>
                  <a:pt x="4149" y="202"/>
                  <a:pt x="4145" y="198"/>
                </a:cubicBezTo>
                <a:cubicBezTo>
                  <a:pt x="4141" y="194"/>
                  <a:pt x="4139" y="189"/>
                  <a:pt x="4138" y="183"/>
                </a:cubicBezTo>
                <a:cubicBezTo>
                  <a:pt x="4138" y="137"/>
                  <a:pt x="4136" y="92"/>
                  <a:pt x="4135" y="49"/>
                </a:cubicBezTo>
                <a:cubicBezTo>
                  <a:pt x="4135" y="47"/>
                  <a:pt x="4135" y="45"/>
                  <a:pt x="4135" y="43"/>
                </a:cubicBezTo>
                <a:lnTo>
                  <a:pt x="4035" y="45"/>
                </a:lnTo>
                <a:cubicBezTo>
                  <a:pt x="4030" y="46"/>
                  <a:pt x="4024" y="44"/>
                  <a:pt x="4020" y="39"/>
                </a:cubicBezTo>
                <a:cubicBezTo>
                  <a:pt x="4016" y="35"/>
                  <a:pt x="4014" y="30"/>
                  <a:pt x="4014" y="25"/>
                </a:cubicBezTo>
                <a:cubicBezTo>
                  <a:pt x="4013" y="19"/>
                  <a:pt x="4015" y="14"/>
                  <a:pt x="4019" y="9"/>
                </a:cubicBezTo>
                <a:cubicBezTo>
                  <a:pt x="4024" y="5"/>
                  <a:pt x="4028" y="3"/>
                  <a:pt x="4034" y="3"/>
                </a:cubicBezTo>
                <a:moveTo>
                  <a:pt x="4183" y="355"/>
                </a:moveTo>
                <a:lnTo>
                  <a:pt x="4182" y="493"/>
                </a:lnTo>
                <a:cubicBezTo>
                  <a:pt x="4182" y="499"/>
                  <a:pt x="4180" y="504"/>
                  <a:pt x="4175" y="508"/>
                </a:cubicBezTo>
                <a:cubicBezTo>
                  <a:pt x="4171" y="512"/>
                  <a:pt x="4166" y="514"/>
                  <a:pt x="4160" y="514"/>
                </a:cubicBezTo>
                <a:cubicBezTo>
                  <a:pt x="4154" y="514"/>
                  <a:pt x="4149" y="512"/>
                  <a:pt x="4145" y="508"/>
                </a:cubicBezTo>
                <a:cubicBezTo>
                  <a:pt x="4141" y="503"/>
                  <a:pt x="4139" y="498"/>
                  <a:pt x="4139" y="493"/>
                </a:cubicBezTo>
                <a:lnTo>
                  <a:pt x="4140" y="355"/>
                </a:lnTo>
                <a:cubicBezTo>
                  <a:pt x="4140" y="349"/>
                  <a:pt x="4142" y="344"/>
                  <a:pt x="4146" y="340"/>
                </a:cubicBezTo>
                <a:cubicBezTo>
                  <a:pt x="4151" y="336"/>
                  <a:pt x="4156" y="334"/>
                  <a:pt x="4162" y="334"/>
                </a:cubicBezTo>
                <a:cubicBezTo>
                  <a:pt x="4167" y="334"/>
                  <a:pt x="4172" y="336"/>
                  <a:pt x="4177" y="340"/>
                </a:cubicBezTo>
                <a:cubicBezTo>
                  <a:pt x="4181" y="344"/>
                  <a:pt x="4183" y="349"/>
                  <a:pt x="4183" y="355"/>
                </a:cubicBezTo>
                <a:moveTo>
                  <a:pt x="4178" y="664"/>
                </a:moveTo>
                <a:lnTo>
                  <a:pt x="4174" y="801"/>
                </a:lnTo>
                <a:cubicBezTo>
                  <a:pt x="4174" y="807"/>
                  <a:pt x="4172" y="812"/>
                  <a:pt x="4168" y="816"/>
                </a:cubicBezTo>
                <a:cubicBezTo>
                  <a:pt x="4163" y="820"/>
                  <a:pt x="4158" y="822"/>
                  <a:pt x="4152" y="822"/>
                </a:cubicBezTo>
                <a:cubicBezTo>
                  <a:pt x="4146" y="822"/>
                  <a:pt x="4141" y="819"/>
                  <a:pt x="4137" y="815"/>
                </a:cubicBezTo>
                <a:cubicBezTo>
                  <a:pt x="4133" y="811"/>
                  <a:pt x="4131" y="806"/>
                  <a:pt x="4132" y="800"/>
                </a:cubicBezTo>
                <a:lnTo>
                  <a:pt x="4136" y="663"/>
                </a:lnTo>
                <a:cubicBezTo>
                  <a:pt x="4136" y="657"/>
                  <a:pt x="4138" y="652"/>
                  <a:pt x="4142" y="648"/>
                </a:cubicBezTo>
                <a:cubicBezTo>
                  <a:pt x="4147" y="644"/>
                  <a:pt x="4152" y="642"/>
                  <a:pt x="4158" y="642"/>
                </a:cubicBezTo>
                <a:cubicBezTo>
                  <a:pt x="4164" y="643"/>
                  <a:pt x="4169" y="645"/>
                  <a:pt x="4173" y="649"/>
                </a:cubicBezTo>
                <a:cubicBezTo>
                  <a:pt x="4177" y="653"/>
                  <a:pt x="4179" y="658"/>
                  <a:pt x="4178" y="664"/>
                </a:cubicBezTo>
                <a:moveTo>
                  <a:pt x="4168" y="973"/>
                </a:moveTo>
                <a:lnTo>
                  <a:pt x="4162" y="1110"/>
                </a:lnTo>
                <a:cubicBezTo>
                  <a:pt x="4162" y="1116"/>
                  <a:pt x="4160" y="1121"/>
                  <a:pt x="4156" y="1125"/>
                </a:cubicBezTo>
                <a:cubicBezTo>
                  <a:pt x="4151" y="1129"/>
                  <a:pt x="4146" y="1131"/>
                  <a:pt x="4140" y="1131"/>
                </a:cubicBezTo>
                <a:cubicBezTo>
                  <a:pt x="4134" y="1130"/>
                  <a:pt x="4129" y="1128"/>
                  <a:pt x="4125" y="1124"/>
                </a:cubicBezTo>
                <a:cubicBezTo>
                  <a:pt x="4121" y="1119"/>
                  <a:pt x="4120" y="1114"/>
                  <a:pt x="4120" y="1108"/>
                </a:cubicBezTo>
                <a:lnTo>
                  <a:pt x="4125" y="971"/>
                </a:lnTo>
                <a:cubicBezTo>
                  <a:pt x="4126" y="965"/>
                  <a:pt x="4128" y="960"/>
                  <a:pt x="4132" y="956"/>
                </a:cubicBezTo>
                <a:cubicBezTo>
                  <a:pt x="4137" y="952"/>
                  <a:pt x="4142" y="950"/>
                  <a:pt x="4148" y="950"/>
                </a:cubicBezTo>
                <a:cubicBezTo>
                  <a:pt x="4153" y="951"/>
                  <a:pt x="4158" y="953"/>
                  <a:pt x="4162" y="957"/>
                </a:cubicBezTo>
                <a:cubicBezTo>
                  <a:pt x="4166" y="961"/>
                  <a:pt x="4168" y="967"/>
                  <a:pt x="4168" y="973"/>
                </a:cubicBezTo>
                <a:moveTo>
                  <a:pt x="4155" y="1280"/>
                </a:moveTo>
                <a:lnTo>
                  <a:pt x="4150" y="1418"/>
                </a:lnTo>
                <a:cubicBezTo>
                  <a:pt x="4150" y="1424"/>
                  <a:pt x="4147" y="1429"/>
                  <a:pt x="4143" y="1433"/>
                </a:cubicBezTo>
                <a:cubicBezTo>
                  <a:pt x="4139" y="1437"/>
                  <a:pt x="4134" y="1438"/>
                  <a:pt x="4128" y="1438"/>
                </a:cubicBezTo>
                <a:cubicBezTo>
                  <a:pt x="4122" y="1438"/>
                  <a:pt x="4117" y="1436"/>
                  <a:pt x="4113" y="1431"/>
                </a:cubicBezTo>
                <a:cubicBezTo>
                  <a:pt x="4109" y="1427"/>
                  <a:pt x="4107" y="1422"/>
                  <a:pt x="4107" y="1416"/>
                </a:cubicBezTo>
                <a:lnTo>
                  <a:pt x="4113" y="1278"/>
                </a:lnTo>
                <a:cubicBezTo>
                  <a:pt x="4113" y="1272"/>
                  <a:pt x="4115" y="1267"/>
                  <a:pt x="4120" y="1263"/>
                </a:cubicBezTo>
                <a:cubicBezTo>
                  <a:pt x="4124" y="1259"/>
                  <a:pt x="4129" y="1257"/>
                  <a:pt x="4135" y="1257"/>
                </a:cubicBezTo>
                <a:cubicBezTo>
                  <a:pt x="4141" y="1258"/>
                  <a:pt x="4146" y="1260"/>
                  <a:pt x="4150" y="1264"/>
                </a:cubicBezTo>
                <a:cubicBezTo>
                  <a:pt x="4154" y="1269"/>
                  <a:pt x="4156" y="1274"/>
                  <a:pt x="4155" y="1280"/>
                </a:cubicBezTo>
                <a:moveTo>
                  <a:pt x="4144" y="1589"/>
                </a:moveTo>
                <a:lnTo>
                  <a:pt x="4141" y="1722"/>
                </a:lnTo>
                <a:cubicBezTo>
                  <a:pt x="4140" y="1726"/>
                  <a:pt x="4139" y="1730"/>
                  <a:pt x="4137" y="1733"/>
                </a:cubicBezTo>
                <a:lnTo>
                  <a:pt x="4156" y="1734"/>
                </a:lnTo>
                <a:cubicBezTo>
                  <a:pt x="4162" y="1734"/>
                  <a:pt x="4167" y="1736"/>
                  <a:pt x="4171" y="1741"/>
                </a:cubicBezTo>
                <a:cubicBezTo>
                  <a:pt x="4175" y="1745"/>
                  <a:pt x="4177" y="1750"/>
                  <a:pt x="4176" y="1756"/>
                </a:cubicBezTo>
                <a:cubicBezTo>
                  <a:pt x="4176" y="1762"/>
                  <a:pt x="4174" y="1767"/>
                  <a:pt x="4170" y="1771"/>
                </a:cubicBezTo>
                <a:cubicBezTo>
                  <a:pt x="4165" y="1775"/>
                  <a:pt x="4160" y="1777"/>
                  <a:pt x="4154" y="1777"/>
                </a:cubicBezTo>
                <a:lnTo>
                  <a:pt x="4019" y="1772"/>
                </a:lnTo>
                <a:cubicBezTo>
                  <a:pt x="4013" y="1772"/>
                  <a:pt x="4008" y="1769"/>
                  <a:pt x="4004" y="1765"/>
                </a:cubicBezTo>
                <a:cubicBezTo>
                  <a:pt x="4000" y="1761"/>
                  <a:pt x="3998" y="1756"/>
                  <a:pt x="3998" y="1750"/>
                </a:cubicBezTo>
                <a:cubicBezTo>
                  <a:pt x="3998" y="1744"/>
                  <a:pt x="4001" y="1739"/>
                  <a:pt x="4005" y="1735"/>
                </a:cubicBezTo>
                <a:cubicBezTo>
                  <a:pt x="4009" y="1731"/>
                  <a:pt x="4014" y="1729"/>
                  <a:pt x="4020" y="1729"/>
                </a:cubicBezTo>
                <a:lnTo>
                  <a:pt x="4100" y="1732"/>
                </a:lnTo>
                <a:cubicBezTo>
                  <a:pt x="4099" y="1729"/>
                  <a:pt x="4098" y="1725"/>
                  <a:pt x="4098" y="1721"/>
                </a:cubicBezTo>
                <a:lnTo>
                  <a:pt x="4101" y="1588"/>
                </a:lnTo>
                <a:cubicBezTo>
                  <a:pt x="4101" y="1582"/>
                  <a:pt x="4104" y="1577"/>
                  <a:pt x="4108" y="1573"/>
                </a:cubicBezTo>
                <a:cubicBezTo>
                  <a:pt x="4112" y="1569"/>
                  <a:pt x="4117" y="1567"/>
                  <a:pt x="4123" y="1567"/>
                </a:cubicBezTo>
                <a:cubicBezTo>
                  <a:pt x="4129" y="1567"/>
                  <a:pt x="4134" y="1570"/>
                  <a:pt x="4138" y="1574"/>
                </a:cubicBezTo>
                <a:cubicBezTo>
                  <a:pt x="4142" y="1578"/>
                  <a:pt x="4144" y="1583"/>
                  <a:pt x="4144" y="1589"/>
                </a:cubicBezTo>
                <a:moveTo>
                  <a:pt x="3848" y="1767"/>
                </a:moveTo>
                <a:lnTo>
                  <a:pt x="3712" y="1763"/>
                </a:lnTo>
                <a:cubicBezTo>
                  <a:pt x="3706" y="1763"/>
                  <a:pt x="3701" y="1761"/>
                  <a:pt x="3697" y="1756"/>
                </a:cubicBezTo>
                <a:cubicBezTo>
                  <a:pt x="3693" y="1752"/>
                  <a:pt x="3691" y="1747"/>
                  <a:pt x="3691" y="1741"/>
                </a:cubicBezTo>
                <a:cubicBezTo>
                  <a:pt x="3691" y="1735"/>
                  <a:pt x="3693" y="1730"/>
                  <a:pt x="3697" y="1726"/>
                </a:cubicBezTo>
                <a:cubicBezTo>
                  <a:pt x="3702" y="1722"/>
                  <a:pt x="3707" y="1720"/>
                  <a:pt x="3713" y="1720"/>
                </a:cubicBezTo>
                <a:lnTo>
                  <a:pt x="3849" y="1724"/>
                </a:lnTo>
                <a:cubicBezTo>
                  <a:pt x="3855" y="1724"/>
                  <a:pt x="3860" y="1726"/>
                  <a:pt x="3864" y="1731"/>
                </a:cubicBezTo>
                <a:cubicBezTo>
                  <a:pt x="3868" y="1735"/>
                  <a:pt x="3870" y="1740"/>
                  <a:pt x="3870" y="1746"/>
                </a:cubicBezTo>
                <a:cubicBezTo>
                  <a:pt x="3870" y="1752"/>
                  <a:pt x="3868" y="1757"/>
                  <a:pt x="3863" y="1761"/>
                </a:cubicBezTo>
                <a:cubicBezTo>
                  <a:pt x="3859" y="1765"/>
                  <a:pt x="3854" y="1767"/>
                  <a:pt x="3848" y="1767"/>
                </a:cubicBezTo>
                <a:moveTo>
                  <a:pt x="3543" y="1760"/>
                </a:moveTo>
                <a:lnTo>
                  <a:pt x="3405" y="1757"/>
                </a:lnTo>
                <a:cubicBezTo>
                  <a:pt x="3399" y="1757"/>
                  <a:pt x="3394" y="1755"/>
                  <a:pt x="3390" y="1751"/>
                </a:cubicBezTo>
                <a:cubicBezTo>
                  <a:pt x="3386" y="1746"/>
                  <a:pt x="3384" y="1741"/>
                  <a:pt x="3384" y="1736"/>
                </a:cubicBezTo>
                <a:cubicBezTo>
                  <a:pt x="3384" y="1730"/>
                  <a:pt x="3386" y="1725"/>
                  <a:pt x="3390" y="1721"/>
                </a:cubicBezTo>
                <a:cubicBezTo>
                  <a:pt x="3395" y="1716"/>
                  <a:pt x="3400" y="1714"/>
                  <a:pt x="3406" y="1715"/>
                </a:cubicBezTo>
                <a:lnTo>
                  <a:pt x="3543" y="1717"/>
                </a:lnTo>
                <a:cubicBezTo>
                  <a:pt x="3549" y="1717"/>
                  <a:pt x="3554" y="1719"/>
                  <a:pt x="3558" y="1723"/>
                </a:cubicBezTo>
                <a:cubicBezTo>
                  <a:pt x="3562" y="1728"/>
                  <a:pt x="3564" y="1733"/>
                  <a:pt x="3564" y="1739"/>
                </a:cubicBezTo>
                <a:cubicBezTo>
                  <a:pt x="3564" y="1744"/>
                  <a:pt x="3562" y="1749"/>
                  <a:pt x="3558" y="1754"/>
                </a:cubicBezTo>
                <a:cubicBezTo>
                  <a:pt x="3553" y="1758"/>
                  <a:pt x="3548" y="1760"/>
                  <a:pt x="3543" y="1760"/>
                </a:cubicBezTo>
                <a:moveTo>
                  <a:pt x="3236" y="1755"/>
                </a:moveTo>
                <a:lnTo>
                  <a:pt x="3100" y="1754"/>
                </a:lnTo>
                <a:cubicBezTo>
                  <a:pt x="3094" y="1754"/>
                  <a:pt x="3089" y="1752"/>
                  <a:pt x="3085" y="1747"/>
                </a:cubicBezTo>
                <a:cubicBezTo>
                  <a:pt x="3081" y="1743"/>
                  <a:pt x="3079" y="1738"/>
                  <a:pt x="3079" y="1732"/>
                </a:cubicBezTo>
                <a:cubicBezTo>
                  <a:pt x="3079" y="1726"/>
                  <a:pt x="3081" y="1721"/>
                  <a:pt x="3085" y="1717"/>
                </a:cubicBezTo>
                <a:cubicBezTo>
                  <a:pt x="3089" y="1713"/>
                  <a:pt x="3094" y="1711"/>
                  <a:pt x="3100" y="1711"/>
                </a:cubicBezTo>
                <a:lnTo>
                  <a:pt x="3236" y="1712"/>
                </a:lnTo>
                <a:cubicBezTo>
                  <a:pt x="3242" y="1712"/>
                  <a:pt x="3247" y="1715"/>
                  <a:pt x="3251" y="1719"/>
                </a:cubicBezTo>
                <a:cubicBezTo>
                  <a:pt x="3255" y="1723"/>
                  <a:pt x="3257" y="1728"/>
                  <a:pt x="3257" y="1734"/>
                </a:cubicBezTo>
                <a:cubicBezTo>
                  <a:pt x="3257" y="1740"/>
                  <a:pt x="3255" y="1745"/>
                  <a:pt x="3251" y="1749"/>
                </a:cubicBezTo>
                <a:cubicBezTo>
                  <a:pt x="3246" y="1753"/>
                  <a:pt x="3241" y="1755"/>
                  <a:pt x="3236" y="1755"/>
                </a:cubicBezTo>
                <a:moveTo>
                  <a:pt x="2926" y="1753"/>
                </a:moveTo>
                <a:lnTo>
                  <a:pt x="2793" y="1752"/>
                </a:lnTo>
                <a:cubicBezTo>
                  <a:pt x="2787" y="1752"/>
                  <a:pt x="2782" y="1750"/>
                  <a:pt x="2777" y="1746"/>
                </a:cubicBezTo>
                <a:cubicBezTo>
                  <a:pt x="2773" y="1742"/>
                  <a:pt x="2771" y="1737"/>
                  <a:pt x="2771" y="1731"/>
                </a:cubicBezTo>
                <a:cubicBezTo>
                  <a:pt x="2771" y="1725"/>
                  <a:pt x="2773" y="1720"/>
                  <a:pt x="2778" y="1716"/>
                </a:cubicBezTo>
                <a:cubicBezTo>
                  <a:pt x="2782" y="1711"/>
                  <a:pt x="2787" y="1709"/>
                  <a:pt x="2793" y="1709"/>
                </a:cubicBezTo>
                <a:lnTo>
                  <a:pt x="2927" y="1710"/>
                </a:lnTo>
                <a:cubicBezTo>
                  <a:pt x="2933" y="1710"/>
                  <a:pt x="2938" y="1712"/>
                  <a:pt x="2942" y="1716"/>
                </a:cubicBezTo>
                <a:cubicBezTo>
                  <a:pt x="2946" y="1720"/>
                  <a:pt x="2948" y="1725"/>
                  <a:pt x="2948" y="1731"/>
                </a:cubicBezTo>
                <a:cubicBezTo>
                  <a:pt x="2948" y="1737"/>
                  <a:pt x="2946" y="1742"/>
                  <a:pt x="2942" y="1746"/>
                </a:cubicBezTo>
                <a:cubicBezTo>
                  <a:pt x="2937" y="1751"/>
                  <a:pt x="2932" y="1753"/>
                  <a:pt x="2926" y="1753"/>
                </a:cubicBezTo>
                <a:moveTo>
                  <a:pt x="2623" y="1752"/>
                </a:moveTo>
                <a:lnTo>
                  <a:pt x="2484" y="1752"/>
                </a:lnTo>
                <a:cubicBezTo>
                  <a:pt x="2478" y="1752"/>
                  <a:pt x="2473" y="1750"/>
                  <a:pt x="2469" y="1746"/>
                </a:cubicBezTo>
                <a:cubicBezTo>
                  <a:pt x="2464" y="1742"/>
                  <a:pt x="2462" y="1736"/>
                  <a:pt x="2462" y="1731"/>
                </a:cubicBezTo>
                <a:cubicBezTo>
                  <a:pt x="2462" y="1725"/>
                  <a:pt x="2464" y="1720"/>
                  <a:pt x="2469" y="1716"/>
                </a:cubicBezTo>
                <a:cubicBezTo>
                  <a:pt x="2473" y="1711"/>
                  <a:pt x="2478" y="1709"/>
                  <a:pt x="2484" y="1709"/>
                </a:cubicBezTo>
                <a:lnTo>
                  <a:pt x="2623" y="1709"/>
                </a:lnTo>
                <a:cubicBezTo>
                  <a:pt x="2629" y="1709"/>
                  <a:pt x="2634" y="1711"/>
                  <a:pt x="2638" y="1715"/>
                </a:cubicBezTo>
                <a:cubicBezTo>
                  <a:pt x="2642" y="1720"/>
                  <a:pt x="2644" y="1725"/>
                  <a:pt x="2644" y="1731"/>
                </a:cubicBezTo>
                <a:cubicBezTo>
                  <a:pt x="2644" y="1736"/>
                  <a:pt x="2642" y="1741"/>
                  <a:pt x="2638" y="1746"/>
                </a:cubicBezTo>
                <a:cubicBezTo>
                  <a:pt x="2634" y="1750"/>
                  <a:pt x="2629" y="1752"/>
                  <a:pt x="2623" y="1752"/>
                </a:cubicBezTo>
                <a:moveTo>
                  <a:pt x="2315" y="1752"/>
                </a:moveTo>
                <a:lnTo>
                  <a:pt x="2180" y="1753"/>
                </a:lnTo>
                <a:cubicBezTo>
                  <a:pt x="2175" y="1753"/>
                  <a:pt x="2170" y="1751"/>
                  <a:pt x="2165" y="1747"/>
                </a:cubicBezTo>
                <a:cubicBezTo>
                  <a:pt x="2161" y="1742"/>
                  <a:pt x="2159" y="1737"/>
                  <a:pt x="2159" y="1731"/>
                </a:cubicBezTo>
                <a:cubicBezTo>
                  <a:pt x="2159" y="1726"/>
                  <a:pt x="2161" y="1721"/>
                  <a:pt x="2165" y="1716"/>
                </a:cubicBezTo>
                <a:cubicBezTo>
                  <a:pt x="2169" y="1712"/>
                  <a:pt x="2174" y="1710"/>
                  <a:pt x="2180" y="1710"/>
                </a:cubicBezTo>
                <a:lnTo>
                  <a:pt x="2315" y="1710"/>
                </a:lnTo>
                <a:cubicBezTo>
                  <a:pt x="2321" y="1710"/>
                  <a:pt x="2326" y="1712"/>
                  <a:pt x="2330" y="1716"/>
                </a:cubicBezTo>
                <a:cubicBezTo>
                  <a:pt x="2334" y="1720"/>
                  <a:pt x="2337" y="1725"/>
                  <a:pt x="2337" y="1731"/>
                </a:cubicBezTo>
                <a:cubicBezTo>
                  <a:pt x="2337" y="1737"/>
                  <a:pt x="2335" y="1742"/>
                  <a:pt x="2330" y="1746"/>
                </a:cubicBezTo>
                <a:cubicBezTo>
                  <a:pt x="2326" y="1750"/>
                  <a:pt x="2321" y="1752"/>
                  <a:pt x="2315" y="1752"/>
                </a:cubicBezTo>
                <a:moveTo>
                  <a:pt x="2007" y="1754"/>
                </a:moveTo>
                <a:lnTo>
                  <a:pt x="1868" y="1754"/>
                </a:lnTo>
                <a:cubicBezTo>
                  <a:pt x="1862" y="1754"/>
                  <a:pt x="1857" y="1752"/>
                  <a:pt x="1853" y="1748"/>
                </a:cubicBezTo>
                <a:cubicBezTo>
                  <a:pt x="1849" y="1744"/>
                  <a:pt x="1847" y="1739"/>
                  <a:pt x="1847" y="1733"/>
                </a:cubicBezTo>
                <a:cubicBezTo>
                  <a:pt x="1847" y="1727"/>
                  <a:pt x="1849" y="1722"/>
                  <a:pt x="1853" y="1718"/>
                </a:cubicBezTo>
                <a:cubicBezTo>
                  <a:pt x="1857" y="1714"/>
                  <a:pt x="1862" y="1712"/>
                  <a:pt x="1868" y="1712"/>
                </a:cubicBezTo>
                <a:lnTo>
                  <a:pt x="2007" y="1711"/>
                </a:lnTo>
                <a:cubicBezTo>
                  <a:pt x="2013" y="1711"/>
                  <a:pt x="2018" y="1713"/>
                  <a:pt x="2022" y="1717"/>
                </a:cubicBezTo>
                <a:cubicBezTo>
                  <a:pt x="2026" y="1721"/>
                  <a:pt x="2028" y="1726"/>
                  <a:pt x="2028" y="1732"/>
                </a:cubicBezTo>
                <a:cubicBezTo>
                  <a:pt x="2028" y="1738"/>
                  <a:pt x="2026" y="1743"/>
                  <a:pt x="2022" y="1747"/>
                </a:cubicBezTo>
                <a:cubicBezTo>
                  <a:pt x="2018" y="1751"/>
                  <a:pt x="2013" y="1754"/>
                  <a:pt x="2007" y="1754"/>
                </a:cubicBezTo>
                <a:moveTo>
                  <a:pt x="1697" y="1755"/>
                </a:moveTo>
                <a:lnTo>
                  <a:pt x="1561" y="1756"/>
                </a:lnTo>
                <a:cubicBezTo>
                  <a:pt x="1555" y="1756"/>
                  <a:pt x="1550" y="1754"/>
                  <a:pt x="1546" y="1750"/>
                </a:cubicBezTo>
                <a:cubicBezTo>
                  <a:pt x="1542" y="1746"/>
                  <a:pt x="1540" y="1741"/>
                  <a:pt x="1540" y="1735"/>
                </a:cubicBezTo>
                <a:cubicBezTo>
                  <a:pt x="1540" y="1729"/>
                  <a:pt x="1542" y="1724"/>
                  <a:pt x="1546" y="1720"/>
                </a:cubicBezTo>
                <a:cubicBezTo>
                  <a:pt x="1550" y="1716"/>
                  <a:pt x="1555" y="1714"/>
                  <a:pt x="1561" y="1714"/>
                </a:cubicBezTo>
                <a:lnTo>
                  <a:pt x="1697" y="1713"/>
                </a:lnTo>
                <a:cubicBezTo>
                  <a:pt x="1703" y="1713"/>
                  <a:pt x="1708" y="1715"/>
                  <a:pt x="1712" y="1719"/>
                </a:cubicBezTo>
                <a:cubicBezTo>
                  <a:pt x="1717" y="1723"/>
                  <a:pt x="1719" y="1728"/>
                  <a:pt x="1719" y="1734"/>
                </a:cubicBezTo>
                <a:cubicBezTo>
                  <a:pt x="1719" y="1740"/>
                  <a:pt x="1717" y="1745"/>
                  <a:pt x="1713" y="1749"/>
                </a:cubicBezTo>
                <a:cubicBezTo>
                  <a:pt x="1708" y="1753"/>
                  <a:pt x="1703" y="1755"/>
                  <a:pt x="1697" y="1755"/>
                </a:cubicBezTo>
                <a:moveTo>
                  <a:pt x="1390" y="1758"/>
                </a:moveTo>
                <a:lnTo>
                  <a:pt x="1254" y="1759"/>
                </a:lnTo>
                <a:cubicBezTo>
                  <a:pt x="1248" y="1759"/>
                  <a:pt x="1243" y="1757"/>
                  <a:pt x="1239" y="1752"/>
                </a:cubicBezTo>
                <a:cubicBezTo>
                  <a:pt x="1235" y="1748"/>
                  <a:pt x="1233" y="1743"/>
                  <a:pt x="1233" y="1737"/>
                </a:cubicBezTo>
                <a:cubicBezTo>
                  <a:pt x="1233" y="1731"/>
                  <a:pt x="1235" y="1726"/>
                  <a:pt x="1239" y="1722"/>
                </a:cubicBezTo>
                <a:cubicBezTo>
                  <a:pt x="1243" y="1718"/>
                  <a:pt x="1248" y="1716"/>
                  <a:pt x="1254" y="1716"/>
                </a:cubicBezTo>
                <a:lnTo>
                  <a:pt x="1390" y="1715"/>
                </a:lnTo>
                <a:cubicBezTo>
                  <a:pt x="1395" y="1715"/>
                  <a:pt x="1400" y="1717"/>
                  <a:pt x="1405" y="1721"/>
                </a:cubicBezTo>
                <a:cubicBezTo>
                  <a:pt x="1409" y="1725"/>
                  <a:pt x="1411" y="1730"/>
                  <a:pt x="1411" y="1736"/>
                </a:cubicBezTo>
                <a:cubicBezTo>
                  <a:pt x="1411" y="1742"/>
                  <a:pt x="1409" y="1747"/>
                  <a:pt x="1405" y="1751"/>
                </a:cubicBezTo>
                <a:cubicBezTo>
                  <a:pt x="1401" y="1755"/>
                  <a:pt x="1396" y="1757"/>
                  <a:pt x="1390" y="1758"/>
                </a:cubicBezTo>
                <a:moveTo>
                  <a:pt x="1082" y="1760"/>
                </a:moveTo>
                <a:lnTo>
                  <a:pt x="947" y="1761"/>
                </a:lnTo>
                <a:cubicBezTo>
                  <a:pt x="941" y="1761"/>
                  <a:pt x="936" y="1759"/>
                  <a:pt x="932" y="1755"/>
                </a:cubicBezTo>
                <a:cubicBezTo>
                  <a:pt x="928" y="1751"/>
                  <a:pt x="925" y="1746"/>
                  <a:pt x="925" y="1740"/>
                </a:cubicBezTo>
                <a:cubicBezTo>
                  <a:pt x="925" y="1734"/>
                  <a:pt x="927" y="1729"/>
                  <a:pt x="932" y="1725"/>
                </a:cubicBezTo>
                <a:cubicBezTo>
                  <a:pt x="936" y="1720"/>
                  <a:pt x="941" y="1718"/>
                  <a:pt x="947" y="1718"/>
                </a:cubicBezTo>
                <a:lnTo>
                  <a:pt x="1082" y="1717"/>
                </a:lnTo>
                <a:cubicBezTo>
                  <a:pt x="1088" y="1717"/>
                  <a:pt x="1093" y="1719"/>
                  <a:pt x="1097" y="1723"/>
                </a:cubicBezTo>
                <a:cubicBezTo>
                  <a:pt x="1101" y="1727"/>
                  <a:pt x="1104" y="1732"/>
                  <a:pt x="1104" y="1738"/>
                </a:cubicBezTo>
                <a:cubicBezTo>
                  <a:pt x="1104" y="1744"/>
                  <a:pt x="1102" y="1749"/>
                  <a:pt x="1098" y="1753"/>
                </a:cubicBezTo>
                <a:cubicBezTo>
                  <a:pt x="1093" y="1758"/>
                  <a:pt x="1088" y="1760"/>
                  <a:pt x="1082" y="1760"/>
                </a:cubicBezTo>
                <a:moveTo>
                  <a:pt x="775" y="1762"/>
                </a:moveTo>
                <a:lnTo>
                  <a:pt x="639" y="1763"/>
                </a:lnTo>
                <a:cubicBezTo>
                  <a:pt x="633" y="1763"/>
                  <a:pt x="628" y="1761"/>
                  <a:pt x="624" y="1757"/>
                </a:cubicBezTo>
                <a:cubicBezTo>
                  <a:pt x="620" y="1753"/>
                  <a:pt x="618" y="1748"/>
                  <a:pt x="618" y="1742"/>
                </a:cubicBezTo>
                <a:cubicBezTo>
                  <a:pt x="618" y="1736"/>
                  <a:pt x="620" y="1731"/>
                  <a:pt x="624" y="1727"/>
                </a:cubicBezTo>
                <a:cubicBezTo>
                  <a:pt x="628" y="1723"/>
                  <a:pt x="633" y="1721"/>
                  <a:pt x="639" y="1721"/>
                </a:cubicBezTo>
                <a:lnTo>
                  <a:pt x="775" y="1720"/>
                </a:lnTo>
                <a:cubicBezTo>
                  <a:pt x="781" y="1719"/>
                  <a:pt x="786" y="1722"/>
                  <a:pt x="790" y="1726"/>
                </a:cubicBezTo>
                <a:cubicBezTo>
                  <a:pt x="794" y="1730"/>
                  <a:pt x="797" y="1735"/>
                  <a:pt x="797" y="1741"/>
                </a:cubicBezTo>
                <a:cubicBezTo>
                  <a:pt x="797" y="1747"/>
                  <a:pt x="795" y="1752"/>
                  <a:pt x="790" y="1756"/>
                </a:cubicBezTo>
                <a:cubicBezTo>
                  <a:pt x="786" y="1760"/>
                  <a:pt x="781" y="1762"/>
                  <a:pt x="775" y="1762"/>
                </a:cubicBezTo>
                <a:moveTo>
                  <a:pt x="469" y="1765"/>
                </a:moveTo>
                <a:lnTo>
                  <a:pt x="331" y="1766"/>
                </a:lnTo>
                <a:cubicBezTo>
                  <a:pt x="326" y="1766"/>
                  <a:pt x="320" y="1764"/>
                  <a:pt x="316" y="1759"/>
                </a:cubicBezTo>
                <a:cubicBezTo>
                  <a:pt x="312" y="1755"/>
                  <a:pt x="310" y="1750"/>
                  <a:pt x="310" y="1744"/>
                </a:cubicBezTo>
                <a:cubicBezTo>
                  <a:pt x="310" y="1738"/>
                  <a:pt x="312" y="1733"/>
                  <a:pt x="316" y="1729"/>
                </a:cubicBezTo>
                <a:cubicBezTo>
                  <a:pt x="320" y="1725"/>
                  <a:pt x="325" y="1723"/>
                  <a:pt x="331" y="1723"/>
                </a:cubicBezTo>
                <a:lnTo>
                  <a:pt x="468" y="1722"/>
                </a:lnTo>
                <a:cubicBezTo>
                  <a:pt x="474" y="1722"/>
                  <a:pt x="479" y="1724"/>
                  <a:pt x="483" y="1728"/>
                </a:cubicBezTo>
                <a:cubicBezTo>
                  <a:pt x="488" y="1732"/>
                  <a:pt x="490" y="1737"/>
                  <a:pt x="490" y="1743"/>
                </a:cubicBezTo>
                <a:cubicBezTo>
                  <a:pt x="490" y="1749"/>
                  <a:pt x="488" y="1754"/>
                  <a:pt x="484" y="1758"/>
                </a:cubicBezTo>
                <a:cubicBezTo>
                  <a:pt x="480" y="1762"/>
                  <a:pt x="475" y="1765"/>
                  <a:pt x="469" y="1765"/>
                </a:cubicBezTo>
                <a:moveTo>
                  <a:pt x="162" y="1767"/>
                </a:moveTo>
                <a:lnTo>
                  <a:pt x="22" y="1768"/>
                </a:lnTo>
                <a:cubicBezTo>
                  <a:pt x="16" y="1768"/>
                  <a:pt x="11" y="1766"/>
                  <a:pt x="7" y="1762"/>
                </a:cubicBezTo>
                <a:cubicBezTo>
                  <a:pt x="3" y="1757"/>
                  <a:pt x="0" y="1752"/>
                  <a:pt x="0" y="1747"/>
                </a:cubicBezTo>
                <a:cubicBezTo>
                  <a:pt x="0" y="1741"/>
                  <a:pt x="2" y="1736"/>
                  <a:pt x="7" y="1731"/>
                </a:cubicBezTo>
                <a:cubicBezTo>
                  <a:pt x="11" y="1727"/>
                  <a:pt x="16" y="1725"/>
                  <a:pt x="22" y="1725"/>
                </a:cubicBezTo>
                <a:lnTo>
                  <a:pt x="40" y="1725"/>
                </a:lnTo>
                <a:lnTo>
                  <a:pt x="41" y="1597"/>
                </a:lnTo>
                <a:cubicBezTo>
                  <a:pt x="41" y="1591"/>
                  <a:pt x="43" y="1586"/>
                  <a:pt x="47" y="1582"/>
                </a:cubicBezTo>
                <a:cubicBezTo>
                  <a:pt x="51" y="1578"/>
                  <a:pt x="56" y="1576"/>
                  <a:pt x="63" y="1576"/>
                </a:cubicBezTo>
                <a:cubicBezTo>
                  <a:pt x="69" y="1576"/>
                  <a:pt x="74" y="1578"/>
                  <a:pt x="78" y="1582"/>
                </a:cubicBezTo>
                <a:cubicBezTo>
                  <a:pt x="83" y="1586"/>
                  <a:pt x="85" y="1591"/>
                  <a:pt x="85" y="1597"/>
                </a:cubicBezTo>
                <a:lnTo>
                  <a:pt x="84" y="1725"/>
                </a:lnTo>
                <a:lnTo>
                  <a:pt x="162" y="1724"/>
                </a:lnTo>
                <a:cubicBezTo>
                  <a:pt x="167" y="1724"/>
                  <a:pt x="172" y="1726"/>
                  <a:pt x="177" y="1730"/>
                </a:cubicBezTo>
                <a:cubicBezTo>
                  <a:pt x="181" y="1734"/>
                  <a:pt x="183" y="1739"/>
                  <a:pt x="183" y="1745"/>
                </a:cubicBezTo>
                <a:cubicBezTo>
                  <a:pt x="183" y="1751"/>
                  <a:pt x="181" y="1756"/>
                  <a:pt x="177" y="1760"/>
                </a:cubicBezTo>
                <a:cubicBezTo>
                  <a:pt x="173" y="1765"/>
                  <a:pt x="168" y="1767"/>
                  <a:pt x="162" y="1767"/>
                </a:cubicBezTo>
                <a:moveTo>
                  <a:pt x="41" y="1427"/>
                </a:moveTo>
                <a:lnTo>
                  <a:pt x="41" y="1292"/>
                </a:lnTo>
                <a:cubicBezTo>
                  <a:pt x="41" y="1286"/>
                  <a:pt x="43" y="1281"/>
                  <a:pt x="48" y="1277"/>
                </a:cubicBezTo>
                <a:cubicBezTo>
                  <a:pt x="52" y="1273"/>
                  <a:pt x="57" y="1271"/>
                  <a:pt x="64" y="1271"/>
                </a:cubicBezTo>
                <a:cubicBezTo>
                  <a:pt x="69" y="1271"/>
                  <a:pt x="75" y="1273"/>
                  <a:pt x="79" y="1277"/>
                </a:cubicBezTo>
                <a:cubicBezTo>
                  <a:pt x="83" y="1281"/>
                  <a:pt x="85" y="1286"/>
                  <a:pt x="85" y="1292"/>
                </a:cubicBezTo>
                <a:lnTo>
                  <a:pt x="85" y="1427"/>
                </a:lnTo>
                <a:cubicBezTo>
                  <a:pt x="85" y="1433"/>
                  <a:pt x="83" y="1438"/>
                  <a:pt x="79" y="1442"/>
                </a:cubicBezTo>
                <a:cubicBezTo>
                  <a:pt x="75" y="1446"/>
                  <a:pt x="70" y="1448"/>
                  <a:pt x="64" y="1448"/>
                </a:cubicBezTo>
                <a:cubicBezTo>
                  <a:pt x="57" y="1448"/>
                  <a:pt x="52" y="1446"/>
                  <a:pt x="48" y="1442"/>
                </a:cubicBezTo>
                <a:cubicBezTo>
                  <a:pt x="43" y="1438"/>
                  <a:pt x="41" y="1433"/>
                  <a:pt x="41" y="1427"/>
                </a:cubicBezTo>
                <a:moveTo>
                  <a:pt x="41" y="1121"/>
                </a:moveTo>
                <a:lnTo>
                  <a:pt x="40" y="985"/>
                </a:lnTo>
                <a:cubicBezTo>
                  <a:pt x="40" y="979"/>
                  <a:pt x="42" y="974"/>
                  <a:pt x="46" y="970"/>
                </a:cubicBezTo>
                <a:cubicBezTo>
                  <a:pt x="50" y="966"/>
                  <a:pt x="55" y="963"/>
                  <a:pt x="61" y="963"/>
                </a:cubicBezTo>
                <a:cubicBezTo>
                  <a:pt x="68" y="963"/>
                  <a:pt x="73" y="965"/>
                  <a:pt x="77" y="970"/>
                </a:cubicBezTo>
                <a:cubicBezTo>
                  <a:pt x="81" y="974"/>
                  <a:pt x="83" y="979"/>
                  <a:pt x="84" y="985"/>
                </a:cubicBezTo>
                <a:lnTo>
                  <a:pt x="84" y="1121"/>
                </a:lnTo>
                <a:cubicBezTo>
                  <a:pt x="84" y="1127"/>
                  <a:pt x="82" y="1132"/>
                  <a:pt x="78" y="1136"/>
                </a:cubicBezTo>
                <a:cubicBezTo>
                  <a:pt x="74" y="1140"/>
                  <a:pt x="69" y="1143"/>
                  <a:pt x="63" y="1143"/>
                </a:cubicBezTo>
                <a:cubicBezTo>
                  <a:pt x="56" y="1143"/>
                  <a:pt x="51" y="1141"/>
                  <a:pt x="47" y="1136"/>
                </a:cubicBezTo>
                <a:cubicBezTo>
                  <a:pt x="43" y="1132"/>
                  <a:pt x="41" y="1127"/>
                  <a:pt x="41" y="1121"/>
                </a:cubicBezTo>
                <a:moveTo>
                  <a:pt x="39" y="816"/>
                </a:moveTo>
                <a:lnTo>
                  <a:pt x="38" y="680"/>
                </a:lnTo>
                <a:cubicBezTo>
                  <a:pt x="38" y="674"/>
                  <a:pt x="40" y="669"/>
                  <a:pt x="44" y="665"/>
                </a:cubicBezTo>
                <a:cubicBezTo>
                  <a:pt x="48" y="660"/>
                  <a:pt x="53" y="658"/>
                  <a:pt x="59" y="658"/>
                </a:cubicBezTo>
                <a:cubicBezTo>
                  <a:pt x="66" y="658"/>
                  <a:pt x="71" y="660"/>
                  <a:pt x="75" y="664"/>
                </a:cubicBezTo>
                <a:cubicBezTo>
                  <a:pt x="79" y="669"/>
                  <a:pt x="81" y="674"/>
                  <a:pt x="81" y="679"/>
                </a:cubicBezTo>
                <a:lnTo>
                  <a:pt x="82" y="815"/>
                </a:lnTo>
                <a:cubicBezTo>
                  <a:pt x="82" y="821"/>
                  <a:pt x="80" y="826"/>
                  <a:pt x="76" y="830"/>
                </a:cubicBezTo>
                <a:cubicBezTo>
                  <a:pt x="72" y="835"/>
                  <a:pt x="67" y="837"/>
                  <a:pt x="60" y="837"/>
                </a:cubicBezTo>
                <a:cubicBezTo>
                  <a:pt x="54" y="837"/>
                  <a:pt x="49" y="835"/>
                  <a:pt x="45" y="831"/>
                </a:cubicBezTo>
                <a:cubicBezTo>
                  <a:pt x="41" y="827"/>
                  <a:pt x="39" y="822"/>
                  <a:pt x="39" y="816"/>
                </a:cubicBezTo>
                <a:moveTo>
                  <a:pt x="36" y="507"/>
                </a:moveTo>
                <a:lnTo>
                  <a:pt x="36" y="374"/>
                </a:lnTo>
                <a:cubicBezTo>
                  <a:pt x="36" y="368"/>
                  <a:pt x="38" y="363"/>
                  <a:pt x="42" y="359"/>
                </a:cubicBezTo>
                <a:cubicBezTo>
                  <a:pt x="46" y="355"/>
                  <a:pt x="51" y="352"/>
                  <a:pt x="57" y="352"/>
                </a:cubicBezTo>
                <a:cubicBezTo>
                  <a:pt x="64" y="352"/>
                  <a:pt x="69" y="354"/>
                  <a:pt x="73" y="359"/>
                </a:cubicBezTo>
                <a:cubicBezTo>
                  <a:pt x="77" y="363"/>
                  <a:pt x="79" y="368"/>
                  <a:pt x="79" y="374"/>
                </a:cubicBezTo>
                <a:lnTo>
                  <a:pt x="80" y="506"/>
                </a:lnTo>
                <a:cubicBezTo>
                  <a:pt x="80" y="512"/>
                  <a:pt x="78" y="517"/>
                  <a:pt x="74" y="522"/>
                </a:cubicBezTo>
                <a:cubicBezTo>
                  <a:pt x="70" y="526"/>
                  <a:pt x="65" y="528"/>
                  <a:pt x="58" y="528"/>
                </a:cubicBezTo>
                <a:cubicBezTo>
                  <a:pt x="52" y="528"/>
                  <a:pt x="47" y="526"/>
                  <a:pt x="43" y="522"/>
                </a:cubicBezTo>
                <a:cubicBezTo>
                  <a:pt x="39" y="518"/>
                  <a:pt x="37" y="513"/>
                  <a:pt x="36" y="507"/>
                </a:cubicBezTo>
                <a:close/>
              </a:path>
            </a:pathLst>
          </a:custGeom>
          <a:solidFill>
            <a:srgbClr val="E859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9329400" y="4535280"/>
            <a:ext cx="8769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Issue · Cause · Fix · Risk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1070280" y="5381640"/>
            <a:ext cx="723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Severity router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1170720" y="5543640"/>
            <a:ext cx="2473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critical 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1479600" y="5551920"/>
            <a:ext cx="79920" cy="93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1559520" y="5543640"/>
            <a:ext cx="1944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 HITL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1135800" y="5654160"/>
            <a:ext cx="3398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warnings 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1487880" y="5662440"/>
            <a:ext cx="79920" cy="93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2468520" y="5400360"/>
            <a:ext cx="1224000" cy="551880"/>
          </a:xfrm>
          <a:custGeom>
            <a:avLst/>
            <a:gdLst/>
            <a:ahLst/>
            <a:rect l="0" t="0" r="r" b="b"/>
            <a:pathLst>
              <a:path w="3400" h="1533">
                <a:moveTo>
                  <a:pt x="0" y="13"/>
                </a:moveTo>
                <a:lnTo>
                  <a:pt x="3390" y="0"/>
                </a:lnTo>
                <a:lnTo>
                  <a:pt x="3400" y="1533"/>
                </a:lnTo>
                <a:lnTo>
                  <a:pt x="24" y="1523"/>
                </a:lnTo>
                <a:lnTo>
                  <a:pt x="0" y="13"/>
                </a:lnTo>
                <a:close/>
              </a:path>
            </a:pathLst>
          </a:custGeom>
          <a:solidFill>
            <a:srgbClr val="B2F2B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2462760" y="5396760"/>
            <a:ext cx="1238760" cy="568080"/>
          </a:xfrm>
          <a:custGeom>
            <a:avLst/>
            <a:gdLst/>
            <a:ahLst/>
            <a:rect l="0" t="0" r="r" b="b"/>
            <a:pathLst>
              <a:path fill="none" w="3441" h="1578">
                <a:moveTo>
                  <a:pt x="21" y="18"/>
                </a:moveTo>
                <a:cubicBezTo>
                  <a:pt x="700" y="27"/>
                  <a:pt x="1415" y="11"/>
                  <a:pt x="3440" y="36"/>
                </a:cubicBezTo>
                <a:moveTo>
                  <a:pt x="6" y="11"/>
                </a:moveTo>
                <a:cubicBezTo>
                  <a:pt x="719" y="-13"/>
                  <a:pt x="1399" y="7"/>
                  <a:pt x="3440" y="21"/>
                </a:cubicBezTo>
                <a:moveTo>
                  <a:pt x="3420" y="27"/>
                </a:moveTo>
                <a:cubicBezTo>
                  <a:pt x="3396" y="499"/>
                  <a:pt x="3394" y="991"/>
                  <a:pt x="3438" y="1530"/>
                </a:cubicBezTo>
                <a:moveTo>
                  <a:pt x="3438" y="15"/>
                </a:moveTo>
                <a:cubicBezTo>
                  <a:pt x="3429" y="512"/>
                  <a:pt x="3442" y="1028"/>
                  <a:pt x="3441" y="1559"/>
                </a:cubicBezTo>
                <a:moveTo>
                  <a:pt x="3416" y="1551"/>
                </a:moveTo>
                <a:cubicBezTo>
                  <a:pt x="2170" y="1581"/>
                  <a:pt x="893" y="1569"/>
                  <a:pt x="43" y="1578"/>
                </a:cubicBezTo>
                <a:moveTo>
                  <a:pt x="3421" y="1539"/>
                </a:moveTo>
                <a:cubicBezTo>
                  <a:pt x="2080" y="1566"/>
                  <a:pt x="739" y="1561"/>
                  <a:pt x="23" y="1537"/>
                </a:cubicBezTo>
                <a:moveTo>
                  <a:pt x="49" y="1532"/>
                </a:moveTo>
                <a:cubicBezTo>
                  <a:pt x="-15" y="1097"/>
                  <a:pt x="20" y="621"/>
                  <a:pt x="23" y="40"/>
                </a:cubicBezTo>
                <a:moveTo>
                  <a:pt x="22" y="1567"/>
                </a:moveTo>
                <a:cubicBezTo>
                  <a:pt x="11" y="1133"/>
                  <a:pt x="10" y="690"/>
                  <a:pt x="0" y="15"/>
                </a:cubicBezTo>
              </a:path>
            </a:pathLst>
          </a:custGeom>
          <a:ln cap="rnd" w="12240">
            <a:solidFill>
              <a:srgbClr val="2F9E44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1567800" y="5654160"/>
            <a:ext cx="2163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 direct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2730960" y="5443200"/>
            <a:ext cx="693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save_memory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3933000" y="5396760"/>
            <a:ext cx="1374840" cy="567720"/>
          </a:xfrm>
          <a:custGeom>
            <a:avLst/>
            <a:gdLst/>
            <a:ahLst/>
            <a:rect l="0" t="0" r="r" b="b"/>
            <a:pathLst>
              <a:path w="3819" h="1577">
                <a:moveTo>
                  <a:pt x="51" y="28"/>
                </a:moveTo>
                <a:lnTo>
                  <a:pt x="3781" y="0"/>
                </a:lnTo>
                <a:lnTo>
                  <a:pt x="3819" y="1555"/>
                </a:lnTo>
                <a:lnTo>
                  <a:pt x="0" y="1577"/>
                </a:lnTo>
                <a:lnTo>
                  <a:pt x="51" y="28"/>
                </a:lnTo>
                <a:close/>
              </a:path>
            </a:pathLst>
          </a:custGeom>
          <a:solidFill>
            <a:srgbClr val="FF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3940200" y="5399280"/>
            <a:ext cx="1368720" cy="567720"/>
          </a:xfrm>
          <a:custGeom>
            <a:avLst/>
            <a:gdLst/>
            <a:ahLst/>
            <a:rect l="0" t="0" r="r" b="b"/>
            <a:pathLst>
              <a:path fill="none" w="3802" h="1577">
                <a:moveTo>
                  <a:pt x="24" y="36"/>
                </a:moveTo>
                <a:cubicBezTo>
                  <a:pt x="780" y="3"/>
                  <a:pt x="1492" y="-22"/>
                  <a:pt x="3771" y="28"/>
                </a:cubicBezTo>
                <a:moveTo>
                  <a:pt x="18" y="13"/>
                </a:moveTo>
                <a:cubicBezTo>
                  <a:pt x="998" y="4"/>
                  <a:pt x="2002" y="-3"/>
                  <a:pt x="3766" y="15"/>
                </a:cubicBezTo>
                <a:moveTo>
                  <a:pt x="3802" y="45"/>
                </a:moveTo>
                <a:cubicBezTo>
                  <a:pt x="3780" y="614"/>
                  <a:pt x="3813" y="1107"/>
                  <a:pt x="3743" y="1526"/>
                </a:cubicBezTo>
                <a:moveTo>
                  <a:pt x="3773" y="30"/>
                </a:moveTo>
                <a:cubicBezTo>
                  <a:pt x="3761" y="532"/>
                  <a:pt x="3758" y="1033"/>
                  <a:pt x="3782" y="1565"/>
                </a:cubicBezTo>
                <a:moveTo>
                  <a:pt x="3771" y="1577"/>
                </a:moveTo>
                <a:cubicBezTo>
                  <a:pt x="2910" y="1546"/>
                  <a:pt x="2078" y="1570"/>
                  <a:pt x="30" y="1535"/>
                </a:cubicBezTo>
                <a:moveTo>
                  <a:pt x="3761" y="1554"/>
                </a:moveTo>
                <a:cubicBezTo>
                  <a:pt x="2565" y="1548"/>
                  <a:pt x="1342" y="1560"/>
                  <a:pt x="15" y="1561"/>
                </a:cubicBezTo>
                <a:moveTo>
                  <a:pt x="42" y="1558"/>
                </a:moveTo>
                <a:cubicBezTo>
                  <a:pt x="23" y="965"/>
                  <a:pt x="38" y="416"/>
                  <a:pt x="14" y="18"/>
                </a:cubicBezTo>
                <a:moveTo>
                  <a:pt x="12" y="1571"/>
                </a:moveTo>
                <a:cubicBezTo>
                  <a:pt x="5" y="981"/>
                  <a:pt x="-4" y="420"/>
                  <a:pt x="1" y="20"/>
                </a:cubicBezTo>
              </a:path>
            </a:pathLst>
          </a:custGeom>
          <a:ln cap="rnd" w="12240">
            <a:solidFill>
              <a:srgbClr val="C92A2A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2763720" y="5764680"/>
            <a:ext cx="6217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incident summary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4328280" y="5443200"/>
            <a:ext cx="489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HITL gate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5532480" y="5393160"/>
            <a:ext cx="1367280" cy="567720"/>
          </a:xfrm>
          <a:custGeom>
            <a:avLst/>
            <a:gdLst/>
            <a:ahLst/>
            <a:rect l="0" t="0" r="r" b="b"/>
            <a:pathLst>
              <a:path w="3798" h="1577">
                <a:moveTo>
                  <a:pt x="0" y="42"/>
                </a:moveTo>
                <a:lnTo>
                  <a:pt x="3798" y="0"/>
                </a:lnTo>
                <a:lnTo>
                  <a:pt x="3795" y="1577"/>
                </a:lnTo>
                <a:lnTo>
                  <a:pt x="10" y="1563"/>
                </a:lnTo>
                <a:lnTo>
                  <a:pt x="0" y="42"/>
                </a:lnTo>
                <a:close/>
              </a:path>
            </a:pathLst>
          </a:custGeom>
          <a:solidFill>
            <a:srgbClr val="D0B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5539680" y="5391000"/>
            <a:ext cx="1363680" cy="574920"/>
          </a:xfrm>
          <a:custGeom>
            <a:avLst/>
            <a:gdLst/>
            <a:ahLst/>
            <a:rect l="0" t="0" r="r" b="b"/>
            <a:pathLst>
              <a:path fill="none" w="3788" h="1597">
                <a:moveTo>
                  <a:pt x="29" y="3"/>
                </a:moveTo>
                <a:cubicBezTo>
                  <a:pt x="732" y="-8"/>
                  <a:pt x="1493" y="16"/>
                  <a:pt x="3762" y="29"/>
                </a:cubicBezTo>
                <a:moveTo>
                  <a:pt x="0" y="23"/>
                </a:moveTo>
                <a:cubicBezTo>
                  <a:pt x="1240" y="-1"/>
                  <a:pt x="2500" y="-3"/>
                  <a:pt x="3781" y="46"/>
                </a:cubicBezTo>
                <a:moveTo>
                  <a:pt x="3774" y="3"/>
                </a:moveTo>
                <a:cubicBezTo>
                  <a:pt x="3792" y="361"/>
                  <a:pt x="3793" y="687"/>
                  <a:pt x="3777" y="1597"/>
                </a:cubicBezTo>
                <a:moveTo>
                  <a:pt x="3768" y="19"/>
                </a:moveTo>
                <a:cubicBezTo>
                  <a:pt x="3751" y="561"/>
                  <a:pt x="3767" y="1082"/>
                  <a:pt x="3782" y="1579"/>
                </a:cubicBezTo>
                <a:moveTo>
                  <a:pt x="3785" y="1551"/>
                </a:moveTo>
                <a:cubicBezTo>
                  <a:pt x="2746" y="1579"/>
                  <a:pt x="1736" y="1579"/>
                  <a:pt x="19" y="1560"/>
                </a:cubicBezTo>
                <a:moveTo>
                  <a:pt x="3760" y="1575"/>
                </a:moveTo>
                <a:cubicBezTo>
                  <a:pt x="2844" y="1537"/>
                  <a:pt x="1902" y="1537"/>
                  <a:pt x="9" y="1561"/>
                </a:cubicBezTo>
                <a:moveTo>
                  <a:pt x="36" y="1590"/>
                </a:moveTo>
                <a:cubicBezTo>
                  <a:pt x="-36" y="1217"/>
                  <a:pt x="26" y="834"/>
                  <a:pt x="7" y="3"/>
                </a:cubicBezTo>
                <a:moveTo>
                  <a:pt x="2" y="1584"/>
                </a:moveTo>
                <a:cubicBezTo>
                  <a:pt x="-4" y="1146"/>
                  <a:pt x="13" y="739"/>
                  <a:pt x="3" y="32"/>
                </a:cubicBezTo>
              </a:path>
            </a:pathLst>
          </a:custGeom>
          <a:ln cap="rnd" w="12240">
            <a:solidFill>
              <a:srgbClr val="7048E8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4227480" y="5764680"/>
            <a:ext cx="6879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writes / remediation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5863320" y="5443200"/>
            <a:ext cx="5817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Direct ticket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7138440" y="5389920"/>
            <a:ext cx="1243800" cy="575280"/>
          </a:xfrm>
          <a:custGeom>
            <a:avLst/>
            <a:gdLst/>
            <a:ahLst/>
            <a:rect l="0" t="0" r="r" b="b"/>
            <a:pathLst>
              <a:path w="3455" h="1598">
                <a:moveTo>
                  <a:pt x="0" y="56"/>
                </a:moveTo>
                <a:lnTo>
                  <a:pt x="3455" y="0"/>
                </a:lnTo>
                <a:lnTo>
                  <a:pt x="3412" y="1598"/>
                </a:lnTo>
                <a:lnTo>
                  <a:pt x="3" y="1548"/>
                </a:lnTo>
                <a:lnTo>
                  <a:pt x="0" y="56"/>
                </a:lnTo>
                <a:close/>
              </a:path>
            </a:pathLst>
          </a:custGeom>
          <a:solidFill>
            <a:srgbClr val="E7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7129800" y="5395680"/>
            <a:ext cx="1242360" cy="565200"/>
          </a:xfrm>
          <a:custGeom>
            <a:avLst/>
            <a:gdLst/>
            <a:ahLst/>
            <a:rect l="0" t="0" r="r" b="b"/>
            <a:pathLst>
              <a:path fill="none" w="3451" h="1570">
                <a:moveTo>
                  <a:pt x="0" y="0"/>
                </a:moveTo>
                <a:cubicBezTo>
                  <a:pt x="702" y="10"/>
                  <a:pt x="1384" y="25"/>
                  <a:pt x="3437" y="0"/>
                </a:cubicBezTo>
                <a:moveTo>
                  <a:pt x="39" y="4"/>
                </a:moveTo>
                <a:cubicBezTo>
                  <a:pt x="1374" y="28"/>
                  <a:pt x="2724" y="31"/>
                  <a:pt x="3451" y="19"/>
                </a:cubicBezTo>
                <a:moveTo>
                  <a:pt x="3432" y="0"/>
                </a:moveTo>
                <a:cubicBezTo>
                  <a:pt x="3422" y="454"/>
                  <a:pt x="3458" y="849"/>
                  <a:pt x="3427" y="1570"/>
                </a:cubicBezTo>
                <a:moveTo>
                  <a:pt x="3448" y="13"/>
                </a:moveTo>
                <a:cubicBezTo>
                  <a:pt x="3428" y="559"/>
                  <a:pt x="3427" y="1065"/>
                  <a:pt x="3434" y="1564"/>
                </a:cubicBezTo>
                <a:moveTo>
                  <a:pt x="3423" y="1555"/>
                </a:moveTo>
                <a:cubicBezTo>
                  <a:pt x="2374" y="1584"/>
                  <a:pt x="1294" y="1559"/>
                  <a:pt x="35" y="1555"/>
                </a:cubicBezTo>
                <a:moveTo>
                  <a:pt x="3444" y="1568"/>
                </a:moveTo>
                <a:cubicBezTo>
                  <a:pt x="2154" y="1560"/>
                  <a:pt x="871" y="1578"/>
                  <a:pt x="29" y="1562"/>
                </a:cubicBezTo>
                <a:moveTo>
                  <a:pt x="56" y="1526"/>
                </a:moveTo>
                <a:cubicBezTo>
                  <a:pt x="30" y="1132"/>
                  <a:pt x="4" y="674"/>
                  <a:pt x="26" y="28"/>
                </a:cubicBezTo>
                <a:moveTo>
                  <a:pt x="19" y="1568"/>
                </a:moveTo>
                <a:cubicBezTo>
                  <a:pt x="18" y="1006"/>
                  <a:pt x="26" y="446"/>
                  <a:pt x="31" y="16"/>
                </a:cubicBezTo>
              </a:path>
            </a:pathLst>
          </a:custGeom>
          <a:ln cap="rnd" w="12240">
            <a:solidFill>
              <a:srgbClr val="1971C2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5906880" y="5764680"/>
            <a:ext cx="5515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read-only triage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7409160" y="5443200"/>
            <a:ext cx="6192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GitLab issue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8558280" y="5410800"/>
            <a:ext cx="1466280" cy="552240"/>
          </a:xfrm>
          <a:custGeom>
            <a:avLst/>
            <a:gdLst/>
            <a:ahLst/>
            <a:rect l="0" t="0" r="r" b="b"/>
            <a:pathLst>
              <a:path w="4073" h="1534">
                <a:moveTo>
                  <a:pt x="4" y="2"/>
                </a:moveTo>
                <a:lnTo>
                  <a:pt x="4073" y="0"/>
                </a:lnTo>
                <a:lnTo>
                  <a:pt x="4058" y="1484"/>
                </a:lnTo>
                <a:lnTo>
                  <a:pt x="0" y="1534"/>
                </a:lnTo>
                <a:lnTo>
                  <a:pt x="4" y="2"/>
                </a:lnTo>
                <a:close/>
              </a:path>
            </a:pathLst>
          </a:custGeom>
          <a:solidFill>
            <a:srgbClr val="E7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8547840" y="5391720"/>
            <a:ext cx="1493280" cy="570600"/>
          </a:xfrm>
          <a:custGeom>
            <a:avLst/>
            <a:gdLst/>
            <a:ahLst/>
            <a:rect l="0" t="0" r="r" b="b"/>
            <a:pathLst>
              <a:path fill="none" w="4148" h="1585">
                <a:moveTo>
                  <a:pt x="0" y="25"/>
                </a:moveTo>
                <a:cubicBezTo>
                  <a:pt x="844" y="56"/>
                  <a:pt x="1652" y="60"/>
                  <a:pt x="4105" y="0"/>
                </a:cubicBezTo>
                <a:moveTo>
                  <a:pt x="14" y="13"/>
                </a:moveTo>
                <a:cubicBezTo>
                  <a:pt x="1079" y="53"/>
                  <a:pt x="2125" y="31"/>
                  <a:pt x="4113" y="20"/>
                </a:cubicBezTo>
                <a:moveTo>
                  <a:pt x="4148" y="23"/>
                </a:moveTo>
                <a:cubicBezTo>
                  <a:pt x="4110" y="507"/>
                  <a:pt x="4113" y="1041"/>
                  <a:pt x="4136" y="1571"/>
                </a:cubicBezTo>
                <a:moveTo>
                  <a:pt x="4118" y="35"/>
                </a:moveTo>
                <a:cubicBezTo>
                  <a:pt x="4094" y="552"/>
                  <a:pt x="4112" y="1111"/>
                  <a:pt x="4109" y="1576"/>
                </a:cubicBezTo>
                <a:moveTo>
                  <a:pt x="4114" y="1585"/>
                </a:moveTo>
                <a:cubicBezTo>
                  <a:pt x="2652" y="1556"/>
                  <a:pt x="1161" y="1566"/>
                  <a:pt x="17" y="1577"/>
                </a:cubicBezTo>
                <a:moveTo>
                  <a:pt x="4118" y="1558"/>
                </a:moveTo>
                <a:cubicBezTo>
                  <a:pt x="2876" y="1577"/>
                  <a:pt x="1613" y="1554"/>
                  <a:pt x="15" y="1560"/>
                </a:cubicBezTo>
                <a:moveTo>
                  <a:pt x="42" y="1556"/>
                </a:moveTo>
                <a:cubicBezTo>
                  <a:pt x="62" y="1006"/>
                  <a:pt x="15" y="476"/>
                  <a:pt x="11" y="11"/>
                </a:cubicBezTo>
                <a:moveTo>
                  <a:pt x="36" y="1579"/>
                </a:moveTo>
                <a:cubicBezTo>
                  <a:pt x="36" y="1169"/>
                  <a:pt x="36" y="798"/>
                  <a:pt x="26" y="26"/>
                </a:cubicBezTo>
              </a:path>
            </a:pathLst>
          </a:custGeom>
          <a:ln cap="rnd" w="12240">
            <a:solidFill>
              <a:srgbClr val="1971C2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7366680" y="5764680"/>
            <a:ext cx="7452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round-robin assigned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8968680" y="5443200"/>
            <a:ext cx="5878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87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Teams card</a:t>
            </a:r>
            <a:endParaRPr lang="en-GB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1976760" y="3126600"/>
            <a:ext cx="184320" cy="0"/>
          </a:xfrm>
          <a:custGeom>
            <a:avLst/>
            <a:gdLst/>
            <a:ahLst/>
            <a:rect l="0" t="0" r="r" b="b"/>
            <a:pathLst>
              <a:path fill="none" w="512" h="0">
                <a:moveTo>
                  <a:pt x="0" y="0"/>
                </a:moveTo>
                <a:cubicBezTo>
                  <a:pt x="43" y="0"/>
                  <a:pt x="213" y="0"/>
                  <a:pt x="256" y="0"/>
                </a:cubicBezTo>
                <a:cubicBezTo>
                  <a:pt x="299" y="0"/>
                  <a:pt x="213" y="0"/>
                  <a:pt x="256" y="0"/>
                </a:cubicBezTo>
                <a:cubicBezTo>
                  <a:pt x="299" y="0"/>
                  <a:pt x="469" y="0"/>
                  <a:pt x="512" y="0"/>
                </a:cubicBezTo>
                <a:moveTo>
                  <a:pt x="0" y="0"/>
                </a:moveTo>
                <a:cubicBezTo>
                  <a:pt x="43" y="0"/>
                  <a:pt x="213" y="0"/>
                  <a:pt x="256" y="0"/>
                </a:cubicBezTo>
                <a:cubicBezTo>
                  <a:pt x="299" y="0"/>
                  <a:pt x="213" y="0"/>
                  <a:pt x="256" y="0"/>
                </a:cubicBezTo>
                <a:cubicBezTo>
                  <a:pt x="299" y="0"/>
                  <a:pt x="469" y="0"/>
                  <a:pt x="512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-6120" rIns="6120" bIns="-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2117880" y="3126600"/>
            <a:ext cx="43560" cy="16200"/>
          </a:xfrm>
          <a:custGeom>
            <a:avLst/>
            <a:gdLst/>
            <a:ahLst/>
            <a:rect l="0" t="0" r="r" b="b"/>
            <a:pathLst>
              <a:path fill="none" w="121" h="45">
                <a:moveTo>
                  <a:pt x="0" y="45"/>
                </a:moveTo>
                <a:cubicBezTo>
                  <a:pt x="24" y="36"/>
                  <a:pt x="48" y="27"/>
                  <a:pt x="121" y="0"/>
                </a:cubicBezTo>
                <a:moveTo>
                  <a:pt x="0" y="45"/>
                </a:moveTo>
                <a:cubicBezTo>
                  <a:pt x="42" y="30"/>
                  <a:pt x="85" y="13"/>
                  <a:pt x="121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2117880" y="3110760"/>
            <a:ext cx="43560" cy="16200"/>
          </a:xfrm>
          <a:custGeom>
            <a:avLst/>
            <a:gdLst/>
            <a:ahLst/>
            <a:rect l="0" t="0" r="r" b="b"/>
            <a:pathLst>
              <a:path fill="none" w="121" h="45">
                <a:moveTo>
                  <a:pt x="0" y="0"/>
                </a:moveTo>
                <a:cubicBezTo>
                  <a:pt x="24" y="9"/>
                  <a:pt x="48" y="18"/>
                  <a:pt x="121" y="45"/>
                </a:cubicBezTo>
                <a:moveTo>
                  <a:pt x="0" y="0"/>
                </a:moveTo>
                <a:cubicBezTo>
                  <a:pt x="42" y="16"/>
                  <a:pt x="85" y="32"/>
                  <a:pt x="121" y="45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3390840" y="3126600"/>
            <a:ext cx="184320" cy="0"/>
          </a:xfrm>
          <a:custGeom>
            <a:avLst/>
            <a:gdLst/>
            <a:ahLst/>
            <a:rect l="0" t="0" r="r" b="b"/>
            <a:pathLst>
              <a:path fill="none" w="512" h="0">
                <a:moveTo>
                  <a:pt x="0" y="0"/>
                </a:moveTo>
                <a:cubicBezTo>
                  <a:pt x="42" y="0"/>
                  <a:pt x="213" y="0"/>
                  <a:pt x="256" y="0"/>
                </a:cubicBezTo>
                <a:cubicBezTo>
                  <a:pt x="299" y="0"/>
                  <a:pt x="213" y="0"/>
                  <a:pt x="256" y="0"/>
                </a:cubicBezTo>
                <a:cubicBezTo>
                  <a:pt x="299" y="0"/>
                  <a:pt x="469" y="0"/>
                  <a:pt x="512" y="0"/>
                </a:cubicBezTo>
                <a:moveTo>
                  <a:pt x="0" y="0"/>
                </a:moveTo>
                <a:cubicBezTo>
                  <a:pt x="42" y="0"/>
                  <a:pt x="213" y="0"/>
                  <a:pt x="256" y="0"/>
                </a:cubicBezTo>
                <a:cubicBezTo>
                  <a:pt x="299" y="0"/>
                  <a:pt x="213" y="0"/>
                  <a:pt x="256" y="0"/>
                </a:cubicBezTo>
                <a:cubicBezTo>
                  <a:pt x="299" y="0"/>
                  <a:pt x="469" y="0"/>
                  <a:pt x="512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-6120" rIns="6120" bIns="-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3531960" y="3126600"/>
            <a:ext cx="43560" cy="16200"/>
          </a:xfrm>
          <a:custGeom>
            <a:avLst/>
            <a:gdLst/>
            <a:ahLst/>
            <a:rect l="0" t="0" r="r" b="b"/>
            <a:pathLst>
              <a:path fill="none" w="121" h="45">
                <a:moveTo>
                  <a:pt x="0" y="45"/>
                </a:moveTo>
                <a:cubicBezTo>
                  <a:pt x="24" y="36"/>
                  <a:pt x="48" y="27"/>
                  <a:pt x="121" y="0"/>
                </a:cubicBezTo>
                <a:moveTo>
                  <a:pt x="0" y="45"/>
                </a:moveTo>
                <a:cubicBezTo>
                  <a:pt x="44" y="29"/>
                  <a:pt x="90" y="11"/>
                  <a:pt x="121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3531960" y="3110760"/>
            <a:ext cx="43560" cy="16200"/>
          </a:xfrm>
          <a:custGeom>
            <a:avLst/>
            <a:gdLst/>
            <a:ahLst/>
            <a:rect l="0" t="0" r="r" b="b"/>
            <a:pathLst>
              <a:path fill="none" w="121" h="45">
                <a:moveTo>
                  <a:pt x="0" y="0"/>
                </a:moveTo>
                <a:cubicBezTo>
                  <a:pt x="24" y="9"/>
                  <a:pt x="48" y="18"/>
                  <a:pt x="121" y="45"/>
                </a:cubicBezTo>
                <a:moveTo>
                  <a:pt x="0" y="0"/>
                </a:moveTo>
                <a:cubicBezTo>
                  <a:pt x="44" y="17"/>
                  <a:pt x="90" y="34"/>
                  <a:pt x="121" y="45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4804920" y="3126600"/>
            <a:ext cx="184320" cy="0"/>
          </a:xfrm>
          <a:custGeom>
            <a:avLst/>
            <a:gdLst/>
            <a:ahLst/>
            <a:rect l="0" t="0" r="r" b="b"/>
            <a:pathLst>
              <a:path fill="none" w="512" h="0">
                <a:moveTo>
                  <a:pt x="0" y="0"/>
                </a:moveTo>
                <a:cubicBezTo>
                  <a:pt x="42" y="0"/>
                  <a:pt x="213" y="0"/>
                  <a:pt x="256" y="0"/>
                </a:cubicBezTo>
                <a:cubicBezTo>
                  <a:pt x="298" y="0"/>
                  <a:pt x="213" y="0"/>
                  <a:pt x="256" y="0"/>
                </a:cubicBezTo>
                <a:cubicBezTo>
                  <a:pt x="298" y="0"/>
                  <a:pt x="469" y="0"/>
                  <a:pt x="512" y="0"/>
                </a:cubicBezTo>
                <a:moveTo>
                  <a:pt x="0" y="0"/>
                </a:moveTo>
                <a:cubicBezTo>
                  <a:pt x="42" y="0"/>
                  <a:pt x="213" y="0"/>
                  <a:pt x="256" y="0"/>
                </a:cubicBezTo>
                <a:cubicBezTo>
                  <a:pt x="298" y="0"/>
                  <a:pt x="213" y="0"/>
                  <a:pt x="256" y="0"/>
                </a:cubicBezTo>
                <a:cubicBezTo>
                  <a:pt x="298" y="0"/>
                  <a:pt x="469" y="0"/>
                  <a:pt x="512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-6120" rIns="6120" bIns="-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4945680" y="3126600"/>
            <a:ext cx="43920" cy="16200"/>
          </a:xfrm>
          <a:custGeom>
            <a:avLst/>
            <a:gdLst/>
            <a:ahLst/>
            <a:rect l="0" t="0" r="r" b="b"/>
            <a:pathLst>
              <a:path fill="none" w="122" h="45">
                <a:moveTo>
                  <a:pt x="0" y="45"/>
                </a:moveTo>
                <a:cubicBezTo>
                  <a:pt x="26" y="36"/>
                  <a:pt x="50" y="27"/>
                  <a:pt x="122" y="0"/>
                </a:cubicBezTo>
                <a:moveTo>
                  <a:pt x="0" y="45"/>
                </a:moveTo>
                <a:cubicBezTo>
                  <a:pt x="49" y="28"/>
                  <a:pt x="96" y="9"/>
                  <a:pt x="122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4945680" y="3110760"/>
            <a:ext cx="43920" cy="16200"/>
          </a:xfrm>
          <a:custGeom>
            <a:avLst/>
            <a:gdLst/>
            <a:ahLst/>
            <a:rect l="0" t="0" r="r" b="b"/>
            <a:pathLst>
              <a:path fill="none" w="122" h="45">
                <a:moveTo>
                  <a:pt x="0" y="0"/>
                </a:moveTo>
                <a:cubicBezTo>
                  <a:pt x="26" y="9"/>
                  <a:pt x="50" y="18"/>
                  <a:pt x="122" y="45"/>
                </a:cubicBezTo>
                <a:moveTo>
                  <a:pt x="0" y="0"/>
                </a:moveTo>
                <a:cubicBezTo>
                  <a:pt x="49" y="17"/>
                  <a:pt x="96" y="36"/>
                  <a:pt x="122" y="45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6095880" y="3126600"/>
            <a:ext cx="184320" cy="0"/>
          </a:xfrm>
          <a:custGeom>
            <a:avLst/>
            <a:gdLst/>
            <a:ahLst/>
            <a:rect l="0" t="0" r="r" b="b"/>
            <a:pathLst>
              <a:path fill="none" w="512" h="0">
                <a:moveTo>
                  <a:pt x="0" y="0"/>
                </a:moveTo>
                <a:cubicBezTo>
                  <a:pt x="43" y="0"/>
                  <a:pt x="213" y="0"/>
                  <a:pt x="256" y="0"/>
                </a:cubicBezTo>
                <a:cubicBezTo>
                  <a:pt x="299" y="0"/>
                  <a:pt x="213" y="0"/>
                  <a:pt x="256" y="0"/>
                </a:cubicBezTo>
                <a:cubicBezTo>
                  <a:pt x="299" y="0"/>
                  <a:pt x="469" y="0"/>
                  <a:pt x="512" y="0"/>
                </a:cubicBezTo>
                <a:moveTo>
                  <a:pt x="0" y="0"/>
                </a:moveTo>
                <a:cubicBezTo>
                  <a:pt x="43" y="0"/>
                  <a:pt x="213" y="0"/>
                  <a:pt x="256" y="0"/>
                </a:cubicBezTo>
                <a:cubicBezTo>
                  <a:pt x="299" y="0"/>
                  <a:pt x="213" y="0"/>
                  <a:pt x="256" y="0"/>
                </a:cubicBezTo>
                <a:cubicBezTo>
                  <a:pt x="299" y="0"/>
                  <a:pt x="469" y="0"/>
                  <a:pt x="512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-6120" rIns="6120" bIns="-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6237000" y="3126600"/>
            <a:ext cx="43560" cy="16200"/>
          </a:xfrm>
          <a:custGeom>
            <a:avLst/>
            <a:gdLst/>
            <a:ahLst/>
            <a:rect l="0" t="0" r="r" b="b"/>
            <a:pathLst>
              <a:path fill="none" w="121" h="45">
                <a:moveTo>
                  <a:pt x="0" y="45"/>
                </a:moveTo>
                <a:cubicBezTo>
                  <a:pt x="25" y="36"/>
                  <a:pt x="49" y="27"/>
                  <a:pt x="121" y="0"/>
                </a:cubicBezTo>
                <a:moveTo>
                  <a:pt x="0" y="45"/>
                </a:moveTo>
                <a:cubicBezTo>
                  <a:pt x="27" y="36"/>
                  <a:pt x="52" y="26"/>
                  <a:pt x="121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6237000" y="3110760"/>
            <a:ext cx="43560" cy="16200"/>
          </a:xfrm>
          <a:custGeom>
            <a:avLst/>
            <a:gdLst/>
            <a:ahLst/>
            <a:rect l="0" t="0" r="r" b="b"/>
            <a:pathLst>
              <a:path fill="none" w="121" h="45">
                <a:moveTo>
                  <a:pt x="0" y="0"/>
                </a:moveTo>
                <a:cubicBezTo>
                  <a:pt x="25" y="9"/>
                  <a:pt x="49" y="18"/>
                  <a:pt x="121" y="45"/>
                </a:cubicBezTo>
                <a:moveTo>
                  <a:pt x="0" y="0"/>
                </a:moveTo>
                <a:cubicBezTo>
                  <a:pt x="27" y="10"/>
                  <a:pt x="52" y="19"/>
                  <a:pt x="121" y="45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7264080" y="3126600"/>
            <a:ext cx="184320" cy="0"/>
          </a:xfrm>
          <a:custGeom>
            <a:avLst/>
            <a:gdLst/>
            <a:ahLst/>
            <a:rect l="0" t="0" r="r" b="b"/>
            <a:pathLst>
              <a:path fill="none" w="512" h="0">
                <a:moveTo>
                  <a:pt x="0" y="0"/>
                </a:moveTo>
                <a:cubicBezTo>
                  <a:pt x="42" y="0"/>
                  <a:pt x="213" y="0"/>
                  <a:pt x="256" y="0"/>
                </a:cubicBezTo>
                <a:cubicBezTo>
                  <a:pt x="298" y="0"/>
                  <a:pt x="213" y="0"/>
                  <a:pt x="256" y="0"/>
                </a:cubicBezTo>
                <a:cubicBezTo>
                  <a:pt x="298" y="0"/>
                  <a:pt x="469" y="0"/>
                  <a:pt x="512" y="0"/>
                </a:cubicBezTo>
                <a:moveTo>
                  <a:pt x="0" y="0"/>
                </a:moveTo>
                <a:cubicBezTo>
                  <a:pt x="42" y="0"/>
                  <a:pt x="213" y="0"/>
                  <a:pt x="256" y="0"/>
                </a:cubicBezTo>
                <a:cubicBezTo>
                  <a:pt x="298" y="0"/>
                  <a:pt x="213" y="0"/>
                  <a:pt x="256" y="0"/>
                </a:cubicBezTo>
                <a:cubicBezTo>
                  <a:pt x="298" y="0"/>
                  <a:pt x="469" y="0"/>
                  <a:pt x="512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-6120" rIns="6120" bIns="-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7405200" y="3126600"/>
            <a:ext cx="43560" cy="16200"/>
          </a:xfrm>
          <a:custGeom>
            <a:avLst/>
            <a:gdLst/>
            <a:ahLst/>
            <a:rect l="0" t="0" r="r" b="b"/>
            <a:pathLst>
              <a:path fill="none" w="121" h="45">
                <a:moveTo>
                  <a:pt x="0" y="45"/>
                </a:moveTo>
                <a:cubicBezTo>
                  <a:pt x="25" y="36"/>
                  <a:pt x="49" y="27"/>
                  <a:pt x="121" y="0"/>
                </a:cubicBezTo>
                <a:moveTo>
                  <a:pt x="0" y="45"/>
                </a:moveTo>
                <a:cubicBezTo>
                  <a:pt x="29" y="35"/>
                  <a:pt x="57" y="24"/>
                  <a:pt x="121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7405200" y="3110760"/>
            <a:ext cx="43560" cy="16200"/>
          </a:xfrm>
          <a:custGeom>
            <a:avLst/>
            <a:gdLst/>
            <a:ahLst/>
            <a:rect l="0" t="0" r="r" b="b"/>
            <a:pathLst>
              <a:path fill="none" w="121" h="45">
                <a:moveTo>
                  <a:pt x="0" y="0"/>
                </a:moveTo>
                <a:cubicBezTo>
                  <a:pt x="25" y="9"/>
                  <a:pt x="49" y="18"/>
                  <a:pt x="121" y="45"/>
                </a:cubicBezTo>
                <a:moveTo>
                  <a:pt x="0" y="0"/>
                </a:moveTo>
                <a:cubicBezTo>
                  <a:pt x="29" y="11"/>
                  <a:pt x="57" y="21"/>
                  <a:pt x="121" y="45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8677800" y="3124440"/>
            <a:ext cx="185040" cy="35640"/>
          </a:xfrm>
          <a:custGeom>
            <a:avLst/>
            <a:gdLst/>
            <a:ahLst/>
            <a:rect l="0" t="0" r="r" b="b"/>
            <a:pathLst>
              <a:path fill="none" w="514" h="99">
                <a:moveTo>
                  <a:pt x="0" y="7"/>
                </a:moveTo>
                <a:cubicBezTo>
                  <a:pt x="43" y="7"/>
                  <a:pt x="214" y="-8"/>
                  <a:pt x="258" y="7"/>
                </a:cubicBezTo>
                <a:cubicBezTo>
                  <a:pt x="300" y="21"/>
                  <a:pt x="214" y="78"/>
                  <a:pt x="258" y="92"/>
                </a:cubicBezTo>
                <a:cubicBezTo>
                  <a:pt x="300" y="108"/>
                  <a:pt x="471" y="92"/>
                  <a:pt x="514" y="92"/>
                </a:cubicBezTo>
                <a:moveTo>
                  <a:pt x="0" y="7"/>
                </a:moveTo>
                <a:cubicBezTo>
                  <a:pt x="43" y="7"/>
                  <a:pt x="214" y="-8"/>
                  <a:pt x="258" y="7"/>
                </a:cubicBezTo>
                <a:cubicBezTo>
                  <a:pt x="300" y="21"/>
                  <a:pt x="214" y="78"/>
                  <a:pt x="258" y="92"/>
                </a:cubicBezTo>
                <a:cubicBezTo>
                  <a:pt x="300" y="108"/>
                  <a:pt x="471" y="92"/>
                  <a:pt x="514" y="92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8819640" y="3157200"/>
            <a:ext cx="43200" cy="18000"/>
          </a:xfrm>
          <a:custGeom>
            <a:avLst/>
            <a:gdLst/>
            <a:ahLst/>
            <a:rect l="0" t="0" r="r" b="b"/>
            <a:pathLst>
              <a:path fill="none" w="120" h="50">
                <a:moveTo>
                  <a:pt x="0" y="50"/>
                </a:moveTo>
                <a:cubicBezTo>
                  <a:pt x="24" y="40"/>
                  <a:pt x="48" y="30"/>
                  <a:pt x="120" y="0"/>
                </a:cubicBezTo>
                <a:moveTo>
                  <a:pt x="0" y="50"/>
                </a:moveTo>
                <a:cubicBezTo>
                  <a:pt x="31" y="37"/>
                  <a:pt x="61" y="24"/>
                  <a:pt x="120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8818560" y="3143520"/>
            <a:ext cx="44280" cy="14040"/>
          </a:xfrm>
          <a:custGeom>
            <a:avLst/>
            <a:gdLst/>
            <a:ahLst/>
            <a:rect l="0" t="0" r="r" b="b"/>
            <a:pathLst>
              <a:path fill="none" w="123" h="39">
                <a:moveTo>
                  <a:pt x="0" y="0"/>
                </a:moveTo>
                <a:cubicBezTo>
                  <a:pt x="24" y="7"/>
                  <a:pt x="49" y="15"/>
                  <a:pt x="123" y="39"/>
                </a:cubicBezTo>
                <a:moveTo>
                  <a:pt x="0" y="0"/>
                </a:moveTo>
                <a:cubicBezTo>
                  <a:pt x="31" y="10"/>
                  <a:pt x="62" y="19"/>
                  <a:pt x="123" y="39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9252720" y="2757600"/>
            <a:ext cx="240480" cy="123480"/>
          </a:xfrm>
          <a:custGeom>
            <a:avLst/>
            <a:gdLst/>
            <a:ahLst/>
            <a:rect l="0" t="0" r="r" b="b"/>
            <a:pathLst>
              <a:path fill="none" w="668" h="343">
                <a:moveTo>
                  <a:pt x="625" y="0"/>
                </a:moveTo>
                <a:cubicBezTo>
                  <a:pt x="625" y="30"/>
                  <a:pt x="721" y="144"/>
                  <a:pt x="625" y="172"/>
                </a:cubicBezTo>
                <a:cubicBezTo>
                  <a:pt x="527" y="201"/>
                  <a:pt x="140" y="144"/>
                  <a:pt x="43" y="172"/>
                </a:cubicBezTo>
                <a:cubicBezTo>
                  <a:pt x="-54" y="201"/>
                  <a:pt x="43" y="314"/>
                  <a:pt x="43" y="343"/>
                </a:cubicBezTo>
                <a:moveTo>
                  <a:pt x="625" y="0"/>
                </a:moveTo>
                <a:cubicBezTo>
                  <a:pt x="625" y="30"/>
                  <a:pt x="721" y="144"/>
                  <a:pt x="625" y="172"/>
                </a:cubicBezTo>
                <a:cubicBezTo>
                  <a:pt x="527" y="201"/>
                  <a:pt x="140" y="144"/>
                  <a:pt x="43" y="172"/>
                </a:cubicBezTo>
                <a:cubicBezTo>
                  <a:pt x="-54" y="201"/>
                  <a:pt x="43" y="314"/>
                  <a:pt x="43" y="343"/>
                </a:cubicBezTo>
              </a:path>
            </a:pathLst>
          </a:custGeom>
          <a:ln cap="rnd" w="12240">
            <a:solidFill>
              <a:srgbClr val="2F9E44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9247320" y="2858040"/>
            <a:ext cx="21240" cy="23040"/>
          </a:xfrm>
          <a:custGeom>
            <a:avLst/>
            <a:gdLst/>
            <a:ahLst/>
            <a:rect l="0" t="0" r="r" b="b"/>
            <a:pathLst>
              <a:path fill="none" w="59" h="64">
                <a:moveTo>
                  <a:pt x="0" y="0"/>
                </a:moveTo>
                <a:cubicBezTo>
                  <a:pt x="12" y="13"/>
                  <a:pt x="23" y="25"/>
                  <a:pt x="59" y="64"/>
                </a:cubicBezTo>
                <a:moveTo>
                  <a:pt x="0" y="0"/>
                </a:moveTo>
                <a:cubicBezTo>
                  <a:pt x="16" y="18"/>
                  <a:pt x="32" y="36"/>
                  <a:pt x="59" y="64"/>
                </a:cubicBezTo>
              </a:path>
            </a:pathLst>
          </a:custGeom>
          <a:ln cap="rnd" w="12240">
            <a:solidFill>
              <a:srgbClr val="2F9E44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9266760" y="2850120"/>
            <a:ext cx="2160" cy="30960"/>
          </a:xfrm>
          <a:custGeom>
            <a:avLst/>
            <a:gdLst/>
            <a:ahLst/>
            <a:rect l="0" t="0" r="r" b="b"/>
            <a:pathLst>
              <a:path fill="none" w="6" h="86">
                <a:moveTo>
                  <a:pt x="0" y="0"/>
                </a:moveTo>
                <a:cubicBezTo>
                  <a:pt x="2" y="17"/>
                  <a:pt x="3" y="35"/>
                  <a:pt x="6" y="86"/>
                </a:cubicBezTo>
                <a:moveTo>
                  <a:pt x="0" y="0"/>
                </a:moveTo>
                <a:cubicBezTo>
                  <a:pt x="2" y="23"/>
                  <a:pt x="3" y="48"/>
                  <a:pt x="6" y="86"/>
                </a:cubicBezTo>
              </a:path>
            </a:pathLst>
          </a:custGeom>
          <a:ln cap="rnd" w="12240">
            <a:solidFill>
              <a:srgbClr val="2F9E44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9733680" y="2757600"/>
            <a:ext cx="1172160" cy="123480"/>
          </a:xfrm>
          <a:custGeom>
            <a:avLst/>
            <a:gdLst/>
            <a:ahLst/>
            <a:rect l="0" t="0" r="r" b="b"/>
            <a:pathLst>
              <a:path fill="none" w="3256" h="343">
                <a:moveTo>
                  <a:pt x="3046" y="0"/>
                </a:moveTo>
                <a:cubicBezTo>
                  <a:pt x="3046" y="30"/>
                  <a:pt x="3518" y="144"/>
                  <a:pt x="3046" y="172"/>
                </a:cubicBezTo>
                <a:cubicBezTo>
                  <a:pt x="2573" y="201"/>
                  <a:pt x="683" y="144"/>
                  <a:pt x="210" y="172"/>
                </a:cubicBezTo>
                <a:cubicBezTo>
                  <a:pt x="-263" y="201"/>
                  <a:pt x="210" y="314"/>
                  <a:pt x="210" y="343"/>
                </a:cubicBezTo>
                <a:moveTo>
                  <a:pt x="3046" y="0"/>
                </a:moveTo>
                <a:cubicBezTo>
                  <a:pt x="3046" y="30"/>
                  <a:pt x="3518" y="144"/>
                  <a:pt x="3046" y="172"/>
                </a:cubicBezTo>
                <a:cubicBezTo>
                  <a:pt x="2573" y="201"/>
                  <a:pt x="683" y="144"/>
                  <a:pt x="210" y="172"/>
                </a:cubicBezTo>
                <a:cubicBezTo>
                  <a:pt x="-263" y="201"/>
                  <a:pt x="210" y="314"/>
                  <a:pt x="210" y="343"/>
                </a:cubicBezTo>
              </a:path>
            </a:pathLst>
          </a:custGeom>
          <a:ln cap="rnd" w="12240">
            <a:solidFill>
              <a:srgbClr val="2F9E44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9778680" y="2877480"/>
            <a:ext cx="30960" cy="3600"/>
          </a:xfrm>
          <a:custGeom>
            <a:avLst/>
            <a:gdLst/>
            <a:ahLst/>
            <a:rect l="0" t="0" r="r" b="b"/>
            <a:pathLst>
              <a:path fill="none" w="86" h="10">
                <a:moveTo>
                  <a:pt x="0" y="0"/>
                </a:moveTo>
                <a:cubicBezTo>
                  <a:pt x="18" y="1"/>
                  <a:pt x="35" y="3"/>
                  <a:pt x="86" y="10"/>
                </a:cubicBezTo>
                <a:moveTo>
                  <a:pt x="0" y="0"/>
                </a:moveTo>
                <a:cubicBezTo>
                  <a:pt x="26" y="2"/>
                  <a:pt x="52" y="6"/>
                  <a:pt x="86" y="10"/>
                </a:cubicBezTo>
              </a:path>
            </a:pathLst>
          </a:custGeom>
          <a:ln cap="rnd" w="12240">
            <a:solidFill>
              <a:srgbClr val="2F9E44"/>
            </a:solidFill>
            <a:miter/>
          </a:ln>
        </p:spPr>
        <p:txBody>
          <a:bodyPr lIns="6120" tIns="-2520" rIns="61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9788040" y="2858400"/>
            <a:ext cx="21600" cy="22680"/>
          </a:xfrm>
          <a:custGeom>
            <a:avLst/>
            <a:gdLst/>
            <a:ahLst/>
            <a:rect l="0" t="0" r="r" b="b"/>
            <a:pathLst>
              <a:path fill="none" w="60" h="63">
                <a:moveTo>
                  <a:pt x="0" y="0"/>
                </a:moveTo>
                <a:cubicBezTo>
                  <a:pt x="11" y="13"/>
                  <a:pt x="23" y="26"/>
                  <a:pt x="60" y="63"/>
                </a:cubicBezTo>
                <a:moveTo>
                  <a:pt x="0" y="0"/>
                </a:moveTo>
                <a:cubicBezTo>
                  <a:pt x="17" y="19"/>
                  <a:pt x="35" y="38"/>
                  <a:pt x="60" y="63"/>
                </a:cubicBezTo>
              </a:path>
            </a:pathLst>
          </a:custGeom>
          <a:ln cap="rnd" w="12240">
            <a:solidFill>
              <a:srgbClr val="2F9E44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822240" y="3434040"/>
            <a:ext cx="9317880" cy="676440"/>
          </a:xfrm>
          <a:custGeom>
            <a:avLst/>
            <a:gdLst/>
            <a:ahLst/>
            <a:rect l="0" t="0" r="r" b="b"/>
            <a:pathLst>
              <a:path fill="none" w="25883" h="1879">
                <a:moveTo>
                  <a:pt x="24213" y="0"/>
                </a:moveTo>
                <a:cubicBezTo>
                  <a:pt x="24213" y="157"/>
                  <a:pt x="27970" y="783"/>
                  <a:pt x="24213" y="940"/>
                </a:cubicBezTo>
                <a:cubicBezTo>
                  <a:pt x="20456" y="1097"/>
                  <a:pt x="5427" y="783"/>
                  <a:pt x="1670" y="940"/>
                </a:cubicBezTo>
                <a:cubicBezTo>
                  <a:pt x="-2087" y="1097"/>
                  <a:pt x="1670" y="1723"/>
                  <a:pt x="1670" y="1879"/>
                </a:cubicBezTo>
                <a:moveTo>
                  <a:pt x="24213" y="0"/>
                </a:moveTo>
                <a:cubicBezTo>
                  <a:pt x="24213" y="157"/>
                  <a:pt x="27970" y="783"/>
                  <a:pt x="24213" y="940"/>
                </a:cubicBezTo>
                <a:cubicBezTo>
                  <a:pt x="20456" y="1097"/>
                  <a:pt x="5427" y="783"/>
                  <a:pt x="1670" y="940"/>
                </a:cubicBezTo>
                <a:cubicBezTo>
                  <a:pt x="-2087" y="1097"/>
                  <a:pt x="1670" y="1723"/>
                  <a:pt x="1670" y="1879"/>
                </a:cubicBezTo>
              </a:path>
            </a:pathLst>
          </a:custGeom>
          <a:ln cap="rnd" w="12240">
            <a:solidFill>
              <a:srgbClr val="E8590C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1254240" y="4110120"/>
            <a:ext cx="169560" cy="3960"/>
          </a:xfrm>
          <a:custGeom>
            <a:avLst/>
            <a:gdLst/>
            <a:ahLst/>
            <a:rect l="0" t="0" r="r" b="b"/>
            <a:pathLst>
              <a:path fill="none" w="471" h="11">
                <a:moveTo>
                  <a:pt x="0" y="11"/>
                </a:moveTo>
                <a:cubicBezTo>
                  <a:pt x="95" y="8"/>
                  <a:pt x="189" y="6"/>
                  <a:pt x="471" y="0"/>
                </a:cubicBezTo>
                <a:moveTo>
                  <a:pt x="0" y="11"/>
                </a:moveTo>
                <a:cubicBezTo>
                  <a:pt x="152" y="7"/>
                  <a:pt x="302" y="4"/>
                  <a:pt x="471" y="0"/>
                </a:cubicBezTo>
              </a:path>
            </a:pathLst>
          </a:custGeom>
          <a:ln cap="rnd" w="12240">
            <a:solidFill>
              <a:srgbClr val="E8590C"/>
            </a:solidFill>
            <a:miter/>
          </a:ln>
        </p:spPr>
        <p:txBody>
          <a:bodyPr lIns="6120" tIns="-2160" rIns="6120" bIns="-216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1291680" y="4004280"/>
            <a:ext cx="132120" cy="106200"/>
          </a:xfrm>
          <a:custGeom>
            <a:avLst/>
            <a:gdLst/>
            <a:ahLst/>
            <a:rect l="0" t="0" r="r" b="b"/>
            <a:pathLst>
              <a:path fill="none" w="367" h="295">
                <a:moveTo>
                  <a:pt x="0" y="0"/>
                </a:moveTo>
                <a:cubicBezTo>
                  <a:pt x="73" y="59"/>
                  <a:pt x="146" y="118"/>
                  <a:pt x="367" y="295"/>
                </a:cubicBezTo>
                <a:moveTo>
                  <a:pt x="0" y="0"/>
                </a:moveTo>
                <a:cubicBezTo>
                  <a:pt x="117" y="94"/>
                  <a:pt x="234" y="189"/>
                  <a:pt x="367" y="295"/>
                </a:cubicBezTo>
              </a:path>
            </a:pathLst>
          </a:custGeom>
          <a:ln cap="rnd" w="12240">
            <a:solidFill>
              <a:srgbClr val="E8590C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2099520" y="4415400"/>
            <a:ext cx="369360" cy="35640"/>
          </a:xfrm>
          <a:custGeom>
            <a:avLst/>
            <a:gdLst/>
            <a:ahLst/>
            <a:rect l="0" t="0" r="r" b="b"/>
            <a:pathLst>
              <a:path fill="none" w="1026" h="99">
                <a:moveTo>
                  <a:pt x="0" y="7"/>
                </a:moveTo>
                <a:cubicBezTo>
                  <a:pt x="86" y="7"/>
                  <a:pt x="427" y="-8"/>
                  <a:pt x="513" y="7"/>
                </a:cubicBezTo>
                <a:cubicBezTo>
                  <a:pt x="598" y="22"/>
                  <a:pt x="427" y="79"/>
                  <a:pt x="513" y="93"/>
                </a:cubicBezTo>
                <a:cubicBezTo>
                  <a:pt x="598" y="108"/>
                  <a:pt x="941" y="93"/>
                  <a:pt x="1026" y="93"/>
                </a:cubicBezTo>
                <a:moveTo>
                  <a:pt x="0" y="7"/>
                </a:moveTo>
                <a:cubicBezTo>
                  <a:pt x="86" y="7"/>
                  <a:pt x="427" y="-8"/>
                  <a:pt x="513" y="7"/>
                </a:cubicBezTo>
                <a:cubicBezTo>
                  <a:pt x="598" y="22"/>
                  <a:pt x="427" y="79"/>
                  <a:pt x="513" y="93"/>
                </a:cubicBezTo>
                <a:cubicBezTo>
                  <a:pt x="598" y="108"/>
                  <a:pt x="941" y="93"/>
                  <a:pt x="1026" y="93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2382480" y="4448520"/>
            <a:ext cx="86400" cy="33480"/>
          </a:xfrm>
          <a:custGeom>
            <a:avLst/>
            <a:gdLst/>
            <a:ahLst/>
            <a:rect l="0" t="0" r="r" b="b"/>
            <a:pathLst>
              <a:path fill="none" w="240" h="93">
                <a:moveTo>
                  <a:pt x="0" y="93"/>
                </a:moveTo>
                <a:cubicBezTo>
                  <a:pt x="48" y="75"/>
                  <a:pt x="96" y="56"/>
                  <a:pt x="240" y="0"/>
                </a:cubicBezTo>
                <a:moveTo>
                  <a:pt x="0" y="93"/>
                </a:moveTo>
                <a:cubicBezTo>
                  <a:pt x="82" y="62"/>
                  <a:pt x="163" y="30"/>
                  <a:pt x="240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2381400" y="4418640"/>
            <a:ext cx="87480" cy="30240"/>
          </a:xfrm>
          <a:custGeom>
            <a:avLst/>
            <a:gdLst/>
            <a:ahLst/>
            <a:rect l="0" t="0" r="r" b="b"/>
            <a:pathLst>
              <a:path fill="none" w="243" h="84">
                <a:moveTo>
                  <a:pt x="0" y="0"/>
                </a:moveTo>
                <a:cubicBezTo>
                  <a:pt x="49" y="17"/>
                  <a:pt x="98" y="33"/>
                  <a:pt x="243" y="84"/>
                </a:cubicBezTo>
                <a:moveTo>
                  <a:pt x="0" y="0"/>
                </a:moveTo>
                <a:cubicBezTo>
                  <a:pt x="83" y="28"/>
                  <a:pt x="166" y="57"/>
                  <a:pt x="243" y="84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3944160" y="4448520"/>
            <a:ext cx="245880" cy="0"/>
          </a:xfrm>
          <a:custGeom>
            <a:avLst/>
            <a:gdLst/>
            <a:ahLst/>
            <a:rect l="0" t="0" r="r" b="b"/>
            <a:pathLst>
              <a:path fill="none" w="683" h="0">
                <a:moveTo>
                  <a:pt x="0" y="0"/>
                </a:moveTo>
                <a:cubicBezTo>
                  <a:pt x="57" y="0"/>
                  <a:pt x="284" y="0"/>
                  <a:pt x="341" y="0"/>
                </a:cubicBezTo>
                <a:cubicBezTo>
                  <a:pt x="398" y="0"/>
                  <a:pt x="284" y="0"/>
                  <a:pt x="341" y="0"/>
                </a:cubicBezTo>
                <a:cubicBezTo>
                  <a:pt x="398" y="0"/>
                  <a:pt x="626" y="0"/>
                  <a:pt x="683" y="0"/>
                </a:cubicBezTo>
                <a:moveTo>
                  <a:pt x="0" y="0"/>
                </a:moveTo>
                <a:cubicBezTo>
                  <a:pt x="57" y="0"/>
                  <a:pt x="284" y="0"/>
                  <a:pt x="341" y="0"/>
                </a:cubicBezTo>
                <a:cubicBezTo>
                  <a:pt x="398" y="0"/>
                  <a:pt x="284" y="0"/>
                  <a:pt x="341" y="0"/>
                </a:cubicBezTo>
                <a:cubicBezTo>
                  <a:pt x="398" y="0"/>
                  <a:pt x="626" y="0"/>
                  <a:pt x="683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-6120" rIns="6120" bIns="-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4132080" y="4448520"/>
            <a:ext cx="58320" cy="21240"/>
          </a:xfrm>
          <a:custGeom>
            <a:avLst/>
            <a:gdLst/>
            <a:ahLst/>
            <a:rect l="0" t="0" r="r" b="b"/>
            <a:pathLst>
              <a:path fill="none" w="162" h="59">
                <a:moveTo>
                  <a:pt x="0" y="59"/>
                </a:moveTo>
                <a:cubicBezTo>
                  <a:pt x="32" y="48"/>
                  <a:pt x="64" y="36"/>
                  <a:pt x="162" y="0"/>
                </a:cubicBezTo>
                <a:moveTo>
                  <a:pt x="0" y="59"/>
                </a:moveTo>
                <a:cubicBezTo>
                  <a:pt x="58" y="38"/>
                  <a:pt x="117" y="16"/>
                  <a:pt x="162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4132080" y="4427280"/>
            <a:ext cx="58320" cy="21600"/>
          </a:xfrm>
          <a:custGeom>
            <a:avLst/>
            <a:gdLst/>
            <a:ahLst/>
            <a:rect l="0" t="0" r="r" b="b"/>
            <a:pathLst>
              <a:path fill="none" w="162" h="60">
                <a:moveTo>
                  <a:pt x="0" y="0"/>
                </a:moveTo>
                <a:cubicBezTo>
                  <a:pt x="32" y="12"/>
                  <a:pt x="64" y="24"/>
                  <a:pt x="162" y="60"/>
                </a:cubicBezTo>
                <a:moveTo>
                  <a:pt x="0" y="0"/>
                </a:moveTo>
                <a:cubicBezTo>
                  <a:pt x="58" y="22"/>
                  <a:pt x="117" y="44"/>
                  <a:pt x="162" y="6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5419440" y="4448520"/>
            <a:ext cx="245880" cy="0"/>
          </a:xfrm>
          <a:custGeom>
            <a:avLst/>
            <a:gdLst/>
            <a:ahLst/>
            <a:rect l="0" t="0" r="r" b="b"/>
            <a:pathLst>
              <a:path fill="none" w="683" h="0">
                <a:moveTo>
                  <a:pt x="0" y="0"/>
                </a:moveTo>
                <a:cubicBezTo>
                  <a:pt x="57" y="0"/>
                  <a:pt x="285" y="0"/>
                  <a:pt x="342" y="0"/>
                </a:cubicBezTo>
                <a:cubicBezTo>
                  <a:pt x="399" y="0"/>
                  <a:pt x="285" y="0"/>
                  <a:pt x="342" y="0"/>
                </a:cubicBezTo>
                <a:cubicBezTo>
                  <a:pt x="399" y="0"/>
                  <a:pt x="627" y="0"/>
                  <a:pt x="683" y="0"/>
                </a:cubicBezTo>
                <a:moveTo>
                  <a:pt x="0" y="0"/>
                </a:moveTo>
                <a:cubicBezTo>
                  <a:pt x="57" y="0"/>
                  <a:pt x="285" y="0"/>
                  <a:pt x="342" y="0"/>
                </a:cubicBezTo>
                <a:cubicBezTo>
                  <a:pt x="399" y="0"/>
                  <a:pt x="285" y="0"/>
                  <a:pt x="342" y="0"/>
                </a:cubicBezTo>
                <a:cubicBezTo>
                  <a:pt x="399" y="0"/>
                  <a:pt x="627" y="0"/>
                  <a:pt x="683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-6120" rIns="6120" bIns="-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5607720" y="4448520"/>
            <a:ext cx="57960" cy="21240"/>
          </a:xfrm>
          <a:custGeom>
            <a:avLst/>
            <a:gdLst/>
            <a:ahLst/>
            <a:rect l="0" t="0" r="r" b="b"/>
            <a:pathLst>
              <a:path fill="none" w="161" h="59">
                <a:moveTo>
                  <a:pt x="0" y="59"/>
                </a:moveTo>
                <a:cubicBezTo>
                  <a:pt x="33" y="48"/>
                  <a:pt x="65" y="36"/>
                  <a:pt x="161" y="0"/>
                </a:cubicBezTo>
                <a:moveTo>
                  <a:pt x="0" y="59"/>
                </a:moveTo>
                <a:cubicBezTo>
                  <a:pt x="63" y="37"/>
                  <a:pt x="124" y="13"/>
                  <a:pt x="161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5607720" y="4427280"/>
            <a:ext cx="57960" cy="21600"/>
          </a:xfrm>
          <a:custGeom>
            <a:avLst/>
            <a:gdLst/>
            <a:ahLst/>
            <a:rect l="0" t="0" r="r" b="b"/>
            <a:pathLst>
              <a:path fill="none" w="161" h="60">
                <a:moveTo>
                  <a:pt x="0" y="0"/>
                </a:moveTo>
                <a:cubicBezTo>
                  <a:pt x="33" y="12"/>
                  <a:pt x="65" y="24"/>
                  <a:pt x="161" y="60"/>
                </a:cubicBezTo>
                <a:moveTo>
                  <a:pt x="0" y="0"/>
                </a:moveTo>
                <a:cubicBezTo>
                  <a:pt x="63" y="23"/>
                  <a:pt x="124" y="46"/>
                  <a:pt x="161" y="6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7017840" y="4448520"/>
            <a:ext cx="307440" cy="0"/>
          </a:xfrm>
          <a:custGeom>
            <a:avLst/>
            <a:gdLst/>
            <a:ahLst/>
            <a:rect l="0" t="0" r="r" b="b"/>
            <a:pathLst>
              <a:path fill="none" w="854" h="0">
                <a:moveTo>
                  <a:pt x="0" y="0"/>
                </a:moveTo>
                <a:cubicBezTo>
                  <a:pt x="72" y="0"/>
                  <a:pt x="356" y="0"/>
                  <a:pt x="427" y="0"/>
                </a:cubicBezTo>
                <a:cubicBezTo>
                  <a:pt x="499" y="0"/>
                  <a:pt x="356" y="0"/>
                  <a:pt x="427" y="0"/>
                </a:cubicBezTo>
                <a:cubicBezTo>
                  <a:pt x="499" y="0"/>
                  <a:pt x="783" y="0"/>
                  <a:pt x="854" y="0"/>
                </a:cubicBezTo>
                <a:moveTo>
                  <a:pt x="0" y="0"/>
                </a:moveTo>
                <a:cubicBezTo>
                  <a:pt x="72" y="0"/>
                  <a:pt x="356" y="0"/>
                  <a:pt x="427" y="0"/>
                </a:cubicBezTo>
                <a:cubicBezTo>
                  <a:pt x="499" y="0"/>
                  <a:pt x="356" y="0"/>
                  <a:pt x="427" y="0"/>
                </a:cubicBezTo>
                <a:cubicBezTo>
                  <a:pt x="499" y="0"/>
                  <a:pt x="783" y="0"/>
                  <a:pt x="854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-6120" rIns="6120" bIns="-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7253280" y="4448520"/>
            <a:ext cx="72360" cy="26640"/>
          </a:xfrm>
          <a:custGeom>
            <a:avLst/>
            <a:gdLst/>
            <a:ahLst/>
            <a:rect l="0" t="0" r="r" b="b"/>
            <a:pathLst>
              <a:path fill="none" w="201" h="74">
                <a:moveTo>
                  <a:pt x="0" y="74"/>
                </a:moveTo>
                <a:cubicBezTo>
                  <a:pt x="40" y="59"/>
                  <a:pt x="80" y="44"/>
                  <a:pt x="201" y="0"/>
                </a:cubicBezTo>
                <a:moveTo>
                  <a:pt x="0" y="74"/>
                </a:moveTo>
                <a:cubicBezTo>
                  <a:pt x="41" y="59"/>
                  <a:pt x="82" y="44"/>
                  <a:pt x="201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7253280" y="4422240"/>
            <a:ext cx="72360" cy="26640"/>
          </a:xfrm>
          <a:custGeom>
            <a:avLst/>
            <a:gdLst/>
            <a:ahLst/>
            <a:rect l="0" t="0" r="r" b="b"/>
            <a:pathLst>
              <a:path fill="none" w="201" h="74">
                <a:moveTo>
                  <a:pt x="0" y="0"/>
                </a:moveTo>
                <a:cubicBezTo>
                  <a:pt x="40" y="14"/>
                  <a:pt x="80" y="30"/>
                  <a:pt x="201" y="74"/>
                </a:cubicBezTo>
                <a:moveTo>
                  <a:pt x="0" y="0"/>
                </a:moveTo>
                <a:cubicBezTo>
                  <a:pt x="41" y="15"/>
                  <a:pt x="82" y="31"/>
                  <a:pt x="201" y="74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8800920" y="4415400"/>
            <a:ext cx="307800" cy="35640"/>
          </a:xfrm>
          <a:custGeom>
            <a:avLst/>
            <a:gdLst/>
            <a:ahLst/>
            <a:rect l="0" t="0" r="r" b="b"/>
            <a:pathLst>
              <a:path fill="none" w="855" h="99">
                <a:moveTo>
                  <a:pt x="0" y="93"/>
                </a:moveTo>
                <a:cubicBezTo>
                  <a:pt x="71" y="93"/>
                  <a:pt x="356" y="108"/>
                  <a:pt x="427" y="93"/>
                </a:cubicBezTo>
                <a:cubicBezTo>
                  <a:pt x="498" y="79"/>
                  <a:pt x="356" y="22"/>
                  <a:pt x="427" y="7"/>
                </a:cubicBezTo>
                <a:cubicBezTo>
                  <a:pt x="498" y="-8"/>
                  <a:pt x="784" y="7"/>
                  <a:pt x="855" y="7"/>
                </a:cubicBezTo>
                <a:moveTo>
                  <a:pt x="0" y="93"/>
                </a:moveTo>
                <a:cubicBezTo>
                  <a:pt x="71" y="93"/>
                  <a:pt x="356" y="108"/>
                  <a:pt x="427" y="93"/>
                </a:cubicBezTo>
                <a:cubicBezTo>
                  <a:pt x="498" y="79"/>
                  <a:pt x="356" y="22"/>
                  <a:pt x="427" y="7"/>
                </a:cubicBezTo>
                <a:cubicBezTo>
                  <a:pt x="498" y="-8"/>
                  <a:pt x="784" y="7"/>
                  <a:pt x="855" y="7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9035640" y="4417560"/>
            <a:ext cx="73080" cy="24840"/>
          </a:xfrm>
          <a:custGeom>
            <a:avLst/>
            <a:gdLst/>
            <a:ahLst/>
            <a:rect l="0" t="0" r="r" b="b"/>
            <a:pathLst>
              <a:path fill="none" w="203" h="69">
                <a:moveTo>
                  <a:pt x="0" y="69"/>
                </a:moveTo>
                <a:cubicBezTo>
                  <a:pt x="40" y="56"/>
                  <a:pt x="81" y="42"/>
                  <a:pt x="203" y="0"/>
                </a:cubicBezTo>
                <a:moveTo>
                  <a:pt x="0" y="69"/>
                </a:moveTo>
                <a:cubicBezTo>
                  <a:pt x="45" y="54"/>
                  <a:pt x="92" y="39"/>
                  <a:pt x="203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9036720" y="4389480"/>
            <a:ext cx="72000" cy="28440"/>
          </a:xfrm>
          <a:custGeom>
            <a:avLst/>
            <a:gdLst/>
            <a:ahLst/>
            <a:rect l="0" t="0" r="r" b="b"/>
            <a:pathLst>
              <a:path fill="none" w="200" h="79">
                <a:moveTo>
                  <a:pt x="0" y="0"/>
                </a:moveTo>
                <a:cubicBezTo>
                  <a:pt x="40" y="17"/>
                  <a:pt x="80" y="33"/>
                  <a:pt x="200" y="79"/>
                </a:cubicBezTo>
                <a:moveTo>
                  <a:pt x="0" y="0"/>
                </a:moveTo>
                <a:cubicBezTo>
                  <a:pt x="45" y="19"/>
                  <a:pt x="90" y="37"/>
                  <a:pt x="200" y="79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865440" y="4725000"/>
            <a:ext cx="9600120" cy="615240"/>
          </a:xfrm>
          <a:custGeom>
            <a:avLst/>
            <a:gdLst/>
            <a:ahLst/>
            <a:rect l="0" t="0" r="r" b="b"/>
            <a:pathLst>
              <a:path fill="none" w="26667" h="1709">
                <a:moveTo>
                  <a:pt x="24946" y="0"/>
                </a:moveTo>
                <a:cubicBezTo>
                  <a:pt x="24946" y="142"/>
                  <a:pt x="28817" y="712"/>
                  <a:pt x="24946" y="854"/>
                </a:cubicBezTo>
                <a:cubicBezTo>
                  <a:pt x="21075" y="996"/>
                  <a:pt x="5591" y="712"/>
                  <a:pt x="1720" y="854"/>
                </a:cubicBezTo>
                <a:cubicBezTo>
                  <a:pt x="-2151" y="996"/>
                  <a:pt x="1720" y="1567"/>
                  <a:pt x="1720" y="1709"/>
                </a:cubicBezTo>
                <a:moveTo>
                  <a:pt x="24946" y="0"/>
                </a:moveTo>
                <a:cubicBezTo>
                  <a:pt x="24946" y="142"/>
                  <a:pt x="28817" y="712"/>
                  <a:pt x="24946" y="854"/>
                </a:cubicBezTo>
                <a:cubicBezTo>
                  <a:pt x="21075" y="996"/>
                  <a:pt x="5591" y="712"/>
                  <a:pt x="1720" y="854"/>
                </a:cubicBezTo>
                <a:cubicBezTo>
                  <a:pt x="-2151" y="996"/>
                  <a:pt x="1720" y="1567"/>
                  <a:pt x="1720" y="1709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1331280" y="5339880"/>
            <a:ext cx="154080" cy="9000"/>
          </a:xfrm>
          <a:custGeom>
            <a:avLst/>
            <a:gdLst/>
            <a:ahLst/>
            <a:rect l="0" t="0" r="r" b="b"/>
            <a:pathLst>
              <a:path fill="none" w="428" h="25">
                <a:moveTo>
                  <a:pt x="0" y="25"/>
                </a:moveTo>
                <a:cubicBezTo>
                  <a:pt x="86" y="20"/>
                  <a:pt x="171" y="16"/>
                  <a:pt x="428" y="0"/>
                </a:cubicBezTo>
                <a:moveTo>
                  <a:pt x="0" y="25"/>
                </a:moveTo>
                <a:cubicBezTo>
                  <a:pt x="106" y="19"/>
                  <a:pt x="212" y="13"/>
                  <a:pt x="428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2880" rIns="6120" bIns="28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1361880" y="5248080"/>
            <a:ext cx="123480" cy="92160"/>
          </a:xfrm>
          <a:custGeom>
            <a:avLst/>
            <a:gdLst/>
            <a:ahLst/>
            <a:rect l="0" t="0" r="r" b="b"/>
            <a:pathLst>
              <a:path fill="none" w="343" h="256">
                <a:moveTo>
                  <a:pt x="0" y="0"/>
                </a:moveTo>
                <a:cubicBezTo>
                  <a:pt x="68" y="51"/>
                  <a:pt x="136" y="103"/>
                  <a:pt x="343" y="256"/>
                </a:cubicBezTo>
                <a:moveTo>
                  <a:pt x="0" y="0"/>
                </a:moveTo>
                <a:cubicBezTo>
                  <a:pt x="85" y="63"/>
                  <a:pt x="170" y="127"/>
                  <a:pt x="343" y="256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2611080" y="4717440"/>
            <a:ext cx="7263000" cy="673560"/>
          </a:xfrm>
          <a:custGeom>
            <a:avLst/>
            <a:gdLst/>
            <a:ahLst/>
            <a:rect l="0" t="0" r="r" b="b"/>
            <a:pathLst>
              <a:path w="20175" h="1871">
                <a:moveTo>
                  <a:pt x="18890" y="21"/>
                </a:moveTo>
                <a:cubicBezTo>
                  <a:pt x="18890" y="29"/>
                  <a:pt x="18922" y="47"/>
                  <a:pt x="18987" y="76"/>
                </a:cubicBezTo>
                <a:cubicBezTo>
                  <a:pt x="18993" y="79"/>
                  <a:pt x="18996" y="83"/>
                  <a:pt x="18999" y="88"/>
                </a:cubicBezTo>
                <a:cubicBezTo>
                  <a:pt x="19001" y="94"/>
                  <a:pt x="19000" y="99"/>
                  <a:pt x="18998" y="104"/>
                </a:cubicBezTo>
                <a:cubicBezTo>
                  <a:pt x="18996" y="110"/>
                  <a:pt x="18992" y="114"/>
                  <a:pt x="18986" y="116"/>
                </a:cubicBezTo>
                <a:cubicBezTo>
                  <a:pt x="18981" y="118"/>
                  <a:pt x="18975" y="118"/>
                  <a:pt x="18970" y="115"/>
                </a:cubicBezTo>
                <a:cubicBezTo>
                  <a:pt x="18888" y="79"/>
                  <a:pt x="18847" y="47"/>
                  <a:pt x="18847" y="21"/>
                </a:cubicBezTo>
                <a:cubicBezTo>
                  <a:pt x="18847" y="15"/>
                  <a:pt x="18849" y="10"/>
                  <a:pt x="18854" y="6"/>
                </a:cubicBezTo>
                <a:cubicBezTo>
                  <a:pt x="18858" y="2"/>
                  <a:pt x="18863" y="0"/>
                  <a:pt x="18869" y="0"/>
                </a:cubicBezTo>
                <a:cubicBezTo>
                  <a:pt x="18875" y="0"/>
                  <a:pt x="18880" y="2"/>
                  <a:pt x="18884" y="6"/>
                </a:cubicBezTo>
                <a:cubicBezTo>
                  <a:pt x="18888" y="10"/>
                  <a:pt x="18890" y="15"/>
                  <a:pt x="18890" y="21"/>
                </a:cubicBezTo>
                <a:moveTo>
                  <a:pt x="19144" y="139"/>
                </a:moveTo>
                <a:lnTo>
                  <a:pt x="19273" y="187"/>
                </a:lnTo>
                <a:cubicBezTo>
                  <a:pt x="19278" y="189"/>
                  <a:pt x="19282" y="192"/>
                  <a:pt x="19285" y="198"/>
                </a:cubicBezTo>
                <a:cubicBezTo>
                  <a:pt x="19287" y="203"/>
                  <a:pt x="19287" y="208"/>
                  <a:pt x="19285" y="214"/>
                </a:cubicBezTo>
                <a:cubicBezTo>
                  <a:pt x="19283" y="220"/>
                  <a:pt x="19279" y="224"/>
                  <a:pt x="19274" y="226"/>
                </a:cubicBezTo>
                <a:cubicBezTo>
                  <a:pt x="19269" y="228"/>
                  <a:pt x="19263" y="229"/>
                  <a:pt x="19258" y="227"/>
                </a:cubicBezTo>
                <a:lnTo>
                  <a:pt x="19129" y="179"/>
                </a:lnTo>
                <a:cubicBezTo>
                  <a:pt x="19124" y="177"/>
                  <a:pt x="19120" y="173"/>
                  <a:pt x="19117" y="168"/>
                </a:cubicBezTo>
                <a:cubicBezTo>
                  <a:pt x="19115" y="163"/>
                  <a:pt x="19115" y="157"/>
                  <a:pt x="19117" y="152"/>
                </a:cubicBezTo>
                <a:cubicBezTo>
                  <a:pt x="19119" y="146"/>
                  <a:pt x="19122" y="142"/>
                  <a:pt x="19128" y="140"/>
                </a:cubicBezTo>
                <a:cubicBezTo>
                  <a:pt x="19133" y="137"/>
                  <a:pt x="19138" y="137"/>
                  <a:pt x="19144" y="139"/>
                </a:cubicBezTo>
                <a:moveTo>
                  <a:pt x="19431" y="244"/>
                </a:moveTo>
                <a:lnTo>
                  <a:pt x="19545" y="287"/>
                </a:lnTo>
                <a:lnTo>
                  <a:pt x="19561" y="293"/>
                </a:lnTo>
                <a:cubicBezTo>
                  <a:pt x="19566" y="295"/>
                  <a:pt x="19570" y="298"/>
                  <a:pt x="19573" y="304"/>
                </a:cubicBezTo>
                <a:cubicBezTo>
                  <a:pt x="19575" y="309"/>
                  <a:pt x="19575" y="315"/>
                  <a:pt x="19573" y="320"/>
                </a:cubicBezTo>
                <a:cubicBezTo>
                  <a:pt x="19571" y="326"/>
                  <a:pt x="19568" y="330"/>
                  <a:pt x="19562" y="332"/>
                </a:cubicBezTo>
                <a:cubicBezTo>
                  <a:pt x="19557" y="334"/>
                  <a:pt x="19551" y="335"/>
                  <a:pt x="19546" y="333"/>
                </a:cubicBezTo>
                <a:lnTo>
                  <a:pt x="19530" y="327"/>
                </a:lnTo>
                <a:lnTo>
                  <a:pt x="19416" y="284"/>
                </a:lnTo>
                <a:cubicBezTo>
                  <a:pt x="19411" y="282"/>
                  <a:pt x="19407" y="279"/>
                  <a:pt x="19404" y="273"/>
                </a:cubicBezTo>
                <a:cubicBezTo>
                  <a:pt x="19402" y="268"/>
                  <a:pt x="19402" y="262"/>
                  <a:pt x="19404" y="257"/>
                </a:cubicBezTo>
                <a:cubicBezTo>
                  <a:pt x="19406" y="251"/>
                  <a:pt x="19409" y="247"/>
                  <a:pt x="19415" y="245"/>
                </a:cubicBezTo>
                <a:cubicBezTo>
                  <a:pt x="19420" y="242"/>
                  <a:pt x="19426" y="242"/>
                  <a:pt x="19431" y="244"/>
                </a:cubicBezTo>
                <a:moveTo>
                  <a:pt x="19723" y="356"/>
                </a:moveTo>
                <a:cubicBezTo>
                  <a:pt x="19769" y="375"/>
                  <a:pt x="19811" y="393"/>
                  <a:pt x="19849" y="410"/>
                </a:cubicBezTo>
                <a:cubicBezTo>
                  <a:pt x="19855" y="413"/>
                  <a:pt x="19859" y="417"/>
                  <a:pt x="19861" y="422"/>
                </a:cubicBezTo>
                <a:cubicBezTo>
                  <a:pt x="19863" y="428"/>
                  <a:pt x="19863" y="433"/>
                  <a:pt x="19860" y="439"/>
                </a:cubicBezTo>
                <a:cubicBezTo>
                  <a:pt x="19858" y="444"/>
                  <a:pt x="19854" y="448"/>
                  <a:pt x="19848" y="450"/>
                </a:cubicBezTo>
                <a:cubicBezTo>
                  <a:pt x="19843" y="452"/>
                  <a:pt x="19837" y="452"/>
                  <a:pt x="19832" y="449"/>
                </a:cubicBezTo>
                <a:cubicBezTo>
                  <a:pt x="19794" y="432"/>
                  <a:pt x="19752" y="414"/>
                  <a:pt x="19707" y="396"/>
                </a:cubicBezTo>
                <a:cubicBezTo>
                  <a:pt x="19701" y="393"/>
                  <a:pt x="19698" y="390"/>
                  <a:pt x="19695" y="384"/>
                </a:cubicBezTo>
                <a:cubicBezTo>
                  <a:pt x="19693" y="379"/>
                  <a:pt x="19693" y="373"/>
                  <a:pt x="19695" y="368"/>
                </a:cubicBezTo>
                <a:cubicBezTo>
                  <a:pt x="19697" y="362"/>
                  <a:pt x="19701" y="359"/>
                  <a:pt x="19707" y="356"/>
                </a:cubicBezTo>
                <a:cubicBezTo>
                  <a:pt x="19712" y="354"/>
                  <a:pt x="19718" y="354"/>
                  <a:pt x="19723" y="356"/>
                </a:cubicBezTo>
                <a:moveTo>
                  <a:pt x="20005" y="488"/>
                </a:moveTo>
                <a:cubicBezTo>
                  <a:pt x="20053" y="515"/>
                  <a:pt x="20091" y="541"/>
                  <a:pt x="20120" y="566"/>
                </a:cubicBezTo>
                <a:cubicBezTo>
                  <a:pt x="20125" y="570"/>
                  <a:pt x="20127" y="575"/>
                  <a:pt x="20128" y="581"/>
                </a:cubicBezTo>
                <a:cubicBezTo>
                  <a:pt x="20128" y="586"/>
                  <a:pt x="20126" y="592"/>
                  <a:pt x="20123" y="596"/>
                </a:cubicBezTo>
                <a:cubicBezTo>
                  <a:pt x="20119" y="601"/>
                  <a:pt x="20114" y="603"/>
                  <a:pt x="20108" y="603"/>
                </a:cubicBezTo>
                <a:cubicBezTo>
                  <a:pt x="20102" y="604"/>
                  <a:pt x="20097" y="602"/>
                  <a:pt x="20092" y="598"/>
                </a:cubicBezTo>
                <a:cubicBezTo>
                  <a:pt x="20066" y="575"/>
                  <a:pt x="20030" y="551"/>
                  <a:pt x="19984" y="525"/>
                </a:cubicBezTo>
                <a:cubicBezTo>
                  <a:pt x="19979" y="522"/>
                  <a:pt x="19976" y="518"/>
                  <a:pt x="19974" y="512"/>
                </a:cubicBezTo>
                <a:cubicBezTo>
                  <a:pt x="19972" y="507"/>
                  <a:pt x="19973" y="501"/>
                  <a:pt x="19976" y="496"/>
                </a:cubicBezTo>
                <a:cubicBezTo>
                  <a:pt x="19979" y="491"/>
                  <a:pt x="19983" y="488"/>
                  <a:pt x="19989" y="486"/>
                </a:cubicBezTo>
                <a:cubicBezTo>
                  <a:pt x="19995" y="485"/>
                  <a:pt x="20000" y="485"/>
                  <a:pt x="20005" y="488"/>
                </a:cubicBezTo>
                <a:moveTo>
                  <a:pt x="20171" y="739"/>
                </a:moveTo>
                <a:cubicBezTo>
                  <a:pt x="20149" y="769"/>
                  <a:pt x="20108" y="796"/>
                  <a:pt x="20047" y="821"/>
                </a:cubicBezTo>
                <a:cubicBezTo>
                  <a:pt x="20042" y="823"/>
                  <a:pt x="20036" y="823"/>
                  <a:pt x="20031" y="820"/>
                </a:cubicBezTo>
                <a:cubicBezTo>
                  <a:pt x="20025" y="818"/>
                  <a:pt x="20022" y="814"/>
                  <a:pt x="20019" y="809"/>
                </a:cubicBezTo>
                <a:cubicBezTo>
                  <a:pt x="20017" y="803"/>
                  <a:pt x="20017" y="798"/>
                  <a:pt x="20020" y="792"/>
                </a:cubicBezTo>
                <a:cubicBezTo>
                  <a:pt x="20022" y="787"/>
                  <a:pt x="20026" y="783"/>
                  <a:pt x="20031" y="781"/>
                </a:cubicBezTo>
                <a:cubicBezTo>
                  <a:pt x="20084" y="760"/>
                  <a:pt x="20119" y="737"/>
                  <a:pt x="20136" y="714"/>
                </a:cubicBezTo>
                <a:cubicBezTo>
                  <a:pt x="20140" y="709"/>
                  <a:pt x="20144" y="706"/>
                  <a:pt x="20150" y="705"/>
                </a:cubicBezTo>
                <a:cubicBezTo>
                  <a:pt x="20156" y="705"/>
                  <a:pt x="20161" y="706"/>
                  <a:pt x="20166" y="709"/>
                </a:cubicBezTo>
                <a:cubicBezTo>
                  <a:pt x="20171" y="713"/>
                  <a:pt x="20174" y="717"/>
                  <a:pt x="20175" y="723"/>
                </a:cubicBezTo>
                <a:cubicBezTo>
                  <a:pt x="20175" y="729"/>
                  <a:pt x="20174" y="734"/>
                  <a:pt x="20171" y="739"/>
                </a:cubicBezTo>
                <a:moveTo>
                  <a:pt x="19883" y="870"/>
                </a:moveTo>
                <a:cubicBezTo>
                  <a:pt x="19842" y="879"/>
                  <a:pt x="19797" y="888"/>
                  <a:pt x="19747" y="897"/>
                </a:cubicBezTo>
                <a:cubicBezTo>
                  <a:pt x="19742" y="898"/>
                  <a:pt x="19736" y="897"/>
                  <a:pt x="19732" y="893"/>
                </a:cubicBezTo>
                <a:cubicBezTo>
                  <a:pt x="19727" y="890"/>
                  <a:pt x="19724" y="885"/>
                  <a:pt x="19723" y="879"/>
                </a:cubicBezTo>
                <a:cubicBezTo>
                  <a:pt x="19722" y="874"/>
                  <a:pt x="19723" y="868"/>
                  <a:pt x="19726" y="863"/>
                </a:cubicBezTo>
                <a:cubicBezTo>
                  <a:pt x="19730" y="859"/>
                  <a:pt x="19734" y="856"/>
                  <a:pt x="19740" y="855"/>
                </a:cubicBezTo>
                <a:cubicBezTo>
                  <a:pt x="19789" y="846"/>
                  <a:pt x="19833" y="837"/>
                  <a:pt x="19873" y="828"/>
                </a:cubicBezTo>
                <a:cubicBezTo>
                  <a:pt x="19879" y="827"/>
                  <a:pt x="19884" y="828"/>
                  <a:pt x="19889" y="831"/>
                </a:cubicBezTo>
                <a:cubicBezTo>
                  <a:pt x="19894" y="834"/>
                  <a:pt x="19897" y="838"/>
                  <a:pt x="19899" y="844"/>
                </a:cubicBezTo>
                <a:cubicBezTo>
                  <a:pt x="19900" y="850"/>
                  <a:pt x="19899" y="855"/>
                  <a:pt x="19896" y="860"/>
                </a:cubicBezTo>
                <a:cubicBezTo>
                  <a:pt x="19893" y="865"/>
                  <a:pt x="19888" y="868"/>
                  <a:pt x="19883" y="870"/>
                </a:cubicBezTo>
                <a:moveTo>
                  <a:pt x="19577" y="923"/>
                </a:moveTo>
                <a:cubicBezTo>
                  <a:pt x="19535" y="929"/>
                  <a:pt x="19490" y="934"/>
                  <a:pt x="19443" y="939"/>
                </a:cubicBezTo>
                <a:cubicBezTo>
                  <a:pt x="19437" y="940"/>
                  <a:pt x="19432" y="938"/>
                  <a:pt x="19427" y="934"/>
                </a:cubicBezTo>
                <a:cubicBezTo>
                  <a:pt x="19423" y="931"/>
                  <a:pt x="19420" y="926"/>
                  <a:pt x="19419" y="919"/>
                </a:cubicBezTo>
                <a:cubicBezTo>
                  <a:pt x="19419" y="913"/>
                  <a:pt x="19420" y="908"/>
                  <a:pt x="19424" y="903"/>
                </a:cubicBezTo>
                <a:cubicBezTo>
                  <a:pt x="19428" y="899"/>
                  <a:pt x="19432" y="896"/>
                  <a:pt x="19438" y="896"/>
                </a:cubicBezTo>
                <a:cubicBezTo>
                  <a:pt x="19485" y="891"/>
                  <a:pt x="19530" y="885"/>
                  <a:pt x="19572" y="880"/>
                </a:cubicBezTo>
                <a:cubicBezTo>
                  <a:pt x="19578" y="879"/>
                  <a:pt x="19583" y="881"/>
                  <a:pt x="19588" y="884"/>
                </a:cubicBezTo>
                <a:cubicBezTo>
                  <a:pt x="19592" y="888"/>
                  <a:pt x="19595" y="892"/>
                  <a:pt x="19596" y="898"/>
                </a:cubicBezTo>
                <a:cubicBezTo>
                  <a:pt x="19596" y="904"/>
                  <a:pt x="19595" y="909"/>
                  <a:pt x="19591" y="914"/>
                </a:cubicBezTo>
                <a:cubicBezTo>
                  <a:pt x="19588" y="919"/>
                  <a:pt x="19583" y="922"/>
                  <a:pt x="19577" y="923"/>
                </a:cubicBezTo>
                <a:moveTo>
                  <a:pt x="19272" y="955"/>
                </a:moveTo>
                <a:lnTo>
                  <a:pt x="19133" y="966"/>
                </a:lnTo>
                <a:cubicBezTo>
                  <a:pt x="19127" y="967"/>
                  <a:pt x="19122" y="965"/>
                  <a:pt x="19117" y="961"/>
                </a:cubicBezTo>
                <a:cubicBezTo>
                  <a:pt x="19113" y="958"/>
                  <a:pt x="19110" y="953"/>
                  <a:pt x="19110" y="947"/>
                </a:cubicBezTo>
                <a:cubicBezTo>
                  <a:pt x="19109" y="941"/>
                  <a:pt x="19111" y="936"/>
                  <a:pt x="19115" y="931"/>
                </a:cubicBezTo>
                <a:cubicBezTo>
                  <a:pt x="19119" y="927"/>
                  <a:pt x="19123" y="924"/>
                  <a:pt x="19129" y="924"/>
                </a:cubicBezTo>
                <a:lnTo>
                  <a:pt x="19269" y="912"/>
                </a:lnTo>
                <a:cubicBezTo>
                  <a:pt x="19275" y="911"/>
                  <a:pt x="19280" y="913"/>
                  <a:pt x="19284" y="917"/>
                </a:cubicBezTo>
                <a:cubicBezTo>
                  <a:pt x="19289" y="922"/>
                  <a:pt x="19291" y="927"/>
                  <a:pt x="19292" y="932"/>
                </a:cubicBezTo>
                <a:cubicBezTo>
                  <a:pt x="19292" y="938"/>
                  <a:pt x="19291" y="943"/>
                  <a:pt x="19287" y="948"/>
                </a:cubicBezTo>
                <a:cubicBezTo>
                  <a:pt x="19283" y="952"/>
                  <a:pt x="19278" y="955"/>
                  <a:pt x="19272" y="955"/>
                </a:cubicBezTo>
                <a:moveTo>
                  <a:pt x="18965" y="977"/>
                </a:moveTo>
                <a:lnTo>
                  <a:pt x="18870" y="983"/>
                </a:lnTo>
                <a:lnTo>
                  <a:pt x="18828" y="985"/>
                </a:lnTo>
                <a:cubicBezTo>
                  <a:pt x="18822" y="985"/>
                  <a:pt x="18817" y="983"/>
                  <a:pt x="18813" y="980"/>
                </a:cubicBezTo>
                <a:cubicBezTo>
                  <a:pt x="18808" y="976"/>
                  <a:pt x="18806" y="971"/>
                  <a:pt x="18806" y="965"/>
                </a:cubicBezTo>
                <a:cubicBezTo>
                  <a:pt x="18805" y="959"/>
                  <a:pt x="18807" y="954"/>
                  <a:pt x="18811" y="949"/>
                </a:cubicBezTo>
                <a:cubicBezTo>
                  <a:pt x="18815" y="945"/>
                  <a:pt x="18820" y="943"/>
                  <a:pt x="18826" y="942"/>
                </a:cubicBezTo>
                <a:lnTo>
                  <a:pt x="18867" y="940"/>
                </a:lnTo>
                <a:lnTo>
                  <a:pt x="18963" y="935"/>
                </a:lnTo>
                <a:cubicBezTo>
                  <a:pt x="18969" y="934"/>
                  <a:pt x="18974" y="936"/>
                  <a:pt x="18978" y="940"/>
                </a:cubicBezTo>
                <a:cubicBezTo>
                  <a:pt x="18983" y="944"/>
                  <a:pt x="18985" y="949"/>
                  <a:pt x="18985" y="955"/>
                </a:cubicBezTo>
                <a:cubicBezTo>
                  <a:pt x="18986" y="961"/>
                  <a:pt x="18984" y="966"/>
                  <a:pt x="18980" y="970"/>
                </a:cubicBezTo>
                <a:cubicBezTo>
                  <a:pt x="18976" y="975"/>
                  <a:pt x="18971" y="977"/>
                  <a:pt x="18965" y="977"/>
                </a:cubicBezTo>
                <a:moveTo>
                  <a:pt x="18659" y="993"/>
                </a:moveTo>
                <a:lnTo>
                  <a:pt x="18521" y="998"/>
                </a:lnTo>
                <a:cubicBezTo>
                  <a:pt x="18515" y="998"/>
                  <a:pt x="18510" y="996"/>
                  <a:pt x="18505" y="992"/>
                </a:cubicBezTo>
                <a:cubicBezTo>
                  <a:pt x="18501" y="988"/>
                  <a:pt x="18499" y="983"/>
                  <a:pt x="18498" y="977"/>
                </a:cubicBezTo>
                <a:cubicBezTo>
                  <a:pt x="18498" y="972"/>
                  <a:pt x="18500" y="966"/>
                  <a:pt x="18504" y="962"/>
                </a:cubicBezTo>
                <a:cubicBezTo>
                  <a:pt x="18508" y="958"/>
                  <a:pt x="18513" y="956"/>
                  <a:pt x="18519" y="955"/>
                </a:cubicBezTo>
                <a:lnTo>
                  <a:pt x="18657" y="950"/>
                </a:lnTo>
                <a:cubicBezTo>
                  <a:pt x="18663" y="950"/>
                  <a:pt x="18668" y="952"/>
                  <a:pt x="18673" y="956"/>
                </a:cubicBezTo>
                <a:cubicBezTo>
                  <a:pt x="18677" y="960"/>
                  <a:pt x="18679" y="965"/>
                  <a:pt x="18680" y="971"/>
                </a:cubicBezTo>
                <a:cubicBezTo>
                  <a:pt x="18680" y="976"/>
                  <a:pt x="18678" y="982"/>
                  <a:pt x="18674" y="986"/>
                </a:cubicBezTo>
                <a:cubicBezTo>
                  <a:pt x="18670" y="990"/>
                  <a:pt x="18665" y="992"/>
                  <a:pt x="18659" y="993"/>
                </a:cubicBezTo>
                <a:moveTo>
                  <a:pt x="18352" y="1003"/>
                </a:moveTo>
                <a:lnTo>
                  <a:pt x="18211" y="1007"/>
                </a:lnTo>
                <a:cubicBezTo>
                  <a:pt x="18205" y="1007"/>
                  <a:pt x="18200" y="1005"/>
                  <a:pt x="18195" y="1001"/>
                </a:cubicBezTo>
                <a:cubicBezTo>
                  <a:pt x="18191" y="997"/>
                  <a:pt x="18189" y="992"/>
                  <a:pt x="18189" y="986"/>
                </a:cubicBezTo>
                <a:cubicBezTo>
                  <a:pt x="18189" y="981"/>
                  <a:pt x="18191" y="975"/>
                  <a:pt x="18195" y="971"/>
                </a:cubicBezTo>
                <a:cubicBezTo>
                  <a:pt x="18199" y="967"/>
                  <a:pt x="18204" y="965"/>
                  <a:pt x="18210" y="965"/>
                </a:cubicBezTo>
                <a:lnTo>
                  <a:pt x="18351" y="961"/>
                </a:lnTo>
                <a:cubicBezTo>
                  <a:pt x="18357" y="961"/>
                  <a:pt x="18362" y="962"/>
                  <a:pt x="18366" y="967"/>
                </a:cubicBezTo>
                <a:cubicBezTo>
                  <a:pt x="18370" y="971"/>
                  <a:pt x="18373" y="976"/>
                  <a:pt x="18373" y="981"/>
                </a:cubicBezTo>
                <a:cubicBezTo>
                  <a:pt x="18373" y="987"/>
                  <a:pt x="18371" y="992"/>
                  <a:pt x="18367" y="997"/>
                </a:cubicBezTo>
                <a:cubicBezTo>
                  <a:pt x="18363" y="1001"/>
                  <a:pt x="18358" y="1003"/>
                  <a:pt x="18352" y="1003"/>
                </a:cubicBezTo>
                <a:moveTo>
                  <a:pt x="18045" y="1011"/>
                </a:moveTo>
                <a:lnTo>
                  <a:pt x="17906" y="1014"/>
                </a:lnTo>
                <a:cubicBezTo>
                  <a:pt x="17900" y="1014"/>
                  <a:pt x="17895" y="1012"/>
                  <a:pt x="17891" y="1008"/>
                </a:cubicBezTo>
                <a:cubicBezTo>
                  <a:pt x="17886" y="1004"/>
                  <a:pt x="17884" y="999"/>
                  <a:pt x="17884" y="993"/>
                </a:cubicBezTo>
                <a:cubicBezTo>
                  <a:pt x="17884" y="987"/>
                  <a:pt x="17886" y="982"/>
                  <a:pt x="17890" y="978"/>
                </a:cubicBezTo>
                <a:cubicBezTo>
                  <a:pt x="17894" y="974"/>
                  <a:pt x="17899" y="971"/>
                  <a:pt x="17905" y="971"/>
                </a:cubicBezTo>
                <a:lnTo>
                  <a:pt x="18044" y="968"/>
                </a:lnTo>
                <a:cubicBezTo>
                  <a:pt x="18050" y="968"/>
                  <a:pt x="18055" y="970"/>
                  <a:pt x="18059" y="974"/>
                </a:cubicBezTo>
                <a:cubicBezTo>
                  <a:pt x="18063" y="978"/>
                  <a:pt x="18065" y="983"/>
                  <a:pt x="18065" y="989"/>
                </a:cubicBezTo>
                <a:cubicBezTo>
                  <a:pt x="18066" y="995"/>
                  <a:pt x="18064" y="1000"/>
                  <a:pt x="18060" y="1005"/>
                </a:cubicBezTo>
                <a:cubicBezTo>
                  <a:pt x="18055" y="1009"/>
                  <a:pt x="18050" y="1011"/>
                  <a:pt x="18045" y="1011"/>
                </a:cubicBezTo>
                <a:moveTo>
                  <a:pt x="17735" y="1017"/>
                </a:moveTo>
                <a:lnTo>
                  <a:pt x="17600" y="1019"/>
                </a:lnTo>
                <a:cubicBezTo>
                  <a:pt x="17594" y="1019"/>
                  <a:pt x="17589" y="1017"/>
                  <a:pt x="17585" y="1013"/>
                </a:cubicBezTo>
                <a:cubicBezTo>
                  <a:pt x="17581" y="1009"/>
                  <a:pt x="17578" y="1004"/>
                  <a:pt x="17578" y="998"/>
                </a:cubicBezTo>
                <a:cubicBezTo>
                  <a:pt x="17578" y="992"/>
                  <a:pt x="17580" y="987"/>
                  <a:pt x="17584" y="983"/>
                </a:cubicBezTo>
                <a:cubicBezTo>
                  <a:pt x="17589" y="978"/>
                  <a:pt x="17594" y="976"/>
                  <a:pt x="17599" y="976"/>
                </a:cubicBezTo>
                <a:lnTo>
                  <a:pt x="17735" y="974"/>
                </a:lnTo>
                <a:cubicBezTo>
                  <a:pt x="17740" y="974"/>
                  <a:pt x="17746" y="976"/>
                  <a:pt x="17750" y="980"/>
                </a:cubicBezTo>
                <a:cubicBezTo>
                  <a:pt x="17754" y="984"/>
                  <a:pt x="17756" y="989"/>
                  <a:pt x="17756" y="995"/>
                </a:cubicBezTo>
                <a:cubicBezTo>
                  <a:pt x="17756" y="1001"/>
                  <a:pt x="17754" y="1006"/>
                  <a:pt x="17750" y="1010"/>
                </a:cubicBezTo>
                <a:cubicBezTo>
                  <a:pt x="17746" y="1015"/>
                  <a:pt x="17741" y="1017"/>
                  <a:pt x="17735" y="1017"/>
                </a:cubicBezTo>
                <a:moveTo>
                  <a:pt x="17425" y="1021"/>
                </a:moveTo>
                <a:lnTo>
                  <a:pt x="17291" y="1022"/>
                </a:lnTo>
                <a:cubicBezTo>
                  <a:pt x="17285" y="1023"/>
                  <a:pt x="17280" y="1021"/>
                  <a:pt x="17276" y="1016"/>
                </a:cubicBezTo>
                <a:cubicBezTo>
                  <a:pt x="17271" y="1012"/>
                  <a:pt x="17269" y="1007"/>
                  <a:pt x="17269" y="1001"/>
                </a:cubicBezTo>
                <a:cubicBezTo>
                  <a:pt x="17269" y="995"/>
                  <a:pt x="17271" y="990"/>
                  <a:pt x="17275" y="986"/>
                </a:cubicBezTo>
                <a:cubicBezTo>
                  <a:pt x="17280" y="982"/>
                  <a:pt x="17285" y="980"/>
                  <a:pt x="17290" y="980"/>
                </a:cubicBezTo>
                <a:lnTo>
                  <a:pt x="17425" y="978"/>
                </a:lnTo>
                <a:cubicBezTo>
                  <a:pt x="17431" y="978"/>
                  <a:pt x="17436" y="980"/>
                  <a:pt x="17440" y="984"/>
                </a:cubicBezTo>
                <a:cubicBezTo>
                  <a:pt x="17444" y="989"/>
                  <a:pt x="17447" y="994"/>
                  <a:pt x="17447" y="999"/>
                </a:cubicBezTo>
                <a:cubicBezTo>
                  <a:pt x="17447" y="1005"/>
                  <a:pt x="17445" y="1010"/>
                  <a:pt x="17441" y="1015"/>
                </a:cubicBezTo>
                <a:cubicBezTo>
                  <a:pt x="17436" y="1019"/>
                  <a:pt x="17431" y="1021"/>
                  <a:pt x="17425" y="1021"/>
                </a:cubicBezTo>
                <a:moveTo>
                  <a:pt x="17121" y="1024"/>
                </a:moveTo>
                <a:lnTo>
                  <a:pt x="16982" y="1025"/>
                </a:lnTo>
                <a:cubicBezTo>
                  <a:pt x="16976" y="1025"/>
                  <a:pt x="16971" y="1023"/>
                  <a:pt x="16967" y="1019"/>
                </a:cubicBezTo>
                <a:cubicBezTo>
                  <a:pt x="16963" y="1015"/>
                  <a:pt x="16961" y="1010"/>
                  <a:pt x="16961" y="1004"/>
                </a:cubicBezTo>
                <a:cubicBezTo>
                  <a:pt x="16961" y="998"/>
                  <a:pt x="16963" y="993"/>
                  <a:pt x="16967" y="989"/>
                </a:cubicBezTo>
                <a:cubicBezTo>
                  <a:pt x="16971" y="985"/>
                  <a:pt x="16976" y="982"/>
                  <a:pt x="16982" y="982"/>
                </a:cubicBezTo>
                <a:lnTo>
                  <a:pt x="17121" y="981"/>
                </a:lnTo>
                <a:cubicBezTo>
                  <a:pt x="17127" y="981"/>
                  <a:pt x="17132" y="983"/>
                  <a:pt x="17136" y="987"/>
                </a:cubicBezTo>
                <a:cubicBezTo>
                  <a:pt x="17140" y="992"/>
                  <a:pt x="17142" y="997"/>
                  <a:pt x="17142" y="1003"/>
                </a:cubicBezTo>
                <a:cubicBezTo>
                  <a:pt x="17142" y="1008"/>
                  <a:pt x="17140" y="1013"/>
                  <a:pt x="17136" y="1018"/>
                </a:cubicBezTo>
                <a:cubicBezTo>
                  <a:pt x="17132" y="1022"/>
                  <a:pt x="17127" y="1024"/>
                  <a:pt x="17121" y="1024"/>
                </a:cubicBezTo>
                <a:moveTo>
                  <a:pt x="16812" y="1026"/>
                </a:moveTo>
                <a:lnTo>
                  <a:pt x="16677" y="1027"/>
                </a:lnTo>
                <a:cubicBezTo>
                  <a:pt x="16671" y="1027"/>
                  <a:pt x="16666" y="1025"/>
                  <a:pt x="16662" y="1021"/>
                </a:cubicBezTo>
                <a:cubicBezTo>
                  <a:pt x="16658" y="1016"/>
                  <a:pt x="16656" y="1011"/>
                  <a:pt x="16655" y="1005"/>
                </a:cubicBezTo>
                <a:cubicBezTo>
                  <a:pt x="16655" y="1000"/>
                  <a:pt x="16658" y="995"/>
                  <a:pt x="16662" y="990"/>
                </a:cubicBezTo>
                <a:cubicBezTo>
                  <a:pt x="16666" y="986"/>
                  <a:pt x="16671" y="984"/>
                  <a:pt x="16677" y="984"/>
                </a:cubicBezTo>
                <a:lnTo>
                  <a:pt x="16812" y="983"/>
                </a:lnTo>
                <a:cubicBezTo>
                  <a:pt x="16818" y="983"/>
                  <a:pt x="16823" y="985"/>
                  <a:pt x="16827" y="990"/>
                </a:cubicBezTo>
                <a:cubicBezTo>
                  <a:pt x="16831" y="994"/>
                  <a:pt x="16833" y="999"/>
                  <a:pt x="16833" y="1005"/>
                </a:cubicBezTo>
                <a:cubicBezTo>
                  <a:pt x="16834" y="1011"/>
                  <a:pt x="16831" y="1016"/>
                  <a:pt x="16827" y="1020"/>
                </a:cubicBezTo>
                <a:cubicBezTo>
                  <a:pt x="16823" y="1024"/>
                  <a:pt x="16818" y="1026"/>
                  <a:pt x="16812" y="1026"/>
                </a:cubicBezTo>
                <a:moveTo>
                  <a:pt x="16504" y="1027"/>
                </a:moveTo>
                <a:lnTo>
                  <a:pt x="16367" y="1028"/>
                </a:lnTo>
                <a:cubicBezTo>
                  <a:pt x="16361" y="1028"/>
                  <a:pt x="16356" y="1026"/>
                  <a:pt x="16351" y="1021"/>
                </a:cubicBezTo>
                <a:cubicBezTo>
                  <a:pt x="16347" y="1017"/>
                  <a:pt x="16345" y="1012"/>
                  <a:pt x="16345" y="1006"/>
                </a:cubicBezTo>
                <a:cubicBezTo>
                  <a:pt x="16345" y="1001"/>
                  <a:pt x="16347" y="995"/>
                  <a:pt x="16351" y="991"/>
                </a:cubicBezTo>
                <a:cubicBezTo>
                  <a:pt x="16355" y="987"/>
                  <a:pt x="16361" y="985"/>
                  <a:pt x="16366" y="985"/>
                </a:cubicBezTo>
                <a:lnTo>
                  <a:pt x="16504" y="985"/>
                </a:lnTo>
                <a:cubicBezTo>
                  <a:pt x="16510" y="985"/>
                  <a:pt x="16515" y="987"/>
                  <a:pt x="16519" y="991"/>
                </a:cubicBezTo>
                <a:cubicBezTo>
                  <a:pt x="16523" y="995"/>
                  <a:pt x="16526" y="1000"/>
                  <a:pt x="16526" y="1006"/>
                </a:cubicBezTo>
                <a:cubicBezTo>
                  <a:pt x="16526" y="1012"/>
                  <a:pt x="16524" y="1017"/>
                  <a:pt x="16519" y="1021"/>
                </a:cubicBezTo>
                <a:cubicBezTo>
                  <a:pt x="16515" y="1025"/>
                  <a:pt x="16510" y="1027"/>
                  <a:pt x="16504" y="1027"/>
                </a:cubicBezTo>
                <a:moveTo>
                  <a:pt x="16198" y="1028"/>
                </a:moveTo>
                <a:lnTo>
                  <a:pt x="16061" y="1028"/>
                </a:lnTo>
                <a:cubicBezTo>
                  <a:pt x="16055" y="1028"/>
                  <a:pt x="16050" y="1026"/>
                  <a:pt x="16046" y="1022"/>
                </a:cubicBezTo>
                <a:cubicBezTo>
                  <a:pt x="16042" y="1018"/>
                  <a:pt x="16040" y="1013"/>
                  <a:pt x="16040" y="1007"/>
                </a:cubicBezTo>
                <a:cubicBezTo>
                  <a:pt x="16040" y="1001"/>
                  <a:pt x="16042" y="996"/>
                  <a:pt x="16046" y="992"/>
                </a:cubicBezTo>
                <a:cubicBezTo>
                  <a:pt x="16050" y="987"/>
                  <a:pt x="16055" y="985"/>
                  <a:pt x="16061" y="985"/>
                </a:cubicBezTo>
                <a:lnTo>
                  <a:pt x="16198" y="985"/>
                </a:lnTo>
                <a:cubicBezTo>
                  <a:pt x="16204" y="985"/>
                  <a:pt x="16209" y="987"/>
                  <a:pt x="16213" y="992"/>
                </a:cubicBezTo>
                <a:cubicBezTo>
                  <a:pt x="16217" y="996"/>
                  <a:pt x="16219" y="1001"/>
                  <a:pt x="16219" y="1007"/>
                </a:cubicBezTo>
                <a:cubicBezTo>
                  <a:pt x="16219" y="1012"/>
                  <a:pt x="16217" y="1018"/>
                  <a:pt x="16213" y="1022"/>
                </a:cubicBezTo>
                <a:cubicBezTo>
                  <a:pt x="16209" y="1026"/>
                  <a:pt x="16204" y="1028"/>
                  <a:pt x="16198" y="1028"/>
                </a:cubicBezTo>
                <a:moveTo>
                  <a:pt x="15887" y="1028"/>
                </a:moveTo>
                <a:lnTo>
                  <a:pt x="15753" y="1028"/>
                </a:lnTo>
                <a:cubicBezTo>
                  <a:pt x="15747" y="1028"/>
                  <a:pt x="15742" y="1026"/>
                  <a:pt x="15738" y="1022"/>
                </a:cubicBezTo>
                <a:cubicBezTo>
                  <a:pt x="15733" y="1017"/>
                  <a:pt x="15731" y="1012"/>
                  <a:pt x="15731" y="1007"/>
                </a:cubicBezTo>
                <a:cubicBezTo>
                  <a:pt x="15731" y="1001"/>
                  <a:pt x="15733" y="996"/>
                  <a:pt x="15738" y="991"/>
                </a:cubicBezTo>
                <a:cubicBezTo>
                  <a:pt x="15742" y="987"/>
                  <a:pt x="15747" y="985"/>
                  <a:pt x="15753" y="985"/>
                </a:cubicBezTo>
                <a:lnTo>
                  <a:pt x="15887" y="985"/>
                </a:lnTo>
                <a:cubicBezTo>
                  <a:pt x="15893" y="985"/>
                  <a:pt x="15898" y="987"/>
                  <a:pt x="15903" y="992"/>
                </a:cubicBezTo>
                <a:cubicBezTo>
                  <a:pt x="15907" y="996"/>
                  <a:pt x="15909" y="1001"/>
                  <a:pt x="15909" y="1007"/>
                </a:cubicBezTo>
                <a:cubicBezTo>
                  <a:pt x="15909" y="1013"/>
                  <a:pt x="15907" y="1018"/>
                  <a:pt x="15903" y="1022"/>
                </a:cubicBezTo>
                <a:cubicBezTo>
                  <a:pt x="15898" y="1026"/>
                  <a:pt x="15893" y="1028"/>
                  <a:pt x="15887" y="1028"/>
                </a:cubicBezTo>
                <a:moveTo>
                  <a:pt x="15583" y="1028"/>
                </a:moveTo>
                <a:lnTo>
                  <a:pt x="15445" y="1027"/>
                </a:lnTo>
                <a:cubicBezTo>
                  <a:pt x="15440" y="1027"/>
                  <a:pt x="15435" y="1025"/>
                  <a:pt x="15430" y="1021"/>
                </a:cubicBezTo>
                <a:cubicBezTo>
                  <a:pt x="15426" y="1017"/>
                  <a:pt x="15424" y="1012"/>
                  <a:pt x="15424" y="1006"/>
                </a:cubicBezTo>
                <a:cubicBezTo>
                  <a:pt x="15424" y="1000"/>
                  <a:pt x="15426" y="995"/>
                  <a:pt x="15430" y="991"/>
                </a:cubicBezTo>
                <a:cubicBezTo>
                  <a:pt x="15435" y="987"/>
                  <a:pt x="15440" y="985"/>
                  <a:pt x="15446" y="985"/>
                </a:cubicBezTo>
                <a:lnTo>
                  <a:pt x="15583" y="985"/>
                </a:lnTo>
                <a:cubicBezTo>
                  <a:pt x="15589" y="985"/>
                  <a:pt x="15594" y="987"/>
                  <a:pt x="15598" y="991"/>
                </a:cubicBezTo>
                <a:cubicBezTo>
                  <a:pt x="15602" y="995"/>
                  <a:pt x="15604" y="1000"/>
                  <a:pt x="15604" y="1006"/>
                </a:cubicBezTo>
                <a:cubicBezTo>
                  <a:pt x="15604" y="1012"/>
                  <a:pt x="15602" y="1017"/>
                  <a:pt x="15598" y="1021"/>
                </a:cubicBezTo>
                <a:cubicBezTo>
                  <a:pt x="15594" y="1026"/>
                  <a:pt x="15589" y="1028"/>
                  <a:pt x="15583" y="1028"/>
                </a:cubicBezTo>
                <a:moveTo>
                  <a:pt x="15273" y="1027"/>
                </a:moveTo>
                <a:lnTo>
                  <a:pt x="15138" y="1026"/>
                </a:lnTo>
                <a:cubicBezTo>
                  <a:pt x="15132" y="1026"/>
                  <a:pt x="15127" y="1024"/>
                  <a:pt x="15123" y="1020"/>
                </a:cubicBezTo>
                <a:cubicBezTo>
                  <a:pt x="15119" y="1016"/>
                  <a:pt x="15117" y="1011"/>
                  <a:pt x="15117" y="1005"/>
                </a:cubicBezTo>
                <a:cubicBezTo>
                  <a:pt x="15117" y="999"/>
                  <a:pt x="15119" y="994"/>
                  <a:pt x="15123" y="990"/>
                </a:cubicBezTo>
                <a:cubicBezTo>
                  <a:pt x="15127" y="986"/>
                  <a:pt x="15132" y="984"/>
                  <a:pt x="15138" y="984"/>
                </a:cubicBezTo>
                <a:lnTo>
                  <a:pt x="15273" y="984"/>
                </a:lnTo>
                <a:cubicBezTo>
                  <a:pt x="15279" y="984"/>
                  <a:pt x="15284" y="986"/>
                  <a:pt x="15288" y="990"/>
                </a:cubicBezTo>
                <a:cubicBezTo>
                  <a:pt x="15292" y="995"/>
                  <a:pt x="15294" y="1000"/>
                  <a:pt x="15294" y="1006"/>
                </a:cubicBezTo>
                <a:cubicBezTo>
                  <a:pt x="15294" y="1011"/>
                  <a:pt x="15292" y="1016"/>
                  <a:pt x="15288" y="1021"/>
                </a:cubicBezTo>
                <a:cubicBezTo>
                  <a:pt x="15284" y="1025"/>
                  <a:pt x="15279" y="1027"/>
                  <a:pt x="15273" y="1027"/>
                </a:cubicBezTo>
                <a:moveTo>
                  <a:pt x="14968" y="1026"/>
                </a:moveTo>
                <a:lnTo>
                  <a:pt x="14830" y="1025"/>
                </a:lnTo>
                <a:cubicBezTo>
                  <a:pt x="14824" y="1025"/>
                  <a:pt x="14819" y="1023"/>
                  <a:pt x="14815" y="1019"/>
                </a:cubicBezTo>
                <a:cubicBezTo>
                  <a:pt x="14811" y="1015"/>
                  <a:pt x="14809" y="1009"/>
                  <a:pt x="14809" y="1004"/>
                </a:cubicBezTo>
                <a:cubicBezTo>
                  <a:pt x="14809" y="998"/>
                  <a:pt x="14811" y="993"/>
                  <a:pt x="14815" y="989"/>
                </a:cubicBezTo>
                <a:cubicBezTo>
                  <a:pt x="14819" y="984"/>
                  <a:pt x="14824" y="982"/>
                  <a:pt x="14830" y="982"/>
                </a:cubicBezTo>
                <a:lnTo>
                  <a:pt x="14968" y="983"/>
                </a:lnTo>
                <a:cubicBezTo>
                  <a:pt x="14974" y="983"/>
                  <a:pt x="14979" y="985"/>
                  <a:pt x="14983" y="989"/>
                </a:cubicBezTo>
                <a:cubicBezTo>
                  <a:pt x="14987" y="993"/>
                  <a:pt x="14989" y="998"/>
                  <a:pt x="14989" y="1004"/>
                </a:cubicBezTo>
                <a:cubicBezTo>
                  <a:pt x="14989" y="1010"/>
                  <a:pt x="14987" y="1015"/>
                  <a:pt x="14983" y="1019"/>
                </a:cubicBezTo>
                <a:cubicBezTo>
                  <a:pt x="14979" y="1024"/>
                  <a:pt x="14974" y="1026"/>
                  <a:pt x="14968" y="1026"/>
                </a:cubicBezTo>
                <a:moveTo>
                  <a:pt x="14658" y="1024"/>
                </a:moveTo>
                <a:lnTo>
                  <a:pt x="14523" y="1023"/>
                </a:lnTo>
                <a:cubicBezTo>
                  <a:pt x="14517" y="1023"/>
                  <a:pt x="14512" y="1021"/>
                  <a:pt x="14508" y="1017"/>
                </a:cubicBezTo>
                <a:cubicBezTo>
                  <a:pt x="14504" y="1013"/>
                  <a:pt x="14502" y="1008"/>
                  <a:pt x="14502" y="1002"/>
                </a:cubicBezTo>
                <a:cubicBezTo>
                  <a:pt x="14502" y="996"/>
                  <a:pt x="14504" y="991"/>
                  <a:pt x="14508" y="987"/>
                </a:cubicBezTo>
                <a:cubicBezTo>
                  <a:pt x="14512" y="983"/>
                  <a:pt x="14517" y="981"/>
                  <a:pt x="14523" y="981"/>
                </a:cubicBezTo>
                <a:lnTo>
                  <a:pt x="14658" y="981"/>
                </a:lnTo>
                <a:cubicBezTo>
                  <a:pt x="14664" y="981"/>
                  <a:pt x="14669" y="984"/>
                  <a:pt x="14673" y="988"/>
                </a:cubicBezTo>
                <a:cubicBezTo>
                  <a:pt x="14678" y="992"/>
                  <a:pt x="14680" y="997"/>
                  <a:pt x="14680" y="1003"/>
                </a:cubicBezTo>
                <a:cubicBezTo>
                  <a:pt x="14680" y="1009"/>
                  <a:pt x="14677" y="1014"/>
                  <a:pt x="14673" y="1018"/>
                </a:cubicBezTo>
                <a:cubicBezTo>
                  <a:pt x="14669" y="1022"/>
                  <a:pt x="14664" y="1024"/>
                  <a:pt x="14658" y="1024"/>
                </a:cubicBezTo>
                <a:moveTo>
                  <a:pt x="14352" y="1022"/>
                </a:moveTo>
                <a:lnTo>
                  <a:pt x="14215" y="1022"/>
                </a:lnTo>
                <a:cubicBezTo>
                  <a:pt x="14209" y="1021"/>
                  <a:pt x="14204" y="1019"/>
                  <a:pt x="14200" y="1015"/>
                </a:cubicBezTo>
                <a:cubicBezTo>
                  <a:pt x="14196" y="1011"/>
                  <a:pt x="14194" y="1006"/>
                  <a:pt x="14194" y="1000"/>
                </a:cubicBezTo>
                <a:cubicBezTo>
                  <a:pt x="14194" y="994"/>
                  <a:pt x="14196" y="989"/>
                  <a:pt x="14200" y="985"/>
                </a:cubicBezTo>
                <a:cubicBezTo>
                  <a:pt x="14204" y="981"/>
                  <a:pt x="14209" y="979"/>
                  <a:pt x="14215" y="979"/>
                </a:cubicBezTo>
                <a:lnTo>
                  <a:pt x="14353" y="980"/>
                </a:lnTo>
                <a:cubicBezTo>
                  <a:pt x="14359" y="980"/>
                  <a:pt x="14364" y="982"/>
                  <a:pt x="14368" y="986"/>
                </a:cubicBezTo>
                <a:cubicBezTo>
                  <a:pt x="14372" y="990"/>
                  <a:pt x="14374" y="995"/>
                  <a:pt x="14374" y="1001"/>
                </a:cubicBezTo>
                <a:cubicBezTo>
                  <a:pt x="14374" y="1007"/>
                  <a:pt x="14372" y="1012"/>
                  <a:pt x="14368" y="1016"/>
                </a:cubicBezTo>
                <a:cubicBezTo>
                  <a:pt x="14363" y="1020"/>
                  <a:pt x="14358" y="1022"/>
                  <a:pt x="14352" y="1022"/>
                </a:cubicBezTo>
                <a:moveTo>
                  <a:pt x="14043" y="1020"/>
                </a:moveTo>
                <a:lnTo>
                  <a:pt x="13908" y="1019"/>
                </a:lnTo>
                <a:cubicBezTo>
                  <a:pt x="13902" y="1019"/>
                  <a:pt x="13897" y="1017"/>
                  <a:pt x="13893" y="1013"/>
                </a:cubicBezTo>
                <a:cubicBezTo>
                  <a:pt x="13889" y="1009"/>
                  <a:pt x="13886" y="1004"/>
                  <a:pt x="13887" y="998"/>
                </a:cubicBezTo>
                <a:cubicBezTo>
                  <a:pt x="13887" y="992"/>
                  <a:pt x="13889" y="987"/>
                  <a:pt x="13893" y="983"/>
                </a:cubicBezTo>
                <a:cubicBezTo>
                  <a:pt x="13897" y="979"/>
                  <a:pt x="13902" y="977"/>
                  <a:pt x="13908" y="977"/>
                </a:cubicBezTo>
                <a:lnTo>
                  <a:pt x="14043" y="978"/>
                </a:lnTo>
                <a:cubicBezTo>
                  <a:pt x="14049" y="978"/>
                  <a:pt x="14054" y="980"/>
                  <a:pt x="14058" y="984"/>
                </a:cubicBezTo>
                <a:cubicBezTo>
                  <a:pt x="14063" y="988"/>
                  <a:pt x="14065" y="993"/>
                  <a:pt x="14065" y="999"/>
                </a:cubicBezTo>
                <a:cubicBezTo>
                  <a:pt x="14065" y="1005"/>
                  <a:pt x="14062" y="1010"/>
                  <a:pt x="14058" y="1014"/>
                </a:cubicBezTo>
                <a:cubicBezTo>
                  <a:pt x="14054" y="1018"/>
                  <a:pt x="14049" y="1020"/>
                  <a:pt x="14043" y="1020"/>
                </a:cubicBezTo>
                <a:moveTo>
                  <a:pt x="13737" y="1018"/>
                </a:moveTo>
                <a:lnTo>
                  <a:pt x="13600" y="1017"/>
                </a:lnTo>
                <a:cubicBezTo>
                  <a:pt x="13594" y="1017"/>
                  <a:pt x="13589" y="1015"/>
                  <a:pt x="13585" y="1011"/>
                </a:cubicBezTo>
                <a:cubicBezTo>
                  <a:pt x="13581" y="1007"/>
                  <a:pt x="13579" y="1002"/>
                  <a:pt x="13579" y="996"/>
                </a:cubicBezTo>
                <a:cubicBezTo>
                  <a:pt x="13579" y="990"/>
                  <a:pt x="13581" y="985"/>
                  <a:pt x="13585" y="981"/>
                </a:cubicBezTo>
                <a:cubicBezTo>
                  <a:pt x="13589" y="976"/>
                  <a:pt x="13594" y="974"/>
                  <a:pt x="13600" y="974"/>
                </a:cubicBezTo>
                <a:lnTo>
                  <a:pt x="13738" y="975"/>
                </a:lnTo>
                <a:cubicBezTo>
                  <a:pt x="13744" y="976"/>
                  <a:pt x="13749" y="978"/>
                  <a:pt x="13753" y="982"/>
                </a:cubicBezTo>
                <a:cubicBezTo>
                  <a:pt x="13757" y="986"/>
                  <a:pt x="13759" y="991"/>
                  <a:pt x="13759" y="997"/>
                </a:cubicBezTo>
                <a:cubicBezTo>
                  <a:pt x="13759" y="1003"/>
                  <a:pt x="13757" y="1008"/>
                  <a:pt x="13752" y="1012"/>
                </a:cubicBezTo>
                <a:cubicBezTo>
                  <a:pt x="13748" y="1016"/>
                  <a:pt x="13743" y="1018"/>
                  <a:pt x="13737" y="1018"/>
                </a:cubicBezTo>
                <a:moveTo>
                  <a:pt x="13428" y="1016"/>
                </a:moveTo>
                <a:lnTo>
                  <a:pt x="13292" y="1015"/>
                </a:lnTo>
                <a:cubicBezTo>
                  <a:pt x="13287" y="1015"/>
                  <a:pt x="13282" y="1012"/>
                  <a:pt x="13277" y="1008"/>
                </a:cubicBezTo>
                <a:cubicBezTo>
                  <a:pt x="13273" y="1004"/>
                  <a:pt x="13271" y="999"/>
                  <a:pt x="13271" y="993"/>
                </a:cubicBezTo>
                <a:cubicBezTo>
                  <a:pt x="13271" y="987"/>
                  <a:pt x="13273" y="982"/>
                  <a:pt x="13278" y="978"/>
                </a:cubicBezTo>
                <a:cubicBezTo>
                  <a:pt x="13282" y="974"/>
                  <a:pt x="13287" y="972"/>
                  <a:pt x="13293" y="972"/>
                </a:cubicBezTo>
                <a:lnTo>
                  <a:pt x="13428" y="973"/>
                </a:lnTo>
                <a:cubicBezTo>
                  <a:pt x="13434" y="973"/>
                  <a:pt x="13439" y="975"/>
                  <a:pt x="13443" y="979"/>
                </a:cubicBezTo>
                <a:cubicBezTo>
                  <a:pt x="13448" y="984"/>
                  <a:pt x="13450" y="989"/>
                  <a:pt x="13450" y="995"/>
                </a:cubicBezTo>
                <a:cubicBezTo>
                  <a:pt x="13449" y="1001"/>
                  <a:pt x="13447" y="1006"/>
                  <a:pt x="13443" y="1010"/>
                </a:cubicBezTo>
                <a:cubicBezTo>
                  <a:pt x="13439" y="1014"/>
                  <a:pt x="13434" y="1016"/>
                  <a:pt x="13428" y="1016"/>
                </a:cubicBezTo>
                <a:moveTo>
                  <a:pt x="13122" y="1013"/>
                </a:moveTo>
                <a:lnTo>
                  <a:pt x="12985" y="1012"/>
                </a:lnTo>
                <a:cubicBezTo>
                  <a:pt x="12979" y="1012"/>
                  <a:pt x="12974" y="1010"/>
                  <a:pt x="12970" y="1006"/>
                </a:cubicBezTo>
                <a:cubicBezTo>
                  <a:pt x="12966" y="1001"/>
                  <a:pt x="12964" y="996"/>
                  <a:pt x="12964" y="991"/>
                </a:cubicBezTo>
                <a:cubicBezTo>
                  <a:pt x="12964" y="985"/>
                  <a:pt x="12966" y="980"/>
                  <a:pt x="12970" y="975"/>
                </a:cubicBezTo>
                <a:cubicBezTo>
                  <a:pt x="12975" y="971"/>
                  <a:pt x="12980" y="969"/>
                  <a:pt x="12986" y="969"/>
                </a:cubicBezTo>
                <a:lnTo>
                  <a:pt x="13122" y="971"/>
                </a:lnTo>
                <a:cubicBezTo>
                  <a:pt x="13128" y="971"/>
                  <a:pt x="13133" y="973"/>
                  <a:pt x="13138" y="977"/>
                </a:cubicBezTo>
                <a:cubicBezTo>
                  <a:pt x="13142" y="981"/>
                  <a:pt x="13144" y="986"/>
                  <a:pt x="13144" y="992"/>
                </a:cubicBezTo>
                <a:cubicBezTo>
                  <a:pt x="13144" y="998"/>
                  <a:pt x="13141" y="1003"/>
                  <a:pt x="13137" y="1007"/>
                </a:cubicBezTo>
                <a:cubicBezTo>
                  <a:pt x="13133" y="1011"/>
                  <a:pt x="13128" y="1013"/>
                  <a:pt x="13122" y="1013"/>
                </a:cubicBezTo>
                <a:moveTo>
                  <a:pt x="12813" y="1011"/>
                </a:moveTo>
                <a:lnTo>
                  <a:pt x="12678" y="1009"/>
                </a:lnTo>
                <a:cubicBezTo>
                  <a:pt x="12672" y="1009"/>
                  <a:pt x="12667" y="1007"/>
                  <a:pt x="12663" y="1003"/>
                </a:cubicBezTo>
                <a:cubicBezTo>
                  <a:pt x="12659" y="999"/>
                  <a:pt x="12657" y="994"/>
                  <a:pt x="12657" y="988"/>
                </a:cubicBezTo>
                <a:cubicBezTo>
                  <a:pt x="12657" y="982"/>
                  <a:pt x="12659" y="977"/>
                  <a:pt x="12663" y="973"/>
                </a:cubicBezTo>
                <a:cubicBezTo>
                  <a:pt x="12668" y="969"/>
                  <a:pt x="12673" y="967"/>
                  <a:pt x="12678" y="967"/>
                </a:cubicBezTo>
                <a:lnTo>
                  <a:pt x="12813" y="968"/>
                </a:lnTo>
                <a:cubicBezTo>
                  <a:pt x="12819" y="968"/>
                  <a:pt x="12824" y="970"/>
                  <a:pt x="12828" y="974"/>
                </a:cubicBezTo>
                <a:cubicBezTo>
                  <a:pt x="12833" y="978"/>
                  <a:pt x="12835" y="983"/>
                  <a:pt x="12835" y="989"/>
                </a:cubicBezTo>
                <a:cubicBezTo>
                  <a:pt x="12835" y="995"/>
                  <a:pt x="12832" y="1000"/>
                  <a:pt x="12828" y="1004"/>
                </a:cubicBezTo>
                <a:cubicBezTo>
                  <a:pt x="12824" y="1009"/>
                  <a:pt x="12819" y="1011"/>
                  <a:pt x="12813" y="1011"/>
                </a:cubicBezTo>
                <a:moveTo>
                  <a:pt x="12509" y="1008"/>
                </a:moveTo>
                <a:lnTo>
                  <a:pt x="12373" y="1006"/>
                </a:lnTo>
                <a:cubicBezTo>
                  <a:pt x="12367" y="1006"/>
                  <a:pt x="12362" y="1004"/>
                  <a:pt x="12358" y="1000"/>
                </a:cubicBezTo>
                <a:cubicBezTo>
                  <a:pt x="12354" y="996"/>
                  <a:pt x="12352" y="991"/>
                  <a:pt x="12352" y="985"/>
                </a:cubicBezTo>
                <a:cubicBezTo>
                  <a:pt x="12352" y="979"/>
                  <a:pt x="12354" y="974"/>
                  <a:pt x="12359" y="970"/>
                </a:cubicBezTo>
                <a:cubicBezTo>
                  <a:pt x="12363" y="966"/>
                  <a:pt x="12368" y="964"/>
                  <a:pt x="12374" y="964"/>
                </a:cubicBezTo>
                <a:lnTo>
                  <a:pt x="12509" y="965"/>
                </a:lnTo>
                <a:cubicBezTo>
                  <a:pt x="12515" y="965"/>
                  <a:pt x="12520" y="967"/>
                  <a:pt x="12524" y="971"/>
                </a:cubicBezTo>
                <a:cubicBezTo>
                  <a:pt x="12529" y="976"/>
                  <a:pt x="12531" y="981"/>
                  <a:pt x="12531" y="987"/>
                </a:cubicBezTo>
                <a:cubicBezTo>
                  <a:pt x="12531" y="992"/>
                  <a:pt x="12528" y="997"/>
                  <a:pt x="12524" y="1002"/>
                </a:cubicBezTo>
                <a:cubicBezTo>
                  <a:pt x="12520" y="1006"/>
                  <a:pt x="12515" y="1008"/>
                  <a:pt x="12509" y="1008"/>
                </a:cubicBezTo>
                <a:moveTo>
                  <a:pt x="12203" y="1005"/>
                </a:moveTo>
                <a:lnTo>
                  <a:pt x="12066" y="1003"/>
                </a:lnTo>
                <a:cubicBezTo>
                  <a:pt x="12060" y="1003"/>
                  <a:pt x="12055" y="1001"/>
                  <a:pt x="12051" y="997"/>
                </a:cubicBezTo>
                <a:cubicBezTo>
                  <a:pt x="12047" y="993"/>
                  <a:pt x="12045" y="988"/>
                  <a:pt x="12045" y="982"/>
                </a:cubicBezTo>
                <a:cubicBezTo>
                  <a:pt x="12045" y="976"/>
                  <a:pt x="12047" y="971"/>
                  <a:pt x="12052" y="967"/>
                </a:cubicBezTo>
                <a:cubicBezTo>
                  <a:pt x="12056" y="963"/>
                  <a:pt x="12061" y="961"/>
                  <a:pt x="12067" y="961"/>
                </a:cubicBezTo>
                <a:lnTo>
                  <a:pt x="12203" y="962"/>
                </a:lnTo>
                <a:cubicBezTo>
                  <a:pt x="12209" y="962"/>
                  <a:pt x="12214" y="964"/>
                  <a:pt x="12218" y="968"/>
                </a:cubicBezTo>
                <a:cubicBezTo>
                  <a:pt x="12223" y="973"/>
                  <a:pt x="12225" y="978"/>
                  <a:pt x="12225" y="984"/>
                </a:cubicBezTo>
                <a:cubicBezTo>
                  <a:pt x="12224" y="990"/>
                  <a:pt x="12222" y="995"/>
                  <a:pt x="12218" y="999"/>
                </a:cubicBezTo>
                <a:cubicBezTo>
                  <a:pt x="12214" y="1003"/>
                  <a:pt x="12209" y="1005"/>
                  <a:pt x="12203" y="1005"/>
                </a:cubicBezTo>
                <a:moveTo>
                  <a:pt x="11895" y="1002"/>
                </a:moveTo>
                <a:lnTo>
                  <a:pt x="11757" y="1000"/>
                </a:lnTo>
                <a:cubicBezTo>
                  <a:pt x="11751" y="1000"/>
                  <a:pt x="11746" y="998"/>
                  <a:pt x="11742" y="994"/>
                </a:cubicBezTo>
                <a:cubicBezTo>
                  <a:pt x="11738" y="990"/>
                  <a:pt x="11736" y="985"/>
                  <a:pt x="11736" y="979"/>
                </a:cubicBezTo>
                <a:cubicBezTo>
                  <a:pt x="11736" y="973"/>
                  <a:pt x="11738" y="968"/>
                  <a:pt x="11743" y="964"/>
                </a:cubicBezTo>
                <a:cubicBezTo>
                  <a:pt x="11747" y="960"/>
                  <a:pt x="11752" y="958"/>
                  <a:pt x="11758" y="958"/>
                </a:cubicBezTo>
                <a:lnTo>
                  <a:pt x="11895" y="959"/>
                </a:lnTo>
                <a:cubicBezTo>
                  <a:pt x="11901" y="959"/>
                  <a:pt x="11906" y="961"/>
                  <a:pt x="11910" y="965"/>
                </a:cubicBezTo>
                <a:cubicBezTo>
                  <a:pt x="11914" y="970"/>
                  <a:pt x="11916" y="975"/>
                  <a:pt x="11916" y="981"/>
                </a:cubicBezTo>
                <a:cubicBezTo>
                  <a:pt x="11916" y="987"/>
                  <a:pt x="11914" y="992"/>
                  <a:pt x="11910" y="996"/>
                </a:cubicBezTo>
                <a:cubicBezTo>
                  <a:pt x="11906" y="1000"/>
                  <a:pt x="11901" y="1002"/>
                  <a:pt x="11895" y="1002"/>
                </a:cubicBezTo>
                <a:moveTo>
                  <a:pt x="11585" y="999"/>
                </a:moveTo>
                <a:lnTo>
                  <a:pt x="11447" y="997"/>
                </a:lnTo>
                <a:cubicBezTo>
                  <a:pt x="11441" y="997"/>
                  <a:pt x="11436" y="995"/>
                  <a:pt x="11432" y="991"/>
                </a:cubicBezTo>
                <a:cubicBezTo>
                  <a:pt x="11428" y="987"/>
                  <a:pt x="11426" y="982"/>
                  <a:pt x="11426" y="976"/>
                </a:cubicBezTo>
                <a:cubicBezTo>
                  <a:pt x="11426" y="970"/>
                  <a:pt x="11428" y="965"/>
                  <a:pt x="11432" y="961"/>
                </a:cubicBezTo>
                <a:cubicBezTo>
                  <a:pt x="11436" y="956"/>
                  <a:pt x="11441" y="954"/>
                  <a:pt x="11447" y="955"/>
                </a:cubicBezTo>
                <a:lnTo>
                  <a:pt x="11585" y="956"/>
                </a:lnTo>
                <a:cubicBezTo>
                  <a:pt x="11591" y="956"/>
                  <a:pt x="11596" y="958"/>
                  <a:pt x="11600" y="962"/>
                </a:cubicBezTo>
                <a:cubicBezTo>
                  <a:pt x="11604" y="967"/>
                  <a:pt x="11606" y="972"/>
                  <a:pt x="11606" y="977"/>
                </a:cubicBezTo>
                <a:cubicBezTo>
                  <a:pt x="11606" y="983"/>
                  <a:pt x="11604" y="988"/>
                  <a:pt x="11600" y="993"/>
                </a:cubicBezTo>
                <a:cubicBezTo>
                  <a:pt x="11596" y="997"/>
                  <a:pt x="11591" y="999"/>
                  <a:pt x="11585" y="999"/>
                </a:cubicBezTo>
                <a:moveTo>
                  <a:pt x="11277" y="995"/>
                </a:moveTo>
                <a:lnTo>
                  <a:pt x="11141" y="994"/>
                </a:lnTo>
                <a:cubicBezTo>
                  <a:pt x="11135" y="994"/>
                  <a:pt x="11130" y="992"/>
                  <a:pt x="11126" y="988"/>
                </a:cubicBezTo>
                <a:cubicBezTo>
                  <a:pt x="11122" y="983"/>
                  <a:pt x="11120" y="978"/>
                  <a:pt x="11120" y="972"/>
                </a:cubicBezTo>
                <a:cubicBezTo>
                  <a:pt x="11120" y="967"/>
                  <a:pt x="11122" y="962"/>
                  <a:pt x="11126" y="957"/>
                </a:cubicBezTo>
                <a:cubicBezTo>
                  <a:pt x="11130" y="953"/>
                  <a:pt x="11135" y="951"/>
                  <a:pt x="11141" y="951"/>
                </a:cubicBezTo>
                <a:lnTo>
                  <a:pt x="11277" y="953"/>
                </a:lnTo>
                <a:cubicBezTo>
                  <a:pt x="11283" y="953"/>
                  <a:pt x="11288" y="955"/>
                  <a:pt x="11292" y="959"/>
                </a:cubicBezTo>
                <a:cubicBezTo>
                  <a:pt x="11297" y="963"/>
                  <a:pt x="11299" y="968"/>
                  <a:pt x="11298" y="974"/>
                </a:cubicBezTo>
                <a:cubicBezTo>
                  <a:pt x="11298" y="980"/>
                  <a:pt x="11296" y="985"/>
                  <a:pt x="11292" y="989"/>
                </a:cubicBezTo>
                <a:cubicBezTo>
                  <a:pt x="11288" y="993"/>
                  <a:pt x="11283" y="995"/>
                  <a:pt x="11277" y="995"/>
                </a:cubicBezTo>
                <a:moveTo>
                  <a:pt x="10970" y="992"/>
                </a:moveTo>
                <a:lnTo>
                  <a:pt x="10834" y="991"/>
                </a:lnTo>
                <a:cubicBezTo>
                  <a:pt x="10828" y="991"/>
                  <a:pt x="10823" y="989"/>
                  <a:pt x="10819" y="984"/>
                </a:cubicBezTo>
                <a:cubicBezTo>
                  <a:pt x="10814" y="980"/>
                  <a:pt x="10812" y="975"/>
                  <a:pt x="10813" y="969"/>
                </a:cubicBezTo>
                <a:cubicBezTo>
                  <a:pt x="10813" y="963"/>
                  <a:pt x="10815" y="958"/>
                  <a:pt x="10819" y="954"/>
                </a:cubicBezTo>
                <a:cubicBezTo>
                  <a:pt x="10823" y="950"/>
                  <a:pt x="10828" y="948"/>
                  <a:pt x="10834" y="948"/>
                </a:cubicBezTo>
                <a:lnTo>
                  <a:pt x="10971" y="950"/>
                </a:lnTo>
                <a:cubicBezTo>
                  <a:pt x="10977" y="950"/>
                  <a:pt x="10982" y="952"/>
                  <a:pt x="10986" y="956"/>
                </a:cubicBezTo>
                <a:cubicBezTo>
                  <a:pt x="10990" y="960"/>
                  <a:pt x="10992" y="965"/>
                  <a:pt x="10992" y="971"/>
                </a:cubicBezTo>
                <a:cubicBezTo>
                  <a:pt x="10992" y="977"/>
                  <a:pt x="10990" y="982"/>
                  <a:pt x="10985" y="986"/>
                </a:cubicBezTo>
                <a:cubicBezTo>
                  <a:pt x="10981" y="990"/>
                  <a:pt x="10976" y="992"/>
                  <a:pt x="10970" y="992"/>
                </a:cubicBezTo>
                <a:moveTo>
                  <a:pt x="10663" y="989"/>
                </a:moveTo>
                <a:lnTo>
                  <a:pt x="10526" y="988"/>
                </a:lnTo>
                <a:cubicBezTo>
                  <a:pt x="10520" y="987"/>
                  <a:pt x="10515" y="985"/>
                  <a:pt x="10511" y="981"/>
                </a:cubicBezTo>
                <a:cubicBezTo>
                  <a:pt x="10507" y="977"/>
                  <a:pt x="10505" y="972"/>
                  <a:pt x="10505" y="966"/>
                </a:cubicBezTo>
                <a:cubicBezTo>
                  <a:pt x="10505" y="960"/>
                  <a:pt x="10507" y="955"/>
                  <a:pt x="10511" y="951"/>
                </a:cubicBezTo>
                <a:cubicBezTo>
                  <a:pt x="10515" y="947"/>
                  <a:pt x="10520" y="945"/>
                  <a:pt x="10526" y="945"/>
                </a:cubicBezTo>
                <a:lnTo>
                  <a:pt x="10663" y="946"/>
                </a:lnTo>
                <a:cubicBezTo>
                  <a:pt x="10669" y="946"/>
                  <a:pt x="10674" y="948"/>
                  <a:pt x="10678" y="953"/>
                </a:cubicBezTo>
                <a:cubicBezTo>
                  <a:pt x="10682" y="957"/>
                  <a:pt x="10684" y="962"/>
                  <a:pt x="10684" y="968"/>
                </a:cubicBezTo>
                <a:cubicBezTo>
                  <a:pt x="10684" y="974"/>
                  <a:pt x="10682" y="979"/>
                  <a:pt x="10678" y="983"/>
                </a:cubicBezTo>
                <a:cubicBezTo>
                  <a:pt x="10674" y="987"/>
                  <a:pt x="10669" y="989"/>
                  <a:pt x="10663" y="989"/>
                </a:cubicBezTo>
                <a:moveTo>
                  <a:pt x="10355" y="986"/>
                </a:moveTo>
                <a:lnTo>
                  <a:pt x="10218" y="984"/>
                </a:lnTo>
                <a:cubicBezTo>
                  <a:pt x="10212" y="984"/>
                  <a:pt x="10207" y="982"/>
                  <a:pt x="10203" y="978"/>
                </a:cubicBezTo>
                <a:cubicBezTo>
                  <a:pt x="10198" y="974"/>
                  <a:pt x="10196" y="969"/>
                  <a:pt x="10196" y="963"/>
                </a:cubicBezTo>
                <a:cubicBezTo>
                  <a:pt x="10197" y="957"/>
                  <a:pt x="10199" y="952"/>
                  <a:pt x="10203" y="948"/>
                </a:cubicBezTo>
                <a:cubicBezTo>
                  <a:pt x="10207" y="943"/>
                  <a:pt x="10212" y="941"/>
                  <a:pt x="10218" y="942"/>
                </a:cubicBezTo>
                <a:lnTo>
                  <a:pt x="10355" y="943"/>
                </a:lnTo>
                <a:cubicBezTo>
                  <a:pt x="10361" y="943"/>
                  <a:pt x="10366" y="945"/>
                  <a:pt x="10370" y="949"/>
                </a:cubicBezTo>
                <a:cubicBezTo>
                  <a:pt x="10374" y="954"/>
                  <a:pt x="10376" y="959"/>
                  <a:pt x="10376" y="965"/>
                </a:cubicBezTo>
                <a:cubicBezTo>
                  <a:pt x="10376" y="970"/>
                  <a:pt x="10374" y="975"/>
                  <a:pt x="10370" y="980"/>
                </a:cubicBezTo>
                <a:cubicBezTo>
                  <a:pt x="10366" y="984"/>
                  <a:pt x="10361" y="986"/>
                  <a:pt x="10355" y="986"/>
                </a:cubicBezTo>
                <a:moveTo>
                  <a:pt x="10046" y="982"/>
                </a:moveTo>
                <a:lnTo>
                  <a:pt x="9909" y="981"/>
                </a:lnTo>
                <a:cubicBezTo>
                  <a:pt x="9903" y="981"/>
                  <a:pt x="9898" y="979"/>
                  <a:pt x="9894" y="975"/>
                </a:cubicBezTo>
                <a:cubicBezTo>
                  <a:pt x="9890" y="970"/>
                  <a:pt x="9888" y="965"/>
                  <a:pt x="9888" y="959"/>
                </a:cubicBezTo>
                <a:cubicBezTo>
                  <a:pt x="9888" y="953"/>
                  <a:pt x="9890" y="948"/>
                  <a:pt x="9895" y="944"/>
                </a:cubicBezTo>
                <a:cubicBezTo>
                  <a:pt x="9899" y="940"/>
                  <a:pt x="9904" y="938"/>
                  <a:pt x="9910" y="938"/>
                </a:cubicBezTo>
                <a:lnTo>
                  <a:pt x="10047" y="940"/>
                </a:lnTo>
                <a:cubicBezTo>
                  <a:pt x="10053" y="940"/>
                  <a:pt x="10058" y="942"/>
                  <a:pt x="10062" y="946"/>
                </a:cubicBezTo>
                <a:cubicBezTo>
                  <a:pt x="10066" y="950"/>
                  <a:pt x="10068" y="955"/>
                  <a:pt x="10068" y="961"/>
                </a:cubicBezTo>
                <a:cubicBezTo>
                  <a:pt x="10068" y="967"/>
                  <a:pt x="10066" y="972"/>
                  <a:pt x="10061" y="976"/>
                </a:cubicBezTo>
                <a:cubicBezTo>
                  <a:pt x="10057" y="980"/>
                  <a:pt x="10052" y="982"/>
                  <a:pt x="10046" y="982"/>
                </a:cubicBezTo>
                <a:moveTo>
                  <a:pt x="9738" y="979"/>
                </a:moveTo>
                <a:lnTo>
                  <a:pt x="9601" y="978"/>
                </a:lnTo>
                <a:cubicBezTo>
                  <a:pt x="9595" y="978"/>
                  <a:pt x="9590" y="975"/>
                  <a:pt x="9586" y="971"/>
                </a:cubicBezTo>
                <a:cubicBezTo>
                  <a:pt x="9582" y="967"/>
                  <a:pt x="9580" y="962"/>
                  <a:pt x="9580" y="956"/>
                </a:cubicBezTo>
                <a:cubicBezTo>
                  <a:pt x="9580" y="950"/>
                  <a:pt x="9582" y="945"/>
                  <a:pt x="9586" y="941"/>
                </a:cubicBezTo>
                <a:cubicBezTo>
                  <a:pt x="9591" y="937"/>
                  <a:pt x="9596" y="935"/>
                  <a:pt x="9602" y="935"/>
                </a:cubicBezTo>
                <a:lnTo>
                  <a:pt x="9738" y="936"/>
                </a:lnTo>
                <a:cubicBezTo>
                  <a:pt x="9744" y="936"/>
                  <a:pt x="9749" y="939"/>
                  <a:pt x="9754" y="943"/>
                </a:cubicBezTo>
                <a:cubicBezTo>
                  <a:pt x="9758" y="947"/>
                  <a:pt x="9760" y="952"/>
                  <a:pt x="9760" y="958"/>
                </a:cubicBezTo>
                <a:cubicBezTo>
                  <a:pt x="9760" y="964"/>
                  <a:pt x="9757" y="969"/>
                  <a:pt x="9753" y="973"/>
                </a:cubicBezTo>
                <a:cubicBezTo>
                  <a:pt x="9749" y="977"/>
                  <a:pt x="9744" y="979"/>
                  <a:pt x="9738" y="979"/>
                </a:cubicBezTo>
                <a:moveTo>
                  <a:pt x="9430" y="976"/>
                </a:moveTo>
                <a:lnTo>
                  <a:pt x="9293" y="974"/>
                </a:lnTo>
                <a:cubicBezTo>
                  <a:pt x="9288" y="974"/>
                  <a:pt x="9283" y="972"/>
                  <a:pt x="9278" y="968"/>
                </a:cubicBezTo>
                <a:cubicBezTo>
                  <a:pt x="9274" y="964"/>
                  <a:pt x="9272" y="959"/>
                  <a:pt x="9272" y="953"/>
                </a:cubicBezTo>
                <a:cubicBezTo>
                  <a:pt x="9272" y="947"/>
                  <a:pt x="9275" y="942"/>
                  <a:pt x="9279" y="938"/>
                </a:cubicBezTo>
                <a:cubicBezTo>
                  <a:pt x="9283" y="934"/>
                  <a:pt x="9288" y="932"/>
                  <a:pt x="9294" y="932"/>
                </a:cubicBezTo>
                <a:lnTo>
                  <a:pt x="9431" y="933"/>
                </a:lnTo>
                <a:cubicBezTo>
                  <a:pt x="9436" y="933"/>
                  <a:pt x="9441" y="935"/>
                  <a:pt x="9446" y="940"/>
                </a:cubicBezTo>
                <a:cubicBezTo>
                  <a:pt x="9450" y="944"/>
                  <a:pt x="9452" y="949"/>
                  <a:pt x="9452" y="955"/>
                </a:cubicBezTo>
                <a:cubicBezTo>
                  <a:pt x="9452" y="961"/>
                  <a:pt x="9449" y="966"/>
                  <a:pt x="9445" y="970"/>
                </a:cubicBezTo>
                <a:cubicBezTo>
                  <a:pt x="9441" y="974"/>
                  <a:pt x="9436" y="976"/>
                  <a:pt x="9430" y="976"/>
                </a:cubicBezTo>
                <a:moveTo>
                  <a:pt x="9123" y="973"/>
                </a:moveTo>
                <a:lnTo>
                  <a:pt x="8986" y="971"/>
                </a:lnTo>
                <a:cubicBezTo>
                  <a:pt x="8981" y="971"/>
                  <a:pt x="8976" y="969"/>
                  <a:pt x="8971" y="965"/>
                </a:cubicBezTo>
                <a:cubicBezTo>
                  <a:pt x="8967" y="961"/>
                  <a:pt x="8965" y="955"/>
                  <a:pt x="8965" y="950"/>
                </a:cubicBezTo>
                <a:cubicBezTo>
                  <a:pt x="8965" y="944"/>
                  <a:pt x="8968" y="939"/>
                  <a:pt x="8972" y="935"/>
                </a:cubicBezTo>
                <a:cubicBezTo>
                  <a:pt x="8976" y="930"/>
                  <a:pt x="8981" y="928"/>
                  <a:pt x="8987" y="928"/>
                </a:cubicBezTo>
                <a:lnTo>
                  <a:pt x="9123" y="930"/>
                </a:lnTo>
                <a:cubicBezTo>
                  <a:pt x="9129" y="930"/>
                  <a:pt x="9134" y="932"/>
                  <a:pt x="9138" y="936"/>
                </a:cubicBezTo>
                <a:cubicBezTo>
                  <a:pt x="9142" y="940"/>
                  <a:pt x="9144" y="946"/>
                  <a:pt x="9144" y="951"/>
                </a:cubicBezTo>
                <a:cubicBezTo>
                  <a:pt x="9144" y="957"/>
                  <a:pt x="9142" y="962"/>
                  <a:pt x="9138" y="966"/>
                </a:cubicBezTo>
                <a:cubicBezTo>
                  <a:pt x="9134" y="971"/>
                  <a:pt x="9129" y="973"/>
                  <a:pt x="9123" y="973"/>
                </a:cubicBezTo>
                <a:moveTo>
                  <a:pt x="8816" y="969"/>
                </a:moveTo>
                <a:lnTo>
                  <a:pt x="8680" y="968"/>
                </a:lnTo>
                <a:cubicBezTo>
                  <a:pt x="8674" y="968"/>
                  <a:pt x="8669" y="966"/>
                  <a:pt x="8665" y="962"/>
                </a:cubicBezTo>
                <a:cubicBezTo>
                  <a:pt x="8661" y="957"/>
                  <a:pt x="8659" y="952"/>
                  <a:pt x="8659" y="946"/>
                </a:cubicBezTo>
                <a:cubicBezTo>
                  <a:pt x="8659" y="940"/>
                  <a:pt x="8661" y="935"/>
                  <a:pt x="8665" y="931"/>
                </a:cubicBezTo>
                <a:cubicBezTo>
                  <a:pt x="8669" y="927"/>
                  <a:pt x="8674" y="925"/>
                  <a:pt x="8680" y="925"/>
                </a:cubicBezTo>
                <a:lnTo>
                  <a:pt x="8817" y="927"/>
                </a:lnTo>
                <a:cubicBezTo>
                  <a:pt x="8823" y="927"/>
                  <a:pt x="8828" y="929"/>
                  <a:pt x="8832" y="933"/>
                </a:cubicBezTo>
                <a:cubicBezTo>
                  <a:pt x="8836" y="937"/>
                  <a:pt x="8838" y="942"/>
                  <a:pt x="8838" y="948"/>
                </a:cubicBezTo>
                <a:cubicBezTo>
                  <a:pt x="8838" y="954"/>
                  <a:pt x="8836" y="959"/>
                  <a:pt x="8832" y="963"/>
                </a:cubicBezTo>
                <a:cubicBezTo>
                  <a:pt x="8827" y="967"/>
                  <a:pt x="8822" y="969"/>
                  <a:pt x="8816" y="969"/>
                </a:cubicBezTo>
                <a:moveTo>
                  <a:pt x="8507" y="966"/>
                </a:moveTo>
                <a:lnTo>
                  <a:pt x="8369" y="965"/>
                </a:lnTo>
                <a:cubicBezTo>
                  <a:pt x="8364" y="965"/>
                  <a:pt x="8359" y="963"/>
                  <a:pt x="8354" y="958"/>
                </a:cubicBezTo>
                <a:cubicBezTo>
                  <a:pt x="8350" y="954"/>
                  <a:pt x="8348" y="949"/>
                  <a:pt x="8348" y="943"/>
                </a:cubicBezTo>
                <a:cubicBezTo>
                  <a:pt x="8348" y="937"/>
                  <a:pt x="8350" y="932"/>
                  <a:pt x="8355" y="928"/>
                </a:cubicBezTo>
                <a:cubicBezTo>
                  <a:pt x="8359" y="924"/>
                  <a:pt x="8364" y="922"/>
                  <a:pt x="8370" y="922"/>
                </a:cubicBezTo>
                <a:lnTo>
                  <a:pt x="8508" y="924"/>
                </a:lnTo>
                <a:cubicBezTo>
                  <a:pt x="8513" y="924"/>
                  <a:pt x="8519" y="926"/>
                  <a:pt x="8523" y="930"/>
                </a:cubicBezTo>
                <a:cubicBezTo>
                  <a:pt x="8527" y="934"/>
                  <a:pt x="8529" y="939"/>
                  <a:pt x="8529" y="945"/>
                </a:cubicBezTo>
                <a:cubicBezTo>
                  <a:pt x="8529" y="951"/>
                  <a:pt x="8527" y="956"/>
                  <a:pt x="8522" y="960"/>
                </a:cubicBezTo>
                <a:cubicBezTo>
                  <a:pt x="8518" y="964"/>
                  <a:pt x="8513" y="966"/>
                  <a:pt x="8507" y="966"/>
                </a:cubicBezTo>
                <a:moveTo>
                  <a:pt x="8198" y="963"/>
                </a:moveTo>
                <a:lnTo>
                  <a:pt x="8061" y="962"/>
                </a:lnTo>
                <a:cubicBezTo>
                  <a:pt x="8055" y="962"/>
                  <a:pt x="8050" y="960"/>
                  <a:pt x="8046" y="955"/>
                </a:cubicBezTo>
                <a:cubicBezTo>
                  <a:pt x="8042" y="951"/>
                  <a:pt x="8040" y="946"/>
                  <a:pt x="8040" y="940"/>
                </a:cubicBezTo>
                <a:cubicBezTo>
                  <a:pt x="8040" y="934"/>
                  <a:pt x="8042" y="929"/>
                  <a:pt x="8046" y="925"/>
                </a:cubicBezTo>
                <a:cubicBezTo>
                  <a:pt x="8050" y="920"/>
                  <a:pt x="8055" y="918"/>
                  <a:pt x="8061" y="918"/>
                </a:cubicBezTo>
                <a:lnTo>
                  <a:pt x="8198" y="919"/>
                </a:lnTo>
                <a:cubicBezTo>
                  <a:pt x="8204" y="919"/>
                  <a:pt x="8209" y="923"/>
                  <a:pt x="8213" y="927"/>
                </a:cubicBezTo>
                <a:cubicBezTo>
                  <a:pt x="8217" y="931"/>
                  <a:pt x="8219" y="936"/>
                  <a:pt x="8219" y="942"/>
                </a:cubicBezTo>
                <a:cubicBezTo>
                  <a:pt x="8219" y="948"/>
                  <a:pt x="8217" y="953"/>
                  <a:pt x="8213" y="957"/>
                </a:cubicBezTo>
                <a:cubicBezTo>
                  <a:pt x="8209" y="961"/>
                  <a:pt x="8204" y="963"/>
                  <a:pt x="8198" y="963"/>
                </a:cubicBezTo>
                <a:moveTo>
                  <a:pt x="7890" y="960"/>
                </a:moveTo>
                <a:lnTo>
                  <a:pt x="7754" y="959"/>
                </a:lnTo>
                <a:cubicBezTo>
                  <a:pt x="7748" y="959"/>
                  <a:pt x="7743" y="957"/>
                  <a:pt x="7739" y="952"/>
                </a:cubicBezTo>
                <a:cubicBezTo>
                  <a:pt x="7735" y="948"/>
                  <a:pt x="7733" y="943"/>
                  <a:pt x="7733" y="937"/>
                </a:cubicBezTo>
                <a:cubicBezTo>
                  <a:pt x="7733" y="931"/>
                  <a:pt x="7735" y="926"/>
                  <a:pt x="7739" y="922"/>
                </a:cubicBezTo>
                <a:cubicBezTo>
                  <a:pt x="7744" y="917"/>
                  <a:pt x="7749" y="915"/>
                  <a:pt x="7755" y="915"/>
                </a:cubicBezTo>
                <a:lnTo>
                  <a:pt x="7891" y="916"/>
                </a:lnTo>
                <a:cubicBezTo>
                  <a:pt x="7896" y="916"/>
                  <a:pt x="7901" y="919"/>
                  <a:pt x="7906" y="924"/>
                </a:cubicBezTo>
                <a:cubicBezTo>
                  <a:pt x="7910" y="928"/>
                  <a:pt x="7912" y="933"/>
                  <a:pt x="7912" y="939"/>
                </a:cubicBezTo>
                <a:cubicBezTo>
                  <a:pt x="7912" y="945"/>
                  <a:pt x="7909" y="950"/>
                  <a:pt x="7905" y="954"/>
                </a:cubicBezTo>
                <a:cubicBezTo>
                  <a:pt x="7901" y="958"/>
                  <a:pt x="7896" y="960"/>
                  <a:pt x="7890" y="960"/>
                </a:cubicBezTo>
                <a:moveTo>
                  <a:pt x="7585" y="957"/>
                </a:moveTo>
                <a:lnTo>
                  <a:pt x="7450" y="956"/>
                </a:lnTo>
                <a:cubicBezTo>
                  <a:pt x="7444" y="956"/>
                  <a:pt x="7439" y="954"/>
                  <a:pt x="7435" y="950"/>
                </a:cubicBezTo>
                <a:cubicBezTo>
                  <a:pt x="7431" y="945"/>
                  <a:pt x="7429" y="940"/>
                  <a:pt x="7429" y="934"/>
                </a:cubicBezTo>
                <a:cubicBezTo>
                  <a:pt x="7429" y="929"/>
                  <a:pt x="7431" y="923"/>
                  <a:pt x="7435" y="918"/>
                </a:cubicBezTo>
                <a:cubicBezTo>
                  <a:pt x="7439" y="914"/>
                  <a:pt x="7444" y="912"/>
                  <a:pt x="7450" y="912"/>
                </a:cubicBezTo>
                <a:lnTo>
                  <a:pt x="7585" y="913"/>
                </a:lnTo>
                <a:cubicBezTo>
                  <a:pt x="7591" y="914"/>
                  <a:pt x="7596" y="916"/>
                  <a:pt x="7600" y="920"/>
                </a:cubicBezTo>
                <a:cubicBezTo>
                  <a:pt x="7604" y="925"/>
                  <a:pt x="7606" y="930"/>
                  <a:pt x="7606" y="936"/>
                </a:cubicBezTo>
                <a:cubicBezTo>
                  <a:pt x="7606" y="942"/>
                  <a:pt x="7604" y="947"/>
                  <a:pt x="7600" y="951"/>
                </a:cubicBezTo>
                <a:cubicBezTo>
                  <a:pt x="7596" y="955"/>
                  <a:pt x="7591" y="957"/>
                  <a:pt x="7585" y="957"/>
                </a:cubicBezTo>
                <a:moveTo>
                  <a:pt x="7279" y="954"/>
                </a:moveTo>
                <a:lnTo>
                  <a:pt x="7142" y="953"/>
                </a:lnTo>
                <a:cubicBezTo>
                  <a:pt x="7136" y="953"/>
                  <a:pt x="7131" y="951"/>
                  <a:pt x="7127" y="947"/>
                </a:cubicBezTo>
                <a:cubicBezTo>
                  <a:pt x="7123" y="943"/>
                  <a:pt x="7121" y="938"/>
                  <a:pt x="7121" y="932"/>
                </a:cubicBezTo>
                <a:cubicBezTo>
                  <a:pt x="7121" y="926"/>
                  <a:pt x="7123" y="920"/>
                  <a:pt x="7127" y="916"/>
                </a:cubicBezTo>
                <a:cubicBezTo>
                  <a:pt x="7131" y="911"/>
                  <a:pt x="7136" y="909"/>
                  <a:pt x="7142" y="910"/>
                </a:cubicBezTo>
                <a:lnTo>
                  <a:pt x="7280" y="911"/>
                </a:lnTo>
                <a:cubicBezTo>
                  <a:pt x="7285" y="911"/>
                  <a:pt x="7290" y="913"/>
                  <a:pt x="7295" y="917"/>
                </a:cubicBezTo>
                <a:cubicBezTo>
                  <a:pt x="7299" y="922"/>
                  <a:pt x="7301" y="927"/>
                  <a:pt x="7301" y="933"/>
                </a:cubicBezTo>
                <a:cubicBezTo>
                  <a:pt x="7301" y="939"/>
                  <a:pt x="7298" y="944"/>
                  <a:pt x="7294" y="948"/>
                </a:cubicBezTo>
                <a:cubicBezTo>
                  <a:pt x="7290" y="952"/>
                  <a:pt x="7285" y="954"/>
                  <a:pt x="7279" y="954"/>
                </a:cubicBezTo>
                <a:moveTo>
                  <a:pt x="6971" y="952"/>
                </a:moveTo>
                <a:lnTo>
                  <a:pt x="6835" y="951"/>
                </a:lnTo>
                <a:cubicBezTo>
                  <a:pt x="6829" y="951"/>
                  <a:pt x="6824" y="948"/>
                  <a:pt x="6820" y="944"/>
                </a:cubicBezTo>
                <a:cubicBezTo>
                  <a:pt x="6816" y="940"/>
                  <a:pt x="6814" y="935"/>
                  <a:pt x="6814" y="929"/>
                </a:cubicBezTo>
                <a:cubicBezTo>
                  <a:pt x="6814" y="923"/>
                  <a:pt x="6816" y="917"/>
                  <a:pt x="6820" y="913"/>
                </a:cubicBezTo>
                <a:cubicBezTo>
                  <a:pt x="6824" y="909"/>
                  <a:pt x="6830" y="907"/>
                  <a:pt x="6835" y="907"/>
                </a:cubicBezTo>
                <a:lnTo>
                  <a:pt x="6971" y="908"/>
                </a:lnTo>
                <a:cubicBezTo>
                  <a:pt x="6977" y="908"/>
                  <a:pt x="6982" y="910"/>
                  <a:pt x="6986" y="914"/>
                </a:cubicBezTo>
                <a:cubicBezTo>
                  <a:pt x="6991" y="919"/>
                  <a:pt x="6993" y="925"/>
                  <a:pt x="6992" y="931"/>
                </a:cubicBezTo>
                <a:cubicBezTo>
                  <a:pt x="6992" y="936"/>
                  <a:pt x="6990" y="941"/>
                  <a:pt x="6986" y="946"/>
                </a:cubicBezTo>
                <a:cubicBezTo>
                  <a:pt x="6982" y="950"/>
                  <a:pt x="6977" y="952"/>
                  <a:pt x="6971" y="952"/>
                </a:cubicBezTo>
                <a:moveTo>
                  <a:pt x="6665" y="949"/>
                </a:moveTo>
                <a:lnTo>
                  <a:pt x="6527" y="948"/>
                </a:lnTo>
                <a:cubicBezTo>
                  <a:pt x="6521" y="948"/>
                  <a:pt x="6516" y="946"/>
                  <a:pt x="6512" y="942"/>
                </a:cubicBezTo>
                <a:cubicBezTo>
                  <a:pt x="6508" y="938"/>
                  <a:pt x="6506" y="933"/>
                  <a:pt x="6506" y="927"/>
                </a:cubicBezTo>
                <a:cubicBezTo>
                  <a:pt x="6506" y="920"/>
                  <a:pt x="6508" y="915"/>
                  <a:pt x="6512" y="911"/>
                </a:cubicBezTo>
                <a:cubicBezTo>
                  <a:pt x="6516" y="906"/>
                  <a:pt x="6521" y="904"/>
                  <a:pt x="6527" y="904"/>
                </a:cubicBezTo>
                <a:lnTo>
                  <a:pt x="6665" y="906"/>
                </a:lnTo>
                <a:cubicBezTo>
                  <a:pt x="6671" y="906"/>
                  <a:pt x="6676" y="908"/>
                  <a:pt x="6680" y="912"/>
                </a:cubicBezTo>
                <a:cubicBezTo>
                  <a:pt x="6684" y="916"/>
                  <a:pt x="6686" y="921"/>
                  <a:pt x="6686" y="928"/>
                </a:cubicBezTo>
                <a:cubicBezTo>
                  <a:pt x="6686" y="934"/>
                  <a:pt x="6684" y="939"/>
                  <a:pt x="6680" y="943"/>
                </a:cubicBezTo>
                <a:cubicBezTo>
                  <a:pt x="6675" y="947"/>
                  <a:pt x="6670" y="949"/>
                  <a:pt x="6665" y="949"/>
                </a:cubicBezTo>
                <a:moveTo>
                  <a:pt x="6356" y="947"/>
                </a:moveTo>
                <a:lnTo>
                  <a:pt x="6220" y="946"/>
                </a:lnTo>
                <a:cubicBezTo>
                  <a:pt x="6214" y="946"/>
                  <a:pt x="6209" y="944"/>
                  <a:pt x="6205" y="940"/>
                </a:cubicBezTo>
                <a:cubicBezTo>
                  <a:pt x="6201" y="935"/>
                  <a:pt x="6199" y="930"/>
                  <a:pt x="6199" y="924"/>
                </a:cubicBezTo>
                <a:cubicBezTo>
                  <a:pt x="6199" y="917"/>
                  <a:pt x="6201" y="912"/>
                  <a:pt x="6205" y="908"/>
                </a:cubicBezTo>
                <a:cubicBezTo>
                  <a:pt x="6209" y="904"/>
                  <a:pt x="6214" y="902"/>
                  <a:pt x="6220" y="902"/>
                </a:cubicBezTo>
                <a:lnTo>
                  <a:pt x="6356" y="903"/>
                </a:lnTo>
                <a:cubicBezTo>
                  <a:pt x="6362" y="903"/>
                  <a:pt x="6367" y="905"/>
                  <a:pt x="6371" y="910"/>
                </a:cubicBezTo>
                <a:cubicBezTo>
                  <a:pt x="6375" y="914"/>
                  <a:pt x="6377" y="919"/>
                  <a:pt x="6377" y="926"/>
                </a:cubicBezTo>
                <a:cubicBezTo>
                  <a:pt x="6377" y="932"/>
                  <a:pt x="6375" y="937"/>
                  <a:pt x="6371" y="941"/>
                </a:cubicBezTo>
                <a:cubicBezTo>
                  <a:pt x="6367" y="945"/>
                  <a:pt x="6362" y="947"/>
                  <a:pt x="6356" y="947"/>
                </a:cubicBezTo>
                <a:moveTo>
                  <a:pt x="6050" y="945"/>
                </a:moveTo>
                <a:lnTo>
                  <a:pt x="5912" y="944"/>
                </a:lnTo>
                <a:cubicBezTo>
                  <a:pt x="5906" y="944"/>
                  <a:pt x="5901" y="942"/>
                  <a:pt x="5897" y="937"/>
                </a:cubicBezTo>
                <a:cubicBezTo>
                  <a:pt x="5893" y="933"/>
                  <a:pt x="5891" y="928"/>
                  <a:pt x="5891" y="922"/>
                </a:cubicBezTo>
                <a:cubicBezTo>
                  <a:pt x="5891" y="915"/>
                  <a:pt x="5893" y="910"/>
                  <a:pt x="5897" y="906"/>
                </a:cubicBezTo>
                <a:cubicBezTo>
                  <a:pt x="5901" y="902"/>
                  <a:pt x="5906" y="900"/>
                  <a:pt x="5912" y="900"/>
                </a:cubicBezTo>
                <a:lnTo>
                  <a:pt x="6050" y="901"/>
                </a:lnTo>
                <a:cubicBezTo>
                  <a:pt x="6056" y="901"/>
                  <a:pt x="6061" y="903"/>
                  <a:pt x="6065" y="907"/>
                </a:cubicBezTo>
                <a:cubicBezTo>
                  <a:pt x="6069" y="912"/>
                  <a:pt x="6071" y="917"/>
                  <a:pt x="6071" y="924"/>
                </a:cubicBezTo>
                <a:cubicBezTo>
                  <a:pt x="6071" y="929"/>
                  <a:pt x="6069" y="934"/>
                  <a:pt x="6065" y="939"/>
                </a:cubicBezTo>
                <a:cubicBezTo>
                  <a:pt x="6061" y="943"/>
                  <a:pt x="6056" y="945"/>
                  <a:pt x="6050" y="945"/>
                </a:cubicBezTo>
                <a:moveTo>
                  <a:pt x="5741" y="943"/>
                </a:moveTo>
                <a:lnTo>
                  <a:pt x="5605" y="942"/>
                </a:lnTo>
                <a:cubicBezTo>
                  <a:pt x="5599" y="942"/>
                  <a:pt x="5594" y="940"/>
                  <a:pt x="5590" y="936"/>
                </a:cubicBezTo>
                <a:cubicBezTo>
                  <a:pt x="5586" y="931"/>
                  <a:pt x="5584" y="926"/>
                  <a:pt x="5584" y="920"/>
                </a:cubicBezTo>
                <a:cubicBezTo>
                  <a:pt x="5584" y="914"/>
                  <a:pt x="5586" y="909"/>
                  <a:pt x="5590" y="904"/>
                </a:cubicBezTo>
                <a:cubicBezTo>
                  <a:pt x="5594" y="900"/>
                  <a:pt x="5599" y="898"/>
                  <a:pt x="5605" y="898"/>
                </a:cubicBezTo>
                <a:lnTo>
                  <a:pt x="5741" y="899"/>
                </a:lnTo>
                <a:cubicBezTo>
                  <a:pt x="5747" y="899"/>
                  <a:pt x="5752" y="901"/>
                  <a:pt x="5756" y="905"/>
                </a:cubicBezTo>
                <a:cubicBezTo>
                  <a:pt x="5760" y="910"/>
                  <a:pt x="5762" y="915"/>
                  <a:pt x="5762" y="922"/>
                </a:cubicBezTo>
                <a:cubicBezTo>
                  <a:pt x="5762" y="927"/>
                  <a:pt x="5760" y="932"/>
                  <a:pt x="5756" y="937"/>
                </a:cubicBezTo>
                <a:cubicBezTo>
                  <a:pt x="5752" y="941"/>
                  <a:pt x="5746" y="943"/>
                  <a:pt x="5741" y="943"/>
                </a:cubicBezTo>
                <a:moveTo>
                  <a:pt x="5435" y="941"/>
                </a:moveTo>
                <a:lnTo>
                  <a:pt x="5297" y="940"/>
                </a:lnTo>
                <a:cubicBezTo>
                  <a:pt x="5291" y="940"/>
                  <a:pt x="5286" y="938"/>
                  <a:pt x="5282" y="934"/>
                </a:cubicBezTo>
                <a:cubicBezTo>
                  <a:pt x="5277" y="930"/>
                  <a:pt x="5275" y="925"/>
                  <a:pt x="5275" y="918"/>
                </a:cubicBezTo>
                <a:cubicBezTo>
                  <a:pt x="5275" y="912"/>
                  <a:pt x="5278" y="907"/>
                  <a:pt x="5282" y="903"/>
                </a:cubicBezTo>
                <a:cubicBezTo>
                  <a:pt x="5286" y="899"/>
                  <a:pt x="5291" y="897"/>
                  <a:pt x="5297" y="897"/>
                </a:cubicBezTo>
                <a:lnTo>
                  <a:pt x="5435" y="897"/>
                </a:lnTo>
                <a:cubicBezTo>
                  <a:pt x="5441" y="897"/>
                  <a:pt x="5446" y="900"/>
                  <a:pt x="5450" y="904"/>
                </a:cubicBezTo>
                <a:cubicBezTo>
                  <a:pt x="5455" y="908"/>
                  <a:pt x="5457" y="913"/>
                  <a:pt x="5457" y="919"/>
                </a:cubicBezTo>
                <a:cubicBezTo>
                  <a:pt x="5457" y="926"/>
                  <a:pt x="5454" y="931"/>
                  <a:pt x="5450" y="935"/>
                </a:cubicBezTo>
                <a:cubicBezTo>
                  <a:pt x="5446" y="939"/>
                  <a:pt x="5441" y="941"/>
                  <a:pt x="5435" y="941"/>
                </a:cubicBezTo>
                <a:moveTo>
                  <a:pt x="5125" y="940"/>
                </a:moveTo>
                <a:lnTo>
                  <a:pt x="4990" y="939"/>
                </a:lnTo>
                <a:cubicBezTo>
                  <a:pt x="4984" y="939"/>
                  <a:pt x="4979" y="937"/>
                  <a:pt x="4975" y="933"/>
                </a:cubicBezTo>
                <a:cubicBezTo>
                  <a:pt x="4971" y="929"/>
                  <a:pt x="4969" y="924"/>
                  <a:pt x="4969" y="917"/>
                </a:cubicBezTo>
                <a:cubicBezTo>
                  <a:pt x="4969" y="911"/>
                  <a:pt x="4971" y="906"/>
                  <a:pt x="4975" y="902"/>
                </a:cubicBezTo>
                <a:cubicBezTo>
                  <a:pt x="4979" y="898"/>
                  <a:pt x="4984" y="895"/>
                  <a:pt x="4990" y="895"/>
                </a:cubicBezTo>
                <a:lnTo>
                  <a:pt x="5126" y="896"/>
                </a:lnTo>
                <a:cubicBezTo>
                  <a:pt x="5132" y="896"/>
                  <a:pt x="5137" y="898"/>
                  <a:pt x="5141" y="902"/>
                </a:cubicBezTo>
                <a:cubicBezTo>
                  <a:pt x="5145" y="907"/>
                  <a:pt x="5147" y="912"/>
                  <a:pt x="5147" y="917"/>
                </a:cubicBezTo>
                <a:cubicBezTo>
                  <a:pt x="5147" y="924"/>
                  <a:pt x="5145" y="929"/>
                  <a:pt x="5141" y="934"/>
                </a:cubicBezTo>
                <a:cubicBezTo>
                  <a:pt x="5136" y="938"/>
                  <a:pt x="5131" y="940"/>
                  <a:pt x="5125" y="940"/>
                </a:cubicBezTo>
                <a:moveTo>
                  <a:pt x="4820" y="939"/>
                </a:moveTo>
                <a:lnTo>
                  <a:pt x="4681" y="938"/>
                </a:lnTo>
                <a:cubicBezTo>
                  <a:pt x="4675" y="938"/>
                  <a:pt x="4670" y="936"/>
                  <a:pt x="4666" y="932"/>
                </a:cubicBezTo>
                <a:cubicBezTo>
                  <a:pt x="4662" y="928"/>
                  <a:pt x="4660" y="923"/>
                  <a:pt x="4660" y="916"/>
                </a:cubicBezTo>
                <a:cubicBezTo>
                  <a:pt x="4660" y="910"/>
                  <a:pt x="4662" y="905"/>
                  <a:pt x="4666" y="901"/>
                </a:cubicBezTo>
                <a:cubicBezTo>
                  <a:pt x="4671" y="897"/>
                  <a:pt x="4676" y="895"/>
                  <a:pt x="4681" y="895"/>
                </a:cubicBezTo>
                <a:lnTo>
                  <a:pt x="4820" y="895"/>
                </a:lnTo>
                <a:cubicBezTo>
                  <a:pt x="4826" y="895"/>
                  <a:pt x="4831" y="897"/>
                  <a:pt x="4835" y="901"/>
                </a:cubicBezTo>
                <a:cubicBezTo>
                  <a:pt x="4839" y="905"/>
                  <a:pt x="4841" y="910"/>
                  <a:pt x="4841" y="916"/>
                </a:cubicBezTo>
                <a:cubicBezTo>
                  <a:pt x="4841" y="923"/>
                  <a:pt x="4839" y="928"/>
                  <a:pt x="4835" y="932"/>
                </a:cubicBezTo>
                <a:cubicBezTo>
                  <a:pt x="4831" y="937"/>
                  <a:pt x="4826" y="939"/>
                  <a:pt x="4820" y="939"/>
                </a:cubicBezTo>
                <a:moveTo>
                  <a:pt x="4511" y="938"/>
                </a:moveTo>
                <a:lnTo>
                  <a:pt x="4376" y="938"/>
                </a:lnTo>
                <a:cubicBezTo>
                  <a:pt x="4370" y="938"/>
                  <a:pt x="4365" y="936"/>
                  <a:pt x="4361" y="931"/>
                </a:cubicBezTo>
                <a:cubicBezTo>
                  <a:pt x="4356" y="927"/>
                  <a:pt x="4354" y="922"/>
                  <a:pt x="4354" y="915"/>
                </a:cubicBezTo>
                <a:cubicBezTo>
                  <a:pt x="4354" y="909"/>
                  <a:pt x="4356" y="904"/>
                  <a:pt x="4361" y="900"/>
                </a:cubicBezTo>
                <a:cubicBezTo>
                  <a:pt x="4365" y="896"/>
                  <a:pt x="4370" y="894"/>
                  <a:pt x="4376" y="894"/>
                </a:cubicBezTo>
                <a:lnTo>
                  <a:pt x="4511" y="894"/>
                </a:lnTo>
                <a:cubicBezTo>
                  <a:pt x="4516" y="894"/>
                  <a:pt x="4522" y="896"/>
                  <a:pt x="4526" y="901"/>
                </a:cubicBezTo>
                <a:cubicBezTo>
                  <a:pt x="4530" y="905"/>
                  <a:pt x="4532" y="910"/>
                  <a:pt x="4532" y="916"/>
                </a:cubicBezTo>
                <a:cubicBezTo>
                  <a:pt x="4532" y="923"/>
                  <a:pt x="4530" y="928"/>
                  <a:pt x="4526" y="932"/>
                </a:cubicBezTo>
                <a:cubicBezTo>
                  <a:pt x="4521" y="936"/>
                  <a:pt x="4516" y="938"/>
                  <a:pt x="4511" y="938"/>
                </a:cubicBezTo>
                <a:moveTo>
                  <a:pt x="4204" y="938"/>
                </a:moveTo>
                <a:lnTo>
                  <a:pt x="4066" y="938"/>
                </a:lnTo>
                <a:cubicBezTo>
                  <a:pt x="4060" y="938"/>
                  <a:pt x="4055" y="936"/>
                  <a:pt x="4051" y="931"/>
                </a:cubicBezTo>
                <a:cubicBezTo>
                  <a:pt x="4047" y="927"/>
                  <a:pt x="4045" y="922"/>
                  <a:pt x="4045" y="915"/>
                </a:cubicBezTo>
                <a:cubicBezTo>
                  <a:pt x="4045" y="909"/>
                  <a:pt x="4047" y="904"/>
                  <a:pt x="4051" y="900"/>
                </a:cubicBezTo>
                <a:cubicBezTo>
                  <a:pt x="4055" y="896"/>
                  <a:pt x="4060" y="894"/>
                  <a:pt x="4066" y="894"/>
                </a:cubicBezTo>
                <a:lnTo>
                  <a:pt x="4204" y="894"/>
                </a:lnTo>
                <a:cubicBezTo>
                  <a:pt x="4210" y="894"/>
                  <a:pt x="4215" y="896"/>
                  <a:pt x="4219" y="900"/>
                </a:cubicBezTo>
                <a:cubicBezTo>
                  <a:pt x="4223" y="904"/>
                  <a:pt x="4225" y="909"/>
                  <a:pt x="4225" y="915"/>
                </a:cubicBezTo>
                <a:cubicBezTo>
                  <a:pt x="4225" y="922"/>
                  <a:pt x="4223" y="927"/>
                  <a:pt x="4219" y="931"/>
                </a:cubicBezTo>
                <a:cubicBezTo>
                  <a:pt x="4215" y="936"/>
                  <a:pt x="4210" y="938"/>
                  <a:pt x="4204" y="938"/>
                </a:cubicBezTo>
                <a:moveTo>
                  <a:pt x="3896" y="938"/>
                </a:moveTo>
                <a:lnTo>
                  <a:pt x="3762" y="938"/>
                </a:lnTo>
                <a:cubicBezTo>
                  <a:pt x="3756" y="938"/>
                  <a:pt x="3751" y="936"/>
                  <a:pt x="3747" y="932"/>
                </a:cubicBezTo>
                <a:cubicBezTo>
                  <a:pt x="3743" y="928"/>
                  <a:pt x="3741" y="923"/>
                  <a:pt x="3741" y="916"/>
                </a:cubicBezTo>
                <a:cubicBezTo>
                  <a:pt x="3741" y="910"/>
                  <a:pt x="3743" y="905"/>
                  <a:pt x="3747" y="901"/>
                </a:cubicBezTo>
                <a:cubicBezTo>
                  <a:pt x="3751" y="897"/>
                  <a:pt x="3756" y="894"/>
                  <a:pt x="3762" y="894"/>
                </a:cubicBezTo>
                <a:lnTo>
                  <a:pt x="3896" y="894"/>
                </a:lnTo>
                <a:cubicBezTo>
                  <a:pt x="3902" y="894"/>
                  <a:pt x="3907" y="896"/>
                  <a:pt x="3911" y="900"/>
                </a:cubicBezTo>
                <a:cubicBezTo>
                  <a:pt x="3915" y="905"/>
                  <a:pt x="3917" y="910"/>
                  <a:pt x="3917" y="915"/>
                </a:cubicBezTo>
                <a:cubicBezTo>
                  <a:pt x="3917" y="922"/>
                  <a:pt x="3915" y="927"/>
                  <a:pt x="3911" y="932"/>
                </a:cubicBezTo>
                <a:cubicBezTo>
                  <a:pt x="3907" y="936"/>
                  <a:pt x="3902" y="938"/>
                  <a:pt x="3896" y="938"/>
                </a:cubicBezTo>
                <a:moveTo>
                  <a:pt x="3588" y="939"/>
                </a:moveTo>
                <a:lnTo>
                  <a:pt x="3451" y="939"/>
                </a:lnTo>
                <a:cubicBezTo>
                  <a:pt x="3445" y="939"/>
                  <a:pt x="3440" y="937"/>
                  <a:pt x="3436" y="933"/>
                </a:cubicBezTo>
                <a:cubicBezTo>
                  <a:pt x="3432" y="929"/>
                  <a:pt x="3430" y="924"/>
                  <a:pt x="3430" y="917"/>
                </a:cubicBezTo>
                <a:cubicBezTo>
                  <a:pt x="3430" y="911"/>
                  <a:pt x="3432" y="906"/>
                  <a:pt x="3436" y="902"/>
                </a:cubicBezTo>
                <a:cubicBezTo>
                  <a:pt x="3440" y="898"/>
                  <a:pt x="3445" y="896"/>
                  <a:pt x="3451" y="896"/>
                </a:cubicBezTo>
                <a:lnTo>
                  <a:pt x="3588" y="895"/>
                </a:lnTo>
                <a:cubicBezTo>
                  <a:pt x="3594" y="895"/>
                  <a:pt x="3599" y="897"/>
                  <a:pt x="3603" y="901"/>
                </a:cubicBezTo>
                <a:cubicBezTo>
                  <a:pt x="3607" y="905"/>
                  <a:pt x="3609" y="910"/>
                  <a:pt x="3609" y="916"/>
                </a:cubicBezTo>
                <a:cubicBezTo>
                  <a:pt x="3609" y="923"/>
                  <a:pt x="3607" y="928"/>
                  <a:pt x="3603" y="932"/>
                </a:cubicBezTo>
                <a:cubicBezTo>
                  <a:pt x="3599" y="937"/>
                  <a:pt x="3594" y="939"/>
                  <a:pt x="3588" y="939"/>
                </a:cubicBezTo>
                <a:moveTo>
                  <a:pt x="3284" y="940"/>
                </a:moveTo>
                <a:lnTo>
                  <a:pt x="3144" y="941"/>
                </a:lnTo>
                <a:cubicBezTo>
                  <a:pt x="3138" y="941"/>
                  <a:pt x="3133" y="939"/>
                  <a:pt x="3129" y="935"/>
                </a:cubicBezTo>
                <a:cubicBezTo>
                  <a:pt x="3125" y="931"/>
                  <a:pt x="3123" y="926"/>
                  <a:pt x="3123" y="919"/>
                </a:cubicBezTo>
                <a:cubicBezTo>
                  <a:pt x="3123" y="913"/>
                  <a:pt x="3125" y="908"/>
                  <a:pt x="3129" y="904"/>
                </a:cubicBezTo>
                <a:cubicBezTo>
                  <a:pt x="3133" y="900"/>
                  <a:pt x="3138" y="897"/>
                  <a:pt x="3144" y="897"/>
                </a:cubicBezTo>
                <a:lnTo>
                  <a:pt x="3283" y="896"/>
                </a:lnTo>
                <a:cubicBezTo>
                  <a:pt x="3289" y="896"/>
                  <a:pt x="3294" y="898"/>
                  <a:pt x="3298" y="903"/>
                </a:cubicBezTo>
                <a:cubicBezTo>
                  <a:pt x="3303" y="907"/>
                  <a:pt x="3305" y="912"/>
                  <a:pt x="3305" y="918"/>
                </a:cubicBezTo>
                <a:cubicBezTo>
                  <a:pt x="3305" y="925"/>
                  <a:pt x="3303" y="930"/>
                  <a:pt x="3299" y="934"/>
                </a:cubicBezTo>
                <a:cubicBezTo>
                  <a:pt x="3294" y="938"/>
                  <a:pt x="3289" y="940"/>
                  <a:pt x="3284" y="940"/>
                </a:cubicBezTo>
                <a:moveTo>
                  <a:pt x="2973" y="942"/>
                </a:moveTo>
                <a:lnTo>
                  <a:pt x="2838" y="944"/>
                </a:lnTo>
                <a:cubicBezTo>
                  <a:pt x="2832" y="944"/>
                  <a:pt x="2827" y="942"/>
                  <a:pt x="2822" y="938"/>
                </a:cubicBezTo>
                <a:cubicBezTo>
                  <a:pt x="2818" y="934"/>
                  <a:pt x="2816" y="929"/>
                  <a:pt x="2816" y="923"/>
                </a:cubicBezTo>
                <a:cubicBezTo>
                  <a:pt x="2816" y="916"/>
                  <a:pt x="2818" y="911"/>
                  <a:pt x="2822" y="906"/>
                </a:cubicBezTo>
                <a:cubicBezTo>
                  <a:pt x="2826" y="902"/>
                  <a:pt x="2831" y="900"/>
                  <a:pt x="2838" y="900"/>
                </a:cubicBezTo>
                <a:lnTo>
                  <a:pt x="2972" y="899"/>
                </a:lnTo>
                <a:cubicBezTo>
                  <a:pt x="2978" y="899"/>
                  <a:pt x="2983" y="901"/>
                  <a:pt x="2987" y="905"/>
                </a:cubicBezTo>
                <a:cubicBezTo>
                  <a:pt x="2991" y="909"/>
                  <a:pt x="2994" y="914"/>
                  <a:pt x="2994" y="920"/>
                </a:cubicBezTo>
                <a:cubicBezTo>
                  <a:pt x="2994" y="927"/>
                  <a:pt x="2992" y="932"/>
                  <a:pt x="2988" y="936"/>
                </a:cubicBezTo>
                <a:cubicBezTo>
                  <a:pt x="2983" y="940"/>
                  <a:pt x="2978" y="942"/>
                  <a:pt x="2973" y="942"/>
                </a:cubicBezTo>
                <a:moveTo>
                  <a:pt x="2665" y="946"/>
                </a:moveTo>
                <a:lnTo>
                  <a:pt x="2527" y="948"/>
                </a:lnTo>
                <a:cubicBezTo>
                  <a:pt x="2521" y="948"/>
                  <a:pt x="2516" y="946"/>
                  <a:pt x="2512" y="942"/>
                </a:cubicBezTo>
                <a:cubicBezTo>
                  <a:pt x="2508" y="937"/>
                  <a:pt x="2506" y="932"/>
                  <a:pt x="2506" y="927"/>
                </a:cubicBezTo>
                <a:cubicBezTo>
                  <a:pt x="2505" y="920"/>
                  <a:pt x="2507" y="915"/>
                  <a:pt x="2512" y="910"/>
                </a:cubicBezTo>
                <a:cubicBezTo>
                  <a:pt x="2516" y="906"/>
                  <a:pt x="2521" y="904"/>
                  <a:pt x="2527" y="904"/>
                </a:cubicBezTo>
                <a:lnTo>
                  <a:pt x="2664" y="902"/>
                </a:lnTo>
                <a:cubicBezTo>
                  <a:pt x="2670" y="902"/>
                  <a:pt x="2675" y="904"/>
                  <a:pt x="2679" y="908"/>
                </a:cubicBezTo>
                <a:cubicBezTo>
                  <a:pt x="2684" y="912"/>
                  <a:pt x="2686" y="917"/>
                  <a:pt x="2686" y="924"/>
                </a:cubicBezTo>
                <a:cubicBezTo>
                  <a:pt x="2686" y="930"/>
                  <a:pt x="2684" y="935"/>
                  <a:pt x="2680" y="939"/>
                </a:cubicBezTo>
                <a:cubicBezTo>
                  <a:pt x="2676" y="944"/>
                  <a:pt x="2671" y="946"/>
                  <a:pt x="2665" y="946"/>
                </a:cubicBezTo>
                <a:moveTo>
                  <a:pt x="2361" y="950"/>
                </a:moveTo>
                <a:lnTo>
                  <a:pt x="2220" y="953"/>
                </a:lnTo>
                <a:cubicBezTo>
                  <a:pt x="2214" y="953"/>
                  <a:pt x="2209" y="951"/>
                  <a:pt x="2205" y="947"/>
                </a:cubicBezTo>
                <a:cubicBezTo>
                  <a:pt x="2201" y="943"/>
                  <a:pt x="2198" y="938"/>
                  <a:pt x="2198" y="932"/>
                </a:cubicBezTo>
                <a:cubicBezTo>
                  <a:pt x="2198" y="926"/>
                  <a:pt x="2200" y="920"/>
                  <a:pt x="2204" y="916"/>
                </a:cubicBezTo>
                <a:cubicBezTo>
                  <a:pt x="2208" y="911"/>
                  <a:pt x="2213" y="909"/>
                  <a:pt x="2219" y="909"/>
                </a:cubicBezTo>
                <a:lnTo>
                  <a:pt x="2360" y="907"/>
                </a:lnTo>
                <a:cubicBezTo>
                  <a:pt x="2366" y="906"/>
                  <a:pt x="2371" y="908"/>
                  <a:pt x="2375" y="913"/>
                </a:cubicBezTo>
                <a:cubicBezTo>
                  <a:pt x="2380" y="917"/>
                  <a:pt x="2382" y="923"/>
                  <a:pt x="2382" y="929"/>
                </a:cubicBezTo>
                <a:cubicBezTo>
                  <a:pt x="2382" y="934"/>
                  <a:pt x="2380" y="939"/>
                  <a:pt x="2376" y="944"/>
                </a:cubicBezTo>
                <a:cubicBezTo>
                  <a:pt x="2372" y="948"/>
                  <a:pt x="2367" y="950"/>
                  <a:pt x="2361" y="950"/>
                </a:cubicBezTo>
                <a:moveTo>
                  <a:pt x="2050" y="957"/>
                </a:moveTo>
                <a:lnTo>
                  <a:pt x="1915" y="960"/>
                </a:lnTo>
                <a:cubicBezTo>
                  <a:pt x="1909" y="960"/>
                  <a:pt x="1904" y="958"/>
                  <a:pt x="1900" y="954"/>
                </a:cubicBezTo>
                <a:cubicBezTo>
                  <a:pt x="1896" y="950"/>
                  <a:pt x="1893" y="945"/>
                  <a:pt x="1893" y="939"/>
                </a:cubicBezTo>
                <a:cubicBezTo>
                  <a:pt x="1893" y="933"/>
                  <a:pt x="1895" y="928"/>
                  <a:pt x="1899" y="924"/>
                </a:cubicBezTo>
                <a:cubicBezTo>
                  <a:pt x="1903" y="919"/>
                  <a:pt x="1908" y="916"/>
                  <a:pt x="1914" y="916"/>
                </a:cubicBezTo>
                <a:lnTo>
                  <a:pt x="2049" y="913"/>
                </a:lnTo>
                <a:cubicBezTo>
                  <a:pt x="2055" y="913"/>
                  <a:pt x="2060" y="915"/>
                  <a:pt x="2064" y="919"/>
                </a:cubicBezTo>
                <a:cubicBezTo>
                  <a:pt x="2069" y="924"/>
                  <a:pt x="2071" y="929"/>
                  <a:pt x="2071" y="935"/>
                </a:cubicBezTo>
                <a:cubicBezTo>
                  <a:pt x="2071" y="941"/>
                  <a:pt x="2069" y="946"/>
                  <a:pt x="2065" y="950"/>
                </a:cubicBezTo>
                <a:cubicBezTo>
                  <a:pt x="2061" y="954"/>
                  <a:pt x="2056" y="956"/>
                  <a:pt x="2050" y="957"/>
                </a:cubicBezTo>
                <a:moveTo>
                  <a:pt x="1742" y="965"/>
                </a:moveTo>
                <a:lnTo>
                  <a:pt x="1610" y="970"/>
                </a:lnTo>
                <a:cubicBezTo>
                  <a:pt x="1605" y="970"/>
                  <a:pt x="1599" y="968"/>
                  <a:pt x="1595" y="964"/>
                </a:cubicBezTo>
                <a:cubicBezTo>
                  <a:pt x="1591" y="960"/>
                  <a:pt x="1589" y="955"/>
                  <a:pt x="1588" y="949"/>
                </a:cubicBezTo>
                <a:cubicBezTo>
                  <a:pt x="1588" y="943"/>
                  <a:pt x="1590" y="938"/>
                  <a:pt x="1594" y="934"/>
                </a:cubicBezTo>
                <a:cubicBezTo>
                  <a:pt x="1598" y="929"/>
                  <a:pt x="1603" y="927"/>
                  <a:pt x="1609" y="927"/>
                </a:cubicBezTo>
                <a:lnTo>
                  <a:pt x="1740" y="922"/>
                </a:lnTo>
                <a:cubicBezTo>
                  <a:pt x="1746" y="922"/>
                  <a:pt x="1751" y="924"/>
                  <a:pt x="1755" y="928"/>
                </a:cubicBezTo>
                <a:cubicBezTo>
                  <a:pt x="1760" y="932"/>
                  <a:pt x="1762" y="937"/>
                  <a:pt x="1762" y="943"/>
                </a:cubicBezTo>
                <a:cubicBezTo>
                  <a:pt x="1762" y="949"/>
                  <a:pt x="1760" y="954"/>
                  <a:pt x="1756" y="958"/>
                </a:cubicBezTo>
                <a:cubicBezTo>
                  <a:pt x="1752" y="963"/>
                  <a:pt x="1747" y="965"/>
                  <a:pt x="1742" y="965"/>
                </a:cubicBezTo>
                <a:moveTo>
                  <a:pt x="1434" y="977"/>
                </a:moveTo>
                <a:lnTo>
                  <a:pt x="1313" y="983"/>
                </a:lnTo>
                <a:lnTo>
                  <a:pt x="1303" y="983"/>
                </a:lnTo>
                <a:cubicBezTo>
                  <a:pt x="1297" y="984"/>
                  <a:pt x="1292" y="982"/>
                  <a:pt x="1288" y="978"/>
                </a:cubicBezTo>
                <a:cubicBezTo>
                  <a:pt x="1284" y="974"/>
                  <a:pt x="1281" y="969"/>
                  <a:pt x="1281" y="963"/>
                </a:cubicBezTo>
                <a:cubicBezTo>
                  <a:pt x="1281" y="957"/>
                  <a:pt x="1282" y="952"/>
                  <a:pt x="1286" y="948"/>
                </a:cubicBezTo>
                <a:cubicBezTo>
                  <a:pt x="1290" y="943"/>
                  <a:pt x="1295" y="941"/>
                  <a:pt x="1301" y="941"/>
                </a:cubicBezTo>
                <a:lnTo>
                  <a:pt x="1311" y="940"/>
                </a:lnTo>
                <a:lnTo>
                  <a:pt x="1432" y="934"/>
                </a:lnTo>
                <a:cubicBezTo>
                  <a:pt x="1438" y="934"/>
                  <a:pt x="1443" y="936"/>
                  <a:pt x="1447" y="940"/>
                </a:cubicBezTo>
                <a:cubicBezTo>
                  <a:pt x="1452" y="944"/>
                  <a:pt x="1454" y="949"/>
                  <a:pt x="1454" y="954"/>
                </a:cubicBezTo>
                <a:cubicBezTo>
                  <a:pt x="1455" y="960"/>
                  <a:pt x="1453" y="965"/>
                  <a:pt x="1449" y="970"/>
                </a:cubicBezTo>
                <a:cubicBezTo>
                  <a:pt x="1445" y="974"/>
                  <a:pt x="1440" y="977"/>
                  <a:pt x="1434" y="977"/>
                </a:cubicBezTo>
                <a:moveTo>
                  <a:pt x="1130" y="994"/>
                </a:moveTo>
                <a:lnTo>
                  <a:pt x="994" y="1003"/>
                </a:lnTo>
                <a:cubicBezTo>
                  <a:pt x="989" y="1004"/>
                  <a:pt x="983" y="1002"/>
                  <a:pt x="979" y="998"/>
                </a:cubicBezTo>
                <a:cubicBezTo>
                  <a:pt x="975" y="994"/>
                  <a:pt x="972" y="990"/>
                  <a:pt x="972" y="984"/>
                </a:cubicBezTo>
                <a:cubicBezTo>
                  <a:pt x="971" y="978"/>
                  <a:pt x="973" y="973"/>
                  <a:pt x="977" y="968"/>
                </a:cubicBezTo>
                <a:cubicBezTo>
                  <a:pt x="981" y="964"/>
                  <a:pt x="986" y="961"/>
                  <a:pt x="991" y="961"/>
                </a:cubicBezTo>
                <a:lnTo>
                  <a:pt x="1127" y="951"/>
                </a:lnTo>
                <a:cubicBezTo>
                  <a:pt x="1133" y="951"/>
                  <a:pt x="1138" y="952"/>
                  <a:pt x="1143" y="956"/>
                </a:cubicBezTo>
                <a:cubicBezTo>
                  <a:pt x="1147" y="960"/>
                  <a:pt x="1150" y="965"/>
                  <a:pt x="1150" y="971"/>
                </a:cubicBezTo>
                <a:cubicBezTo>
                  <a:pt x="1150" y="977"/>
                  <a:pt x="1149" y="982"/>
                  <a:pt x="1145" y="986"/>
                </a:cubicBezTo>
                <a:cubicBezTo>
                  <a:pt x="1141" y="991"/>
                  <a:pt x="1136" y="993"/>
                  <a:pt x="1130" y="994"/>
                </a:cubicBezTo>
                <a:moveTo>
                  <a:pt x="828" y="1018"/>
                </a:moveTo>
                <a:cubicBezTo>
                  <a:pt x="779" y="1022"/>
                  <a:pt x="733" y="1027"/>
                  <a:pt x="689" y="1032"/>
                </a:cubicBezTo>
                <a:cubicBezTo>
                  <a:pt x="684" y="1033"/>
                  <a:pt x="678" y="1031"/>
                  <a:pt x="674" y="1028"/>
                </a:cubicBezTo>
                <a:cubicBezTo>
                  <a:pt x="669" y="1024"/>
                  <a:pt x="666" y="1019"/>
                  <a:pt x="666" y="1013"/>
                </a:cubicBezTo>
                <a:cubicBezTo>
                  <a:pt x="665" y="1008"/>
                  <a:pt x="667" y="1002"/>
                  <a:pt x="670" y="998"/>
                </a:cubicBezTo>
                <a:cubicBezTo>
                  <a:pt x="674" y="993"/>
                  <a:pt x="679" y="991"/>
                  <a:pt x="685" y="990"/>
                </a:cubicBezTo>
                <a:cubicBezTo>
                  <a:pt x="729" y="985"/>
                  <a:pt x="775" y="980"/>
                  <a:pt x="824" y="975"/>
                </a:cubicBezTo>
                <a:cubicBezTo>
                  <a:pt x="829" y="975"/>
                  <a:pt x="835" y="976"/>
                  <a:pt x="839" y="980"/>
                </a:cubicBezTo>
                <a:cubicBezTo>
                  <a:pt x="844" y="984"/>
                  <a:pt x="846" y="989"/>
                  <a:pt x="847" y="995"/>
                </a:cubicBezTo>
                <a:cubicBezTo>
                  <a:pt x="847" y="1000"/>
                  <a:pt x="846" y="1006"/>
                  <a:pt x="842" y="1010"/>
                </a:cubicBezTo>
                <a:cubicBezTo>
                  <a:pt x="838" y="1015"/>
                  <a:pt x="833" y="1017"/>
                  <a:pt x="828" y="1018"/>
                </a:cubicBezTo>
                <a:moveTo>
                  <a:pt x="521" y="1054"/>
                </a:moveTo>
                <a:cubicBezTo>
                  <a:pt x="473" y="1062"/>
                  <a:pt x="428" y="1069"/>
                  <a:pt x="387" y="1077"/>
                </a:cubicBezTo>
                <a:cubicBezTo>
                  <a:pt x="381" y="1078"/>
                  <a:pt x="376" y="1077"/>
                  <a:pt x="371" y="1074"/>
                </a:cubicBezTo>
                <a:cubicBezTo>
                  <a:pt x="366" y="1070"/>
                  <a:pt x="363" y="1066"/>
                  <a:pt x="362" y="1060"/>
                </a:cubicBezTo>
                <a:cubicBezTo>
                  <a:pt x="361" y="1054"/>
                  <a:pt x="362" y="1049"/>
                  <a:pt x="365" y="1044"/>
                </a:cubicBezTo>
                <a:cubicBezTo>
                  <a:pt x="369" y="1039"/>
                  <a:pt x="373" y="1036"/>
                  <a:pt x="379" y="1035"/>
                </a:cubicBezTo>
                <a:cubicBezTo>
                  <a:pt x="421" y="1027"/>
                  <a:pt x="466" y="1019"/>
                  <a:pt x="515" y="1012"/>
                </a:cubicBezTo>
                <a:cubicBezTo>
                  <a:pt x="520" y="1011"/>
                  <a:pt x="526" y="1013"/>
                  <a:pt x="530" y="1016"/>
                </a:cubicBezTo>
                <a:cubicBezTo>
                  <a:pt x="535" y="1020"/>
                  <a:pt x="538" y="1024"/>
                  <a:pt x="539" y="1030"/>
                </a:cubicBezTo>
                <a:cubicBezTo>
                  <a:pt x="540" y="1036"/>
                  <a:pt x="538" y="1041"/>
                  <a:pt x="535" y="1046"/>
                </a:cubicBezTo>
                <a:cubicBezTo>
                  <a:pt x="531" y="1051"/>
                  <a:pt x="527" y="1053"/>
                  <a:pt x="521" y="1054"/>
                </a:cubicBezTo>
                <a:moveTo>
                  <a:pt x="225" y="1115"/>
                </a:moveTo>
                <a:cubicBezTo>
                  <a:pt x="174" y="1130"/>
                  <a:pt x="132" y="1146"/>
                  <a:pt x="101" y="1163"/>
                </a:cubicBezTo>
                <a:cubicBezTo>
                  <a:pt x="96" y="1166"/>
                  <a:pt x="90" y="1167"/>
                  <a:pt x="85" y="1165"/>
                </a:cubicBezTo>
                <a:cubicBezTo>
                  <a:pt x="79" y="1163"/>
                  <a:pt x="75" y="1160"/>
                  <a:pt x="72" y="1155"/>
                </a:cubicBezTo>
                <a:cubicBezTo>
                  <a:pt x="69" y="1150"/>
                  <a:pt x="69" y="1144"/>
                  <a:pt x="70" y="1139"/>
                </a:cubicBezTo>
                <a:cubicBezTo>
                  <a:pt x="72" y="1133"/>
                  <a:pt x="75" y="1129"/>
                  <a:pt x="81" y="1126"/>
                </a:cubicBezTo>
                <a:cubicBezTo>
                  <a:pt x="115" y="1107"/>
                  <a:pt x="159" y="1090"/>
                  <a:pt x="213" y="1074"/>
                </a:cubicBezTo>
                <a:cubicBezTo>
                  <a:pt x="219" y="1073"/>
                  <a:pt x="224" y="1073"/>
                  <a:pt x="229" y="1076"/>
                </a:cubicBezTo>
                <a:cubicBezTo>
                  <a:pt x="234" y="1079"/>
                  <a:pt x="238" y="1083"/>
                  <a:pt x="240" y="1089"/>
                </a:cubicBezTo>
                <a:cubicBezTo>
                  <a:pt x="241" y="1094"/>
                  <a:pt x="241" y="1100"/>
                  <a:pt x="238" y="1105"/>
                </a:cubicBezTo>
                <a:cubicBezTo>
                  <a:pt x="235" y="1110"/>
                  <a:pt x="231" y="1114"/>
                  <a:pt x="225" y="1115"/>
                </a:cubicBezTo>
                <a:moveTo>
                  <a:pt x="40" y="1268"/>
                </a:moveTo>
                <a:cubicBezTo>
                  <a:pt x="53" y="1294"/>
                  <a:pt x="83" y="1323"/>
                  <a:pt x="128" y="1354"/>
                </a:cubicBezTo>
                <a:cubicBezTo>
                  <a:pt x="133" y="1358"/>
                  <a:pt x="136" y="1362"/>
                  <a:pt x="137" y="1368"/>
                </a:cubicBezTo>
                <a:cubicBezTo>
                  <a:pt x="138" y="1374"/>
                  <a:pt x="137" y="1379"/>
                  <a:pt x="133" y="1384"/>
                </a:cubicBezTo>
                <a:cubicBezTo>
                  <a:pt x="130" y="1389"/>
                  <a:pt x="125" y="1392"/>
                  <a:pt x="119" y="1393"/>
                </a:cubicBezTo>
                <a:cubicBezTo>
                  <a:pt x="114" y="1394"/>
                  <a:pt x="108" y="1393"/>
                  <a:pt x="104" y="1389"/>
                </a:cubicBezTo>
                <a:cubicBezTo>
                  <a:pt x="52" y="1354"/>
                  <a:pt x="18" y="1320"/>
                  <a:pt x="2" y="1287"/>
                </a:cubicBezTo>
                <a:cubicBezTo>
                  <a:pt x="-1" y="1282"/>
                  <a:pt x="-1" y="1276"/>
                  <a:pt x="1" y="1271"/>
                </a:cubicBezTo>
                <a:cubicBezTo>
                  <a:pt x="3" y="1265"/>
                  <a:pt x="6" y="1261"/>
                  <a:pt x="12" y="1258"/>
                </a:cubicBezTo>
                <a:cubicBezTo>
                  <a:pt x="17" y="1256"/>
                  <a:pt x="22" y="1255"/>
                  <a:pt x="28" y="1257"/>
                </a:cubicBezTo>
                <a:cubicBezTo>
                  <a:pt x="33" y="1259"/>
                  <a:pt x="38" y="1263"/>
                  <a:pt x="40" y="1268"/>
                </a:cubicBezTo>
                <a:moveTo>
                  <a:pt x="273" y="1437"/>
                </a:moveTo>
                <a:cubicBezTo>
                  <a:pt x="310" y="1456"/>
                  <a:pt x="352" y="1475"/>
                  <a:pt x="398" y="1495"/>
                </a:cubicBezTo>
                <a:cubicBezTo>
                  <a:pt x="404" y="1497"/>
                  <a:pt x="407" y="1501"/>
                  <a:pt x="410" y="1506"/>
                </a:cubicBezTo>
                <a:cubicBezTo>
                  <a:pt x="412" y="1512"/>
                  <a:pt x="412" y="1517"/>
                  <a:pt x="409" y="1523"/>
                </a:cubicBezTo>
                <a:cubicBezTo>
                  <a:pt x="407" y="1528"/>
                  <a:pt x="403" y="1532"/>
                  <a:pt x="398" y="1534"/>
                </a:cubicBezTo>
                <a:cubicBezTo>
                  <a:pt x="392" y="1536"/>
                  <a:pt x="387" y="1536"/>
                  <a:pt x="381" y="1534"/>
                </a:cubicBezTo>
                <a:cubicBezTo>
                  <a:pt x="334" y="1514"/>
                  <a:pt x="292" y="1494"/>
                  <a:pt x="254" y="1476"/>
                </a:cubicBezTo>
                <a:cubicBezTo>
                  <a:pt x="249" y="1473"/>
                  <a:pt x="245" y="1469"/>
                  <a:pt x="244" y="1463"/>
                </a:cubicBezTo>
                <a:cubicBezTo>
                  <a:pt x="242" y="1458"/>
                  <a:pt x="242" y="1452"/>
                  <a:pt x="245" y="1447"/>
                </a:cubicBezTo>
                <a:cubicBezTo>
                  <a:pt x="247" y="1442"/>
                  <a:pt x="251" y="1438"/>
                  <a:pt x="257" y="1436"/>
                </a:cubicBezTo>
                <a:cubicBezTo>
                  <a:pt x="263" y="1434"/>
                  <a:pt x="268" y="1435"/>
                  <a:pt x="273" y="1437"/>
                </a:cubicBezTo>
                <a:moveTo>
                  <a:pt x="556" y="1559"/>
                </a:moveTo>
                <a:lnTo>
                  <a:pt x="650" y="1595"/>
                </a:lnTo>
                <a:lnTo>
                  <a:pt x="686" y="1609"/>
                </a:lnTo>
                <a:cubicBezTo>
                  <a:pt x="691" y="1611"/>
                  <a:pt x="695" y="1614"/>
                  <a:pt x="698" y="1620"/>
                </a:cubicBezTo>
                <a:cubicBezTo>
                  <a:pt x="700" y="1625"/>
                  <a:pt x="700" y="1631"/>
                  <a:pt x="698" y="1636"/>
                </a:cubicBezTo>
                <a:cubicBezTo>
                  <a:pt x="696" y="1642"/>
                  <a:pt x="692" y="1646"/>
                  <a:pt x="687" y="1648"/>
                </a:cubicBezTo>
                <a:cubicBezTo>
                  <a:pt x="682" y="1651"/>
                  <a:pt x="676" y="1651"/>
                  <a:pt x="671" y="1649"/>
                </a:cubicBezTo>
                <a:lnTo>
                  <a:pt x="635" y="1635"/>
                </a:lnTo>
                <a:lnTo>
                  <a:pt x="541" y="1599"/>
                </a:lnTo>
                <a:cubicBezTo>
                  <a:pt x="536" y="1597"/>
                  <a:pt x="532" y="1593"/>
                  <a:pt x="529" y="1588"/>
                </a:cubicBezTo>
                <a:cubicBezTo>
                  <a:pt x="527" y="1583"/>
                  <a:pt x="527" y="1577"/>
                  <a:pt x="529" y="1572"/>
                </a:cubicBezTo>
                <a:cubicBezTo>
                  <a:pt x="531" y="1566"/>
                  <a:pt x="535" y="1562"/>
                  <a:pt x="540" y="1560"/>
                </a:cubicBezTo>
                <a:cubicBezTo>
                  <a:pt x="545" y="1557"/>
                  <a:pt x="551" y="1557"/>
                  <a:pt x="556" y="1559"/>
                </a:cubicBezTo>
                <a:moveTo>
                  <a:pt x="846" y="1668"/>
                </a:moveTo>
                <a:lnTo>
                  <a:pt x="975" y="1715"/>
                </a:lnTo>
                <a:cubicBezTo>
                  <a:pt x="981" y="1717"/>
                  <a:pt x="985" y="1720"/>
                  <a:pt x="987" y="1726"/>
                </a:cubicBezTo>
                <a:cubicBezTo>
                  <a:pt x="990" y="1731"/>
                  <a:pt x="990" y="1736"/>
                  <a:pt x="988" y="1742"/>
                </a:cubicBezTo>
                <a:cubicBezTo>
                  <a:pt x="986" y="1747"/>
                  <a:pt x="982" y="1751"/>
                  <a:pt x="977" y="1754"/>
                </a:cubicBezTo>
                <a:cubicBezTo>
                  <a:pt x="971" y="1756"/>
                  <a:pt x="966" y="1757"/>
                  <a:pt x="960" y="1755"/>
                </a:cubicBezTo>
                <a:lnTo>
                  <a:pt x="832" y="1708"/>
                </a:lnTo>
                <a:cubicBezTo>
                  <a:pt x="826" y="1706"/>
                  <a:pt x="822" y="1702"/>
                  <a:pt x="819" y="1697"/>
                </a:cubicBezTo>
                <a:cubicBezTo>
                  <a:pt x="817" y="1691"/>
                  <a:pt x="817" y="1686"/>
                  <a:pt x="819" y="1680"/>
                </a:cubicBezTo>
                <a:cubicBezTo>
                  <a:pt x="821" y="1675"/>
                  <a:pt x="824" y="1671"/>
                  <a:pt x="830" y="1668"/>
                </a:cubicBezTo>
                <a:cubicBezTo>
                  <a:pt x="835" y="1666"/>
                  <a:pt x="841" y="1666"/>
                  <a:pt x="846" y="1668"/>
                </a:cubicBezTo>
                <a:moveTo>
                  <a:pt x="1137" y="1776"/>
                </a:moveTo>
                <a:cubicBezTo>
                  <a:pt x="1190" y="1797"/>
                  <a:pt x="1231" y="1815"/>
                  <a:pt x="1260" y="1831"/>
                </a:cubicBezTo>
                <a:cubicBezTo>
                  <a:pt x="1266" y="1833"/>
                  <a:pt x="1269" y="1838"/>
                  <a:pt x="1271" y="1843"/>
                </a:cubicBezTo>
                <a:cubicBezTo>
                  <a:pt x="1273" y="1849"/>
                  <a:pt x="1272" y="1854"/>
                  <a:pt x="1270" y="1859"/>
                </a:cubicBezTo>
                <a:cubicBezTo>
                  <a:pt x="1267" y="1865"/>
                  <a:pt x="1263" y="1868"/>
                  <a:pt x="1257" y="1870"/>
                </a:cubicBezTo>
                <a:cubicBezTo>
                  <a:pt x="1251" y="1872"/>
                  <a:pt x="1246" y="1871"/>
                  <a:pt x="1241" y="1869"/>
                </a:cubicBezTo>
                <a:cubicBezTo>
                  <a:pt x="1213" y="1854"/>
                  <a:pt x="1173" y="1836"/>
                  <a:pt x="1121" y="1816"/>
                </a:cubicBezTo>
                <a:cubicBezTo>
                  <a:pt x="1116" y="1813"/>
                  <a:pt x="1112" y="1810"/>
                  <a:pt x="1109" y="1804"/>
                </a:cubicBezTo>
                <a:cubicBezTo>
                  <a:pt x="1107" y="1799"/>
                  <a:pt x="1107" y="1793"/>
                  <a:pt x="1109" y="1788"/>
                </a:cubicBezTo>
                <a:cubicBezTo>
                  <a:pt x="1111" y="1782"/>
                  <a:pt x="1115" y="1778"/>
                  <a:pt x="1121" y="1776"/>
                </a:cubicBezTo>
                <a:cubicBezTo>
                  <a:pt x="1126" y="1774"/>
                  <a:pt x="1131" y="1774"/>
                  <a:pt x="1137" y="1776"/>
                </a:cubicBezTo>
                <a:close/>
              </a:path>
            </a:pathLst>
          </a:custGeom>
          <a:solidFill>
            <a:srgbClr val="2F9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2914560" y="5390640"/>
            <a:ext cx="169200" cy="11160"/>
          </a:xfrm>
          <a:custGeom>
            <a:avLst/>
            <a:gdLst/>
            <a:ahLst/>
            <a:rect l="0" t="0" r="r" b="b"/>
            <a:pathLst>
              <a:path fill="none" w="470" h="31">
                <a:moveTo>
                  <a:pt x="0" y="0"/>
                </a:moveTo>
                <a:cubicBezTo>
                  <a:pt x="95" y="6"/>
                  <a:pt x="189" y="13"/>
                  <a:pt x="470" y="31"/>
                </a:cubicBezTo>
              </a:path>
            </a:pathLst>
          </a:custGeom>
          <a:ln cap="rnd" w="15120">
            <a:solidFill>
              <a:srgbClr val="2F9E44"/>
            </a:solidFill>
            <a:miter/>
          </a:ln>
        </p:spPr>
        <p:txBody>
          <a:bodyPr lIns="7560" tIns="3600" rIns="7560" bIns="36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2961000" y="5284440"/>
            <a:ext cx="122760" cy="117360"/>
          </a:xfrm>
          <a:custGeom>
            <a:avLst/>
            <a:gdLst/>
            <a:ahLst/>
            <a:rect l="0" t="0" r="r" b="b"/>
            <a:pathLst>
              <a:path fill="none" w="341" h="326">
                <a:moveTo>
                  <a:pt x="0" y="0"/>
                </a:moveTo>
                <a:cubicBezTo>
                  <a:pt x="68" y="66"/>
                  <a:pt x="137" y="131"/>
                  <a:pt x="341" y="326"/>
                </a:cubicBezTo>
              </a:path>
            </a:pathLst>
          </a:custGeom>
          <a:ln cap="rnd" w="15120">
            <a:solidFill>
              <a:srgbClr val="2F9E44"/>
            </a:solidFill>
            <a:miter/>
          </a:ln>
        </p:spPr>
        <p:txBody>
          <a:bodyPr lIns="7560" tIns="7560" rIns="7560" bIns="756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2222640" y="5647320"/>
            <a:ext cx="1721880" cy="35640"/>
          </a:xfrm>
          <a:custGeom>
            <a:avLst/>
            <a:gdLst/>
            <a:ahLst/>
            <a:rect l="0" t="0" r="r" b="b"/>
            <a:pathLst>
              <a:path fill="none" w="4783" h="99">
                <a:moveTo>
                  <a:pt x="0" y="7"/>
                </a:moveTo>
                <a:cubicBezTo>
                  <a:pt x="398" y="7"/>
                  <a:pt x="1993" y="-8"/>
                  <a:pt x="2392" y="7"/>
                </a:cubicBezTo>
                <a:cubicBezTo>
                  <a:pt x="2790" y="21"/>
                  <a:pt x="1993" y="78"/>
                  <a:pt x="2392" y="93"/>
                </a:cubicBezTo>
                <a:cubicBezTo>
                  <a:pt x="2790" y="107"/>
                  <a:pt x="4384" y="93"/>
                  <a:pt x="4783" y="93"/>
                </a:cubicBezTo>
                <a:moveTo>
                  <a:pt x="0" y="7"/>
                </a:moveTo>
                <a:cubicBezTo>
                  <a:pt x="398" y="7"/>
                  <a:pt x="1993" y="-8"/>
                  <a:pt x="2392" y="7"/>
                </a:cubicBezTo>
                <a:cubicBezTo>
                  <a:pt x="2790" y="21"/>
                  <a:pt x="1993" y="78"/>
                  <a:pt x="2392" y="93"/>
                </a:cubicBezTo>
                <a:cubicBezTo>
                  <a:pt x="2790" y="107"/>
                  <a:pt x="4384" y="93"/>
                  <a:pt x="4783" y="93"/>
                </a:cubicBezTo>
              </a:path>
            </a:pathLst>
          </a:custGeom>
          <a:ln cap="rnd" w="12240">
            <a:solidFill>
              <a:srgbClr val="C92A2A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3771000" y="5677920"/>
            <a:ext cx="173520" cy="64440"/>
          </a:xfrm>
          <a:custGeom>
            <a:avLst/>
            <a:gdLst/>
            <a:ahLst/>
            <a:rect l="0" t="0" r="r" b="b"/>
            <a:pathLst>
              <a:path fill="none" w="482" h="179">
                <a:moveTo>
                  <a:pt x="0" y="179"/>
                </a:moveTo>
                <a:cubicBezTo>
                  <a:pt x="96" y="143"/>
                  <a:pt x="192" y="108"/>
                  <a:pt x="482" y="0"/>
                </a:cubicBezTo>
                <a:moveTo>
                  <a:pt x="0" y="179"/>
                </a:moveTo>
                <a:cubicBezTo>
                  <a:pt x="140" y="127"/>
                  <a:pt x="280" y="75"/>
                  <a:pt x="482" y="0"/>
                </a:cubicBezTo>
              </a:path>
            </a:pathLst>
          </a:custGeom>
          <a:ln cap="rnd" w="12240">
            <a:solidFill>
              <a:srgbClr val="C92A2A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3770280" y="5615640"/>
            <a:ext cx="174240" cy="62640"/>
          </a:xfrm>
          <a:custGeom>
            <a:avLst/>
            <a:gdLst/>
            <a:ahLst/>
            <a:rect l="0" t="0" r="r" b="b"/>
            <a:pathLst>
              <a:path fill="none" w="484" h="174">
                <a:moveTo>
                  <a:pt x="0" y="0"/>
                </a:moveTo>
                <a:cubicBezTo>
                  <a:pt x="97" y="35"/>
                  <a:pt x="193" y="70"/>
                  <a:pt x="484" y="174"/>
                </a:cubicBezTo>
                <a:moveTo>
                  <a:pt x="0" y="0"/>
                </a:moveTo>
                <a:cubicBezTo>
                  <a:pt x="141" y="50"/>
                  <a:pt x="281" y="102"/>
                  <a:pt x="484" y="174"/>
                </a:cubicBezTo>
              </a:path>
            </a:pathLst>
          </a:custGeom>
          <a:ln cap="rnd" w="12240">
            <a:solidFill>
              <a:srgbClr val="C92A2A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5288760" y="5670360"/>
            <a:ext cx="261720" cy="15840"/>
          </a:xfrm>
          <a:custGeom>
            <a:avLst/>
            <a:gdLst/>
            <a:ahLst/>
            <a:rect l="0" t="0" r="r" b="b"/>
            <a:pathLst>
              <a:path w="727" h="44">
                <a:moveTo>
                  <a:pt x="22" y="0"/>
                </a:moveTo>
                <a:lnTo>
                  <a:pt x="157" y="0"/>
                </a:lnTo>
                <a:cubicBezTo>
                  <a:pt x="163" y="0"/>
                  <a:pt x="168" y="2"/>
                  <a:pt x="173" y="6"/>
                </a:cubicBezTo>
                <a:cubicBezTo>
                  <a:pt x="177" y="10"/>
                  <a:pt x="179" y="15"/>
                  <a:pt x="179" y="22"/>
                </a:cubicBezTo>
                <a:cubicBezTo>
                  <a:pt x="179" y="28"/>
                  <a:pt x="177" y="33"/>
                  <a:pt x="173" y="37"/>
                </a:cubicBezTo>
                <a:cubicBezTo>
                  <a:pt x="168" y="42"/>
                  <a:pt x="163" y="44"/>
                  <a:pt x="157" y="44"/>
                </a:cubicBezTo>
                <a:lnTo>
                  <a:pt x="22" y="44"/>
                </a:lnTo>
                <a:cubicBezTo>
                  <a:pt x="16" y="44"/>
                  <a:pt x="11" y="42"/>
                  <a:pt x="7" y="37"/>
                </a:cubicBezTo>
                <a:cubicBezTo>
                  <a:pt x="2" y="33"/>
                  <a:pt x="0" y="28"/>
                  <a:pt x="0" y="22"/>
                </a:cubicBezTo>
                <a:cubicBezTo>
                  <a:pt x="0" y="15"/>
                  <a:pt x="2" y="10"/>
                  <a:pt x="7" y="6"/>
                </a:cubicBezTo>
                <a:cubicBezTo>
                  <a:pt x="11" y="2"/>
                  <a:pt x="16" y="0"/>
                  <a:pt x="22" y="0"/>
                </a:cubicBezTo>
                <a:moveTo>
                  <a:pt x="331" y="0"/>
                </a:moveTo>
                <a:lnTo>
                  <a:pt x="348" y="0"/>
                </a:lnTo>
                <a:lnTo>
                  <a:pt x="364" y="0"/>
                </a:lnTo>
                <a:lnTo>
                  <a:pt x="381" y="0"/>
                </a:lnTo>
                <a:lnTo>
                  <a:pt x="402" y="0"/>
                </a:lnTo>
                <a:cubicBezTo>
                  <a:pt x="408" y="0"/>
                  <a:pt x="413" y="2"/>
                  <a:pt x="417" y="6"/>
                </a:cubicBezTo>
                <a:cubicBezTo>
                  <a:pt x="421" y="10"/>
                  <a:pt x="423" y="15"/>
                  <a:pt x="423" y="22"/>
                </a:cubicBezTo>
                <a:cubicBezTo>
                  <a:pt x="423" y="28"/>
                  <a:pt x="421" y="33"/>
                  <a:pt x="417" y="37"/>
                </a:cubicBezTo>
                <a:cubicBezTo>
                  <a:pt x="413" y="42"/>
                  <a:pt x="408" y="44"/>
                  <a:pt x="402" y="44"/>
                </a:cubicBezTo>
                <a:lnTo>
                  <a:pt x="381" y="44"/>
                </a:lnTo>
                <a:lnTo>
                  <a:pt x="364" y="44"/>
                </a:lnTo>
                <a:lnTo>
                  <a:pt x="348" y="44"/>
                </a:lnTo>
                <a:lnTo>
                  <a:pt x="331" y="44"/>
                </a:lnTo>
                <a:cubicBezTo>
                  <a:pt x="325" y="44"/>
                  <a:pt x="320" y="42"/>
                  <a:pt x="316" y="37"/>
                </a:cubicBezTo>
                <a:cubicBezTo>
                  <a:pt x="311" y="33"/>
                  <a:pt x="309" y="28"/>
                  <a:pt x="309" y="22"/>
                </a:cubicBezTo>
                <a:cubicBezTo>
                  <a:pt x="309" y="15"/>
                  <a:pt x="311" y="10"/>
                  <a:pt x="316" y="6"/>
                </a:cubicBezTo>
                <a:cubicBezTo>
                  <a:pt x="320" y="2"/>
                  <a:pt x="325" y="0"/>
                  <a:pt x="331" y="0"/>
                </a:cubicBezTo>
                <a:moveTo>
                  <a:pt x="575" y="0"/>
                </a:moveTo>
                <a:lnTo>
                  <a:pt x="706" y="0"/>
                </a:lnTo>
                <a:cubicBezTo>
                  <a:pt x="712" y="0"/>
                  <a:pt x="717" y="2"/>
                  <a:pt x="721" y="6"/>
                </a:cubicBezTo>
                <a:cubicBezTo>
                  <a:pt x="725" y="10"/>
                  <a:pt x="727" y="15"/>
                  <a:pt x="727" y="22"/>
                </a:cubicBezTo>
                <a:cubicBezTo>
                  <a:pt x="727" y="28"/>
                  <a:pt x="725" y="33"/>
                  <a:pt x="721" y="37"/>
                </a:cubicBezTo>
                <a:cubicBezTo>
                  <a:pt x="717" y="42"/>
                  <a:pt x="712" y="44"/>
                  <a:pt x="706" y="44"/>
                </a:cubicBezTo>
                <a:lnTo>
                  <a:pt x="575" y="44"/>
                </a:lnTo>
                <a:cubicBezTo>
                  <a:pt x="569" y="44"/>
                  <a:pt x="564" y="42"/>
                  <a:pt x="560" y="37"/>
                </a:cubicBezTo>
                <a:cubicBezTo>
                  <a:pt x="556" y="33"/>
                  <a:pt x="554" y="28"/>
                  <a:pt x="554" y="22"/>
                </a:cubicBezTo>
                <a:cubicBezTo>
                  <a:pt x="554" y="15"/>
                  <a:pt x="556" y="10"/>
                  <a:pt x="560" y="6"/>
                </a:cubicBezTo>
                <a:cubicBezTo>
                  <a:pt x="564" y="2"/>
                  <a:pt x="569" y="0"/>
                  <a:pt x="575" y="0"/>
                </a:cubicBezTo>
                <a:close/>
              </a:path>
            </a:pathLst>
          </a:custGeom>
          <a:solidFill>
            <a:srgbClr val="7048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5484600" y="5677920"/>
            <a:ext cx="58320" cy="21600"/>
          </a:xfrm>
          <a:custGeom>
            <a:avLst/>
            <a:gdLst/>
            <a:ahLst/>
            <a:rect l="0" t="0" r="r" b="b"/>
            <a:pathLst>
              <a:path fill="none" w="162" h="60">
                <a:moveTo>
                  <a:pt x="0" y="60"/>
                </a:moveTo>
                <a:cubicBezTo>
                  <a:pt x="32" y="48"/>
                  <a:pt x="66" y="36"/>
                  <a:pt x="162" y="0"/>
                </a:cubicBezTo>
              </a:path>
            </a:pathLst>
          </a:custGeom>
          <a:ln cap="rnd" w="15120">
            <a:solidFill>
              <a:srgbClr val="7048E8"/>
            </a:solidFill>
            <a:miter/>
          </a:ln>
        </p:spPr>
        <p:txBody>
          <a:bodyPr lIns="7560" tIns="7560" rIns="7560" bIns="756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5484600" y="5657040"/>
            <a:ext cx="58320" cy="21240"/>
          </a:xfrm>
          <a:custGeom>
            <a:avLst/>
            <a:gdLst/>
            <a:ahLst/>
            <a:rect l="0" t="0" r="r" b="b"/>
            <a:pathLst>
              <a:path fill="none" w="162" h="59">
                <a:moveTo>
                  <a:pt x="0" y="0"/>
                </a:moveTo>
                <a:cubicBezTo>
                  <a:pt x="32" y="11"/>
                  <a:pt x="66" y="23"/>
                  <a:pt x="162" y="59"/>
                </a:cubicBezTo>
              </a:path>
            </a:pathLst>
          </a:custGeom>
          <a:ln cap="rnd" w="15120">
            <a:solidFill>
              <a:srgbClr val="7048E8"/>
            </a:solidFill>
            <a:miter/>
          </a:ln>
        </p:spPr>
        <p:txBody>
          <a:bodyPr lIns="7560" tIns="7560" rIns="7560" bIns="756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5296680" y="5660640"/>
            <a:ext cx="1844640" cy="282600"/>
          </a:xfrm>
          <a:custGeom>
            <a:avLst/>
            <a:gdLst/>
            <a:ahLst/>
            <a:rect l="0" t="0" r="r" b="b"/>
            <a:pathLst>
              <a:path fill="none" w="5124" h="785">
                <a:moveTo>
                  <a:pt x="0" y="735"/>
                </a:moveTo>
                <a:cubicBezTo>
                  <a:pt x="427" y="735"/>
                  <a:pt x="2134" y="849"/>
                  <a:pt x="2561" y="735"/>
                </a:cubicBezTo>
                <a:cubicBezTo>
                  <a:pt x="2988" y="621"/>
                  <a:pt x="2134" y="165"/>
                  <a:pt x="2561" y="51"/>
                </a:cubicBezTo>
                <a:cubicBezTo>
                  <a:pt x="2988" y="-63"/>
                  <a:pt x="4697" y="51"/>
                  <a:pt x="5124" y="51"/>
                </a:cubicBezTo>
                <a:moveTo>
                  <a:pt x="0" y="735"/>
                </a:moveTo>
                <a:cubicBezTo>
                  <a:pt x="427" y="735"/>
                  <a:pt x="2134" y="849"/>
                  <a:pt x="2561" y="735"/>
                </a:cubicBezTo>
                <a:cubicBezTo>
                  <a:pt x="2988" y="621"/>
                  <a:pt x="2134" y="165"/>
                  <a:pt x="2561" y="51"/>
                </a:cubicBezTo>
                <a:cubicBezTo>
                  <a:pt x="2988" y="-63"/>
                  <a:pt x="4697" y="51"/>
                  <a:pt x="5124" y="51"/>
                </a:cubicBezTo>
              </a:path>
            </a:pathLst>
          </a:custGeom>
          <a:ln cap="rnd" w="12240">
            <a:solidFill>
              <a:srgbClr val="C92A2A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6965640" y="5677920"/>
            <a:ext cx="175680" cy="57960"/>
          </a:xfrm>
          <a:custGeom>
            <a:avLst/>
            <a:gdLst/>
            <a:ahLst/>
            <a:rect l="0" t="0" r="r" b="b"/>
            <a:pathLst>
              <a:path fill="none" w="488" h="161">
                <a:moveTo>
                  <a:pt x="0" y="161"/>
                </a:moveTo>
                <a:cubicBezTo>
                  <a:pt x="98" y="129"/>
                  <a:pt x="195" y="97"/>
                  <a:pt x="488" y="0"/>
                </a:cubicBezTo>
                <a:moveTo>
                  <a:pt x="0" y="161"/>
                </a:moveTo>
                <a:cubicBezTo>
                  <a:pt x="163" y="107"/>
                  <a:pt x="325" y="54"/>
                  <a:pt x="488" y="0"/>
                </a:cubicBezTo>
              </a:path>
            </a:pathLst>
          </a:custGeom>
          <a:ln cap="rnd" w="12240">
            <a:solidFill>
              <a:srgbClr val="C92A2A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6969960" y="5609520"/>
            <a:ext cx="171360" cy="68760"/>
          </a:xfrm>
          <a:custGeom>
            <a:avLst/>
            <a:gdLst/>
            <a:ahLst/>
            <a:rect l="0" t="0" r="r" b="b"/>
            <a:pathLst>
              <a:path fill="none" w="476" h="191">
                <a:moveTo>
                  <a:pt x="0" y="0"/>
                </a:moveTo>
                <a:cubicBezTo>
                  <a:pt x="95" y="38"/>
                  <a:pt x="190" y="76"/>
                  <a:pt x="476" y="191"/>
                </a:cubicBezTo>
                <a:moveTo>
                  <a:pt x="0" y="0"/>
                </a:moveTo>
                <a:cubicBezTo>
                  <a:pt x="158" y="63"/>
                  <a:pt x="317" y="128"/>
                  <a:pt x="476" y="191"/>
                </a:cubicBezTo>
              </a:path>
            </a:pathLst>
          </a:custGeom>
          <a:ln cap="rnd" w="12240">
            <a:solidFill>
              <a:srgbClr val="C92A2A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6895080" y="5660640"/>
            <a:ext cx="1660320" cy="282600"/>
          </a:xfrm>
          <a:custGeom>
            <a:avLst/>
            <a:gdLst/>
            <a:ahLst/>
            <a:rect l="0" t="0" r="r" b="b"/>
            <a:pathLst>
              <a:path fill="none" w="4612" h="785">
                <a:moveTo>
                  <a:pt x="0" y="735"/>
                </a:moveTo>
                <a:cubicBezTo>
                  <a:pt x="384" y="735"/>
                  <a:pt x="1922" y="849"/>
                  <a:pt x="2306" y="735"/>
                </a:cubicBezTo>
                <a:cubicBezTo>
                  <a:pt x="2691" y="621"/>
                  <a:pt x="1922" y="165"/>
                  <a:pt x="2306" y="51"/>
                </a:cubicBezTo>
                <a:cubicBezTo>
                  <a:pt x="2691" y="-63"/>
                  <a:pt x="4228" y="51"/>
                  <a:pt x="4612" y="51"/>
                </a:cubicBezTo>
                <a:moveTo>
                  <a:pt x="0" y="735"/>
                </a:moveTo>
                <a:cubicBezTo>
                  <a:pt x="384" y="735"/>
                  <a:pt x="1922" y="849"/>
                  <a:pt x="2306" y="735"/>
                </a:cubicBezTo>
                <a:cubicBezTo>
                  <a:pt x="2691" y="621"/>
                  <a:pt x="1922" y="165"/>
                  <a:pt x="2306" y="51"/>
                </a:cubicBezTo>
                <a:cubicBezTo>
                  <a:pt x="2691" y="-63"/>
                  <a:pt x="4228" y="51"/>
                  <a:pt x="4612" y="51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8379360" y="5677920"/>
            <a:ext cx="176040" cy="57240"/>
          </a:xfrm>
          <a:custGeom>
            <a:avLst/>
            <a:gdLst/>
            <a:ahLst/>
            <a:rect l="0" t="0" r="r" b="b"/>
            <a:pathLst>
              <a:path fill="none" w="489" h="159">
                <a:moveTo>
                  <a:pt x="0" y="159"/>
                </a:moveTo>
                <a:cubicBezTo>
                  <a:pt x="98" y="127"/>
                  <a:pt x="196" y="96"/>
                  <a:pt x="489" y="0"/>
                </a:cubicBezTo>
                <a:moveTo>
                  <a:pt x="0" y="159"/>
                </a:moveTo>
                <a:cubicBezTo>
                  <a:pt x="173" y="103"/>
                  <a:pt x="348" y="47"/>
                  <a:pt x="489" y="0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8384040" y="5608800"/>
            <a:ext cx="171360" cy="69480"/>
          </a:xfrm>
          <a:custGeom>
            <a:avLst/>
            <a:gdLst/>
            <a:ahLst/>
            <a:rect l="0" t="0" r="r" b="b"/>
            <a:pathLst>
              <a:path fill="none" w="476" h="193">
                <a:moveTo>
                  <a:pt x="0" y="0"/>
                </a:moveTo>
                <a:cubicBezTo>
                  <a:pt x="95" y="38"/>
                  <a:pt x="191" y="78"/>
                  <a:pt x="476" y="193"/>
                </a:cubicBezTo>
                <a:moveTo>
                  <a:pt x="0" y="0"/>
                </a:moveTo>
                <a:cubicBezTo>
                  <a:pt x="169" y="68"/>
                  <a:pt x="338" y="137"/>
                  <a:pt x="476" y="193"/>
                </a:cubicBezTo>
              </a:path>
            </a:pathLst>
          </a:custGeom>
          <a:ln cap="rnd" w="12240">
            <a:solidFill>
              <a:srgbClr val="495057"/>
            </a:solidFill>
            <a:miter/>
          </a:ln>
        </p:spPr>
        <p:txBody>
          <a:bodyPr lIns="6120" tIns="6120" rIns="6120" bIns="61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9011160" y="5764680"/>
            <a:ext cx="5029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3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Adaptive Card</a:t>
            </a:r>
            <a:endParaRPr lang="en-GB" sz="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1179504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13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685800" y="520200"/>
            <a:ext cx="28508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O U T P U T   V I A   T E A M S   H I T L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685440" y="1730520"/>
            <a:ext cx="10820880" cy="4882680"/>
          </a:xfrm>
          <a:custGeom>
            <a:avLst/>
            <a:gdLst/>
            <a:ahLst/>
            <a:rect l="0" t="0" r="r" b="b"/>
            <a:pathLst>
              <a:path w="30058" h="13563">
                <a:moveTo>
                  <a:pt x="0" y="0"/>
                </a:moveTo>
                <a:lnTo>
                  <a:pt x="30058" y="0"/>
                </a:lnTo>
                <a:lnTo>
                  <a:pt x="30058" y="13563"/>
                </a:lnTo>
                <a:lnTo>
                  <a:pt x="0" y="135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791280" y="1843560"/>
            <a:ext cx="2072520" cy="749160"/>
          </a:xfrm>
          <a:custGeom>
            <a:avLst/>
            <a:gdLst/>
            <a:ahLst/>
            <a:rect l="0" t="0" r="r" b="b"/>
            <a:pathLst>
              <a:path w="5757" h="2081">
                <a:moveTo>
                  <a:pt x="0" y="0"/>
                </a:moveTo>
                <a:lnTo>
                  <a:pt x="5757" y="49"/>
                </a:lnTo>
                <a:lnTo>
                  <a:pt x="5740" y="2013"/>
                </a:lnTo>
                <a:lnTo>
                  <a:pt x="51" y="208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797400" y="1834920"/>
            <a:ext cx="2070000" cy="755640"/>
          </a:xfrm>
          <a:custGeom>
            <a:avLst/>
            <a:gdLst/>
            <a:ahLst/>
            <a:rect l="0" t="0" r="r" b="b"/>
            <a:pathLst>
              <a:path fill="none" w="5750" h="2099">
                <a:moveTo>
                  <a:pt x="30" y="51"/>
                </a:moveTo>
                <a:cubicBezTo>
                  <a:pt x="1153" y="45"/>
                  <a:pt x="2289" y="0"/>
                  <a:pt x="5707" y="42"/>
                </a:cubicBezTo>
                <a:moveTo>
                  <a:pt x="6" y="40"/>
                </a:moveTo>
                <a:cubicBezTo>
                  <a:pt x="1286" y="30"/>
                  <a:pt x="2543" y="21"/>
                  <a:pt x="5710" y="48"/>
                </a:cubicBezTo>
                <a:moveTo>
                  <a:pt x="5750" y="0"/>
                </a:moveTo>
                <a:cubicBezTo>
                  <a:pt x="5732" y="505"/>
                  <a:pt x="5746" y="889"/>
                  <a:pt x="5747" y="2056"/>
                </a:cubicBezTo>
                <a:moveTo>
                  <a:pt x="5725" y="20"/>
                </a:moveTo>
                <a:cubicBezTo>
                  <a:pt x="5731" y="566"/>
                  <a:pt x="5711" y="1131"/>
                  <a:pt x="5727" y="2080"/>
                </a:cubicBezTo>
                <a:moveTo>
                  <a:pt x="5736" y="2070"/>
                </a:moveTo>
                <a:cubicBezTo>
                  <a:pt x="4505" y="2114"/>
                  <a:pt x="3233" y="2105"/>
                  <a:pt x="45" y="2067"/>
                </a:cubicBezTo>
                <a:moveTo>
                  <a:pt x="5704" y="2071"/>
                </a:moveTo>
                <a:cubicBezTo>
                  <a:pt x="3574" y="2083"/>
                  <a:pt x="1445" y="2078"/>
                  <a:pt x="31" y="2074"/>
                </a:cubicBezTo>
                <a:moveTo>
                  <a:pt x="2" y="2068"/>
                </a:moveTo>
                <a:cubicBezTo>
                  <a:pt x="27" y="1458"/>
                  <a:pt x="-8" y="909"/>
                  <a:pt x="28" y="11"/>
                </a:cubicBezTo>
                <a:moveTo>
                  <a:pt x="21" y="2094"/>
                </a:moveTo>
                <a:cubicBezTo>
                  <a:pt x="-12" y="1319"/>
                  <a:pt x="-2" y="574"/>
                  <a:pt x="25" y="56"/>
                </a:cubicBezTo>
              </a:path>
            </a:pathLst>
          </a:custGeom>
          <a:ln cap="rnd" w="7200">
            <a:solidFill>
              <a:srgbClr val="000000">
                <a:alpha val="0"/>
              </a:srgbClr>
            </a:solidFill>
            <a:miter/>
          </a:ln>
        </p:spPr>
        <p:txBody>
          <a:bodyPr lIns="3600" tIns="3600" rIns="3600" bIns="36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3213360" y="1854000"/>
            <a:ext cx="2062440" cy="735120"/>
          </a:xfrm>
          <a:custGeom>
            <a:avLst/>
            <a:gdLst/>
            <a:ahLst/>
            <a:rect l="0" t="0" r="r" b="b"/>
            <a:pathLst>
              <a:path w="5729" h="2042">
                <a:moveTo>
                  <a:pt x="0" y="0"/>
                </a:moveTo>
                <a:lnTo>
                  <a:pt x="5729" y="16"/>
                </a:lnTo>
                <a:lnTo>
                  <a:pt x="5697" y="1988"/>
                </a:lnTo>
                <a:lnTo>
                  <a:pt x="21" y="20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3216240" y="1836720"/>
            <a:ext cx="2066760" cy="762840"/>
          </a:xfrm>
          <a:custGeom>
            <a:avLst/>
            <a:gdLst/>
            <a:ahLst/>
            <a:rect l="0" t="0" r="r" b="b"/>
            <a:pathLst>
              <a:path fill="none" w="5741" h="2119">
                <a:moveTo>
                  <a:pt x="12" y="30"/>
                </a:moveTo>
                <a:cubicBezTo>
                  <a:pt x="1178" y="62"/>
                  <a:pt x="2311" y="34"/>
                  <a:pt x="5726" y="12"/>
                </a:cubicBezTo>
                <a:moveTo>
                  <a:pt x="12" y="24"/>
                </a:moveTo>
                <a:cubicBezTo>
                  <a:pt x="1398" y="47"/>
                  <a:pt x="2771" y="29"/>
                  <a:pt x="5717" y="39"/>
                </a:cubicBezTo>
                <a:moveTo>
                  <a:pt x="5741" y="0"/>
                </a:moveTo>
                <a:cubicBezTo>
                  <a:pt x="5725" y="520"/>
                  <a:pt x="5753" y="963"/>
                  <a:pt x="5735" y="2074"/>
                </a:cubicBezTo>
                <a:moveTo>
                  <a:pt x="5711" y="19"/>
                </a:moveTo>
                <a:cubicBezTo>
                  <a:pt x="5701" y="703"/>
                  <a:pt x="5702" y="1384"/>
                  <a:pt x="5715" y="2062"/>
                </a:cubicBezTo>
                <a:moveTo>
                  <a:pt x="5721" y="2093"/>
                </a:moveTo>
                <a:cubicBezTo>
                  <a:pt x="4400" y="2136"/>
                  <a:pt x="3059" y="2119"/>
                  <a:pt x="42" y="2087"/>
                </a:cubicBezTo>
                <a:moveTo>
                  <a:pt x="5705" y="2080"/>
                </a:moveTo>
                <a:cubicBezTo>
                  <a:pt x="3725" y="2027"/>
                  <a:pt x="1715" y="2050"/>
                  <a:pt x="30" y="2054"/>
                </a:cubicBezTo>
                <a:moveTo>
                  <a:pt x="28" y="2098"/>
                </a:moveTo>
                <a:cubicBezTo>
                  <a:pt x="18" y="1286"/>
                  <a:pt x="29" y="513"/>
                  <a:pt x="0" y="23"/>
                </a:cubicBezTo>
                <a:moveTo>
                  <a:pt x="5" y="2089"/>
                </a:moveTo>
                <a:cubicBezTo>
                  <a:pt x="0" y="1395"/>
                  <a:pt x="21" y="718"/>
                  <a:pt x="14" y="51"/>
                </a:cubicBezTo>
              </a:path>
            </a:pathLst>
          </a:custGeom>
          <a:ln cap="rnd" w="7200">
            <a:solidFill>
              <a:srgbClr val="000000">
                <a:alpha val="0"/>
              </a:srgbClr>
            </a:solidFill>
            <a:miter/>
          </a:ln>
        </p:spPr>
        <p:txBody>
          <a:bodyPr lIns="3600" tIns="3600" rIns="3600" bIns="36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5632200" y="1835280"/>
            <a:ext cx="2067840" cy="750600"/>
          </a:xfrm>
          <a:custGeom>
            <a:avLst/>
            <a:gdLst/>
            <a:ahLst/>
            <a:rect l="0" t="0" r="r" b="b"/>
            <a:pathLst>
              <a:path w="5744" h="2085">
                <a:moveTo>
                  <a:pt x="9" y="0"/>
                </a:moveTo>
                <a:lnTo>
                  <a:pt x="5711" y="64"/>
                </a:lnTo>
                <a:lnTo>
                  <a:pt x="5744" y="2046"/>
                </a:lnTo>
                <a:lnTo>
                  <a:pt x="0" y="2085"/>
                </a:lnTo>
                <a:lnTo>
                  <a:pt x="9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5633280" y="1838880"/>
            <a:ext cx="2070000" cy="757440"/>
          </a:xfrm>
          <a:custGeom>
            <a:avLst/>
            <a:gdLst/>
            <a:ahLst/>
            <a:rect l="0" t="0" r="r" b="b"/>
            <a:pathLst>
              <a:path fill="none" w="5750" h="2104">
                <a:moveTo>
                  <a:pt x="0" y="14"/>
                </a:moveTo>
                <a:cubicBezTo>
                  <a:pt x="1148" y="-4"/>
                  <a:pt x="2277" y="-14"/>
                  <a:pt x="5750" y="49"/>
                </a:cubicBezTo>
                <a:moveTo>
                  <a:pt x="23" y="43"/>
                </a:moveTo>
                <a:cubicBezTo>
                  <a:pt x="1517" y="69"/>
                  <a:pt x="3038" y="73"/>
                  <a:pt x="5729" y="35"/>
                </a:cubicBezTo>
                <a:moveTo>
                  <a:pt x="5738" y="6"/>
                </a:moveTo>
                <a:cubicBezTo>
                  <a:pt x="5723" y="540"/>
                  <a:pt x="5766" y="1042"/>
                  <a:pt x="5729" y="2097"/>
                </a:cubicBezTo>
                <a:moveTo>
                  <a:pt x="5743" y="23"/>
                </a:moveTo>
                <a:cubicBezTo>
                  <a:pt x="5759" y="438"/>
                  <a:pt x="5740" y="869"/>
                  <a:pt x="5709" y="2049"/>
                </a:cubicBezTo>
                <a:moveTo>
                  <a:pt x="5712" y="2058"/>
                </a:moveTo>
                <a:cubicBezTo>
                  <a:pt x="4301" y="2102"/>
                  <a:pt x="2891" y="2139"/>
                  <a:pt x="46" y="2049"/>
                </a:cubicBezTo>
                <a:moveTo>
                  <a:pt x="5712" y="2062"/>
                </a:moveTo>
                <a:cubicBezTo>
                  <a:pt x="3851" y="2096"/>
                  <a:pt x="1993" y="2083"/>
                  <a:pt x="35" y="2070"/>
                </a:cubicBezTo>
                <a:moveTo>
                  <a:pt x="60" y="2051"/>
                </a:moveTo>
                <a:cubicBezTo>
                  <a:pt x="14" y="1526"/>
                  <a:pt x="-10" y="1019"/>
                  <a:pt x="59" y="39"/>
                </a:cubicBezTo>
                <a:moveTo>
                  <a:pt x="36" y="2089"/>
                </a:moveTo>
                <a:cubicBezTo>
                  <a:pt x="19" y="1476"/>
                  <a:pt x="9" y="868"/>
                  <a:pt x="8" y="51"/>
                </a:cubicBezTo>
              </a:path>
            </a:pathLst>
          </a:custGeom>
          <a:ln cap="rnd" w="7200">
            <a:solidFill>
              <a:srgbClr val="000000">
                <a:alpha val="0"/>
              </a:srgbClr>
            </a:solidFill>
            <a:miter/>
          </a:ln>
        </p:spPr>
        <p:txBody>
          <a:bodyPr lIns="3600" tIns="3600" rIns="3600" bIns="36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799920" y="3018600"/>
            <a:ext cx="1462320" cy="516600"/>
          </a:xfrm>
          <a:custGeom>
            <a:avLst/>
            <a:gdLst/>
            <a:ahLst/>
            <a:rect l="0" t="0" r="r" b="b"/>
            <a:pathLst>
              <a:path w="4062" h="1435">
                <a:moveTo>
                  <a:pt x="0" y="0"/>
                </a:moveTo>
                <a:lnTo>
                  <a:pt x="4045" y="31"/>
                </a:lnTo>
                <a:lnTo>
                  <a:pt x="4062" y="1411"/>
                </a:lnTo>
                <a:lnTo>
                  <a:pt x="43" y="14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796320" y="3013560"/>
            <a:ext cx="1477800" cy="533880"/>
          </a:xfrm>
          <a:custGeom>
            <a:avLst/>
            <a:gdLst/>
            <a:ahLst/>
            <a:rect l="0" t="0" r="r" b="b"/>
            <a:pathLst>
              <a:path fill="none" w="4105" h="1483">
                <a:moveTo>
                  <a:pt x="45" y="54"/>
                </a:moveTo>
                <a:cubicBezTo>
                  <a:pt x="846" y="2"/>
                  <a:pt x="1643" y="10"/>
                  <a:pt x="4070" y="12"/>
                </a:cubicBezTo>
                <a:moveTo>
                  <a:pt x="26" y="21"/>
                </a:moveTo>
                <a:cubicBezTo>
                  <a:pt x="1195" y="-2"/>
                  <a:pt x="2331" y="-7"/>
                  <a:pt x="4104" y="20"/>
                </a:cubicBezTo>
                <a:moveTo>
                  <a:pt x="4095" y="0"/>
                </a:moveTo>
                <a:cubicBezTo>
                  <a:pt x="4047" y="383"/>
                  <a:pt x="4104" y="779"/>
                  <a:pt x="4083" y="1416"/>
                </a:cubicBezTo>
                <a:moveTo>
                  <a:pt x="4096" y="16"/>
                </a:moveTo>
                <a:cubicBezTo>
                  <a:pt x="4095" y="401"/>
                  <a:pt x="4097" y="782"/>
                  <a:pt x="4105" y="1455"/>
                </a:cubicBezTo>
                <a:moveTo>
                  <a:pt x="4059" y="1468"/>
                </a:moveTo>
                <a:cubicBezTo>
                  <a:pt x="2987" y="1504"/>
                  <a:pt x="1938" y="1464"/>
                  <a:pt x="43" y="1454"/>
                </a:cubicBezTo>
                <a:moveTo>
                  <a:pt x="4078" y="1454"/>
                </a:moveTo>
                <a:cubicBezTo>
                  <a:pt x="2866" y="1428"/>
                  <a:pt x="1621" y="1445"/>
                  <a:pt x="32" y="1431"/>
                </a:cubicBezTo>
                <a:moveTo>
                  <a:pt x="0" y="1464"/>
                </a:moveTo>
                <a:cubicBezTo>
                  <a:pt x="0" y="948"/>
                  <a:pt x="22" y="430"/>
                  <a:pt x="26" y="44"/>
                </a:cubicBezTo>
                <a:moveTo>
                  <a:pt x="16" y="1467"/>
                </a:moveTo>
                <a:cubicBezTo>
                  <a:pt x="24" y="1090"/>
                  <a:pt x="24" y="706"/>
                  <a:pt x="34" y="40"/>
                </a:cubicBezTo>
              </a:path>
            </a:pathLst>
          </a:custGeom>
          <a:ln cap="rnd" w="7200">
            <a:solidFill>
              <a:srgbClr val="000000">
                <a:alpha val="0"/>
              </a:srgbClr>
            </a:solidFill>
            <a:miter/>
          </a:ln>
        </p:spPr>
        <p:txBody>
          <a:bodyPr lIns="3600" tIns="3600" rIns="3600" bIns="36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2489040" y="3028680"/>
            <a:ext cx="1476000" cy="503280"/>
          </a:xfrm>
          <a:custGeom>
            <a:avLst/>
            <a:gdLst/>
            <a:ahLst/>
            <a:rect l="0" t="0" r="r" b="b"/>
            <a:pathLst>
              <a:path w="4100" h="1398">
                <a:moveTo>
                  <a:pt x="0" y="1"/>
                </a:moveTo>
                <a:lnTo>
                  <a:pt x="4099" y="0"/>
                </a:lnTo>
                <a:lnTo>
                  <a:pt x="4100" y="1388"/>
                </a:lnTo>
                <a:lnTo>
                  <a:pt x="13" y="1398"/>
                </a:lnTo>
                <a:lnTo>
                  <a:pt x="0" y="1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2481480" y="3015360"/>
            <a:ext cx="1482480" cy="532080"/>
          </a:xfrm>
          <a:custGeom>
            <a:avLst/>
            <a:gdLst/>
            <a:ahLst/>
            <a:rect l="0" t="0" r="r" b="b"/>
            <a:pathLst>
              <a:path fill="none" w="4118" h="1478">
                <a:moveTo>
                  <a:pt x="26" y="30"/>
                </a:moveTo>
                <a:cubicBezTo>
                  <a:pt x="806" y="85"/>
                  <a:pt x="1672" y="39"/>
                  <a:pt x="4095" y="51"/>
                </a:cubicBezTo>
                <a:moveTo>
                  <a:pt x="35" y="3"/>
                </a:moveTo>
                <a:cubicBezTo>
                  <a:pt x="1274" y="11"/>
                  <a:pt x="2527" y="-5"/>
                  <a:pt x="4078" y="11"/>
                </a:cubicBezTo>
                <a:moveTo>
                  <a:pt x="4088" y="0"/>
                </a:moveTo>
                <a:cubicBezTo>
                  <a:pt x="4121" y="387"/>
                  <a:pt x="4110" y="831"/>
                  <a:pt x="4073" y="1434"/>
                </a:cubicBezTo>
                <a:moveTo>
                  <a:pt x="4084" y="15"/>
                </a:moveTo>
                <a:cubicBezTo>
                  <a:pt x="4072" y="497"/>
                  <a:pt x="4095" y="993"/>
                  <a:pt x="4095" y="1437"/>
                </a:cubicBezTo>
                <a:moveTo>
                  <a:pt x="4118" y="1422"/>
                </a:moveTo>
                <a:cubicBezTo>
                  <a:pt x="2981" y="1459"/>
                  <a:pt x="1819" y="1482"/>
                  <a:pt x="43" y="1478"/>
                </a:cubicBezTo>
                <a:moveTo>
                  <a:pt x="4081" y="1428"/>
                </a:moveTo>
                <a:cubicBezTo>
                  <a:pt x="2947" y="1450"/>
                  <a:pt x="1816" y="1462"/>
                  <a:pt x="34" y="1445"/>
                </a:cubicBezTo>
                <a:moveTo>
                  <a:pt x="29" y="1413"/>
                </a:moveTo>
                <a:cubicBezTo>
                  <a:pt x="-8" y="1114"/>
                  <a:pt x="60" y="792"/>
                  <a:pt x="0" y="55"/>
                </a:cubicBezTo>
                <a:moveTo>
                  <a:pt x="2" y="1462"/>
                </a:moveTo>
                <a:cubicBezTo>
                  <a:pt x="37" y="1144"/>
                  <a:pt x="47" y="806"/>
                  <a:pt x="25" y="34"/>
                </a:cubicBezTo>
              </a:path>
            </a:pathLst>
          </a:custGeom>
          <a:ln cap="rnd" w="7200">
            <a:solidFill>
              <a:srgbClr val="000000">
                <a:alpha val="0"/>
              </a:srgbClr>
            </a:solidFill>
            <a:miter/>
          </a:ln>
        </p:spPr>
        <p:txBody>
          <a:bodyPr lIns="3600" tIns="3600" rIns="3600" bIns="36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4171680" y="3009960"/>
            <a:ext cx="1472040" cy="519840"/>
          </a:xfrm>
          <a:custGeom>
            <a:avLst/>
            <a:gdLst/>
            <a:ahLst/>
            <a:rect l="0" t="0" r="r" b="b"/>
            <a:pathLst>
              <a:path w="4089" h="1444">
                <a:moveTo>
                  <a:pt x="18" y="0"/>
                </a:moveTo>
                <a:lnTo>
                  <a:pt x="4089" y="48"/>
                </a:lnTo>
                <a:lnTo>
                  <a:pt x="4074" y="1444"/>
                </a:lnTo>
                <a:lnTo>
                  <a:pt x="0" y="1440"/>
                </a:lnTo>
                <a:lnTo>
                  <a:pt x="18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4169160" y="3011760"/>
            <a:ext cx="1480680" cy="538200"/>
          </a:xfrm>
          <a:custGeom>
            <a:avLst/>
            <a:gdLst/>
            <a:ahLst/>
            <a:rect l="0" t="0" r="r" b="b"/>
            <a:pathLst>
              <a:path fill="none" w="4113" h="1495">
                <a:moveTo>
                  <a:pt x="1" y="21"/>
                </a:moveTo>
                <a:cubicBezTo>
                  <a:pt x="833" y="35"/>
                  <a:pt x="1621" y="10"/>
                  <a:pt x="4113" y="32"/>
                </a:cubicBezTo>
                <a:moveTo>
                  <a:pt x="0" y="36"/>
                </a:moveTo>
                <a:cubicBezTo>
                  <a:pt x="1346" y="38"/>
                  <a:pt x="2680" y="49"/>
                  <a:pt x="4082" y="16"/>
                </a:cubicBezTo>
                <a:moveTo>
                  <a:pt x="4074" y="15"/>
                </a:moveTo>
                <a:cubicBezTo>
                  <a:pt x="4106" y="488"/>
                  <a:pt x="4109" y="898"/>
                  <a:pt x="4056" y="1468"/>
                </a:cubicBezTo>
                <a:moveTo>
                  <a:pt x="4106" y="29"/>
                </a:moveTo>
                <a:cubicBezTo>
                  <a:pt x="4112" y="322"/>
                  <a:pt x="4115" y="608"/>
                  <a:pt x="4079" y="1433"/>
                </a:cubicBezTo>
                <a:moveTo>
                  <a:pt x="4096" y="1465"/>
                </a:moveTo>
                <a:cubicBezTo>
                  <a:pt x="2896" y="1501"/>
                  <a:pt x="1692" y="1515"/>
                  <a:pt x="35" y="1444"/>
                </a:cubicBezTo>
                <a:moveTo>
                  <a:pt x="4078" y="1454"/>
                </a:moveTo>
                <a:cubicBezTo>
                  <a:pt x="3058" y="1451"/>
                  <a:pt x="2004" y="1458"/>
                  <a:pt x="28" y="1438"/>
                </a:cubicBezTo>
                <a:moveTo>
                  <a:pt x="51" y="1458"/>
                </a:moveTo>
                <a:cubicBezTo>
                  <a:pt x="58" y="1010"/>
                  <a:pt x="9" y="517"/>
                  <a:pt x="48" y="0"/>
                </a:cubicBezTo>
                <a:moveTo>
                  <a:pt x="23" y="1472"/>
                </a:moveTo>
                <a:cubicBezTo>
                  <a:pt x="14" y="886"/>
                  <a:pt x="-6" y="352"/>
                  <a:pt x="9" y="44"/>
                </a:cubicBezTo>
              </a:path>
            </a:pathLst>
          </a:custGeom>
          <a:ln cap="rnd" w="7200">
            <a:solidFill>
              <a:srgbClr val="000000">
                <a:alpha val="0"/>
              </a:srgbClr>
            </a:solidFill>
            <a:miter/>
          </a:ln>
        </p:spPr>
        <p:txBody>
          <a:bodyPr lIns="3600" tIns="3600" rIns="3600" bIns="36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7682760" y="4706640"/>
            <a:ext cx="2077200" cy="657720"/>
          </a:xfrm>
          <a:custGeom>
            <a:avLst/>
            <a:gdLst/>
            <a:ahLst/>
            <a:rect l="0" t="0" r="r" b="b"/>
            <a:pathLst>
              <a:path w="5770" h="1827">
                <a:moveTo>
                  <a:pt x="47" y="0"/>
                </a:moveTo>
                <a:lnTo>
                  <a:pt x="5720" y="15"/>
                </a:lnTo>
                <a:lnTo>
                  <a:pt x="5770" y="1827"/>
                </a:lnTo>
                <a:lnTo>
                  <a:pt x="0" y="1809"/>
                </a:lnTo>
                <a:lnTo>
                  <a:pt x="47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7682760" y="4699800"/>
            <a:ext cx="2076840" cy="681120"/>
          </a:xfrm>
          <a:custGeom>
            <a:avLst/>
            <a:gdLst/>
            <a:ahLst/>
            <a:rect l="0" t="0" r="r" b="b"/>
            <a:pathLst>
              <a:path fill="none" w="5769" h="1892">
                <a:moveTo>
                  <a:pt x="0" y="0"/>
                </a:moveTo>
                <a:cubicBezTo>
                  <a:pt x="1199" y="47"/>
                  <a:pt x="2313" y="43"/>
                  <a:pt x="5710" y="0"/>
                </a:cubicBezTo>
                <a:moveTo>
                  <a:pt x="23" y="18"/>
                </a:moveTo>
                <a:cubicBezTo>
                  <a:pt x="2009" y="58"/>
                  <a:pt x="4026" y="58"/>
                  <a:pt x="5733" y="8"/>
                </a:cubicBezTo>
                <a:moveTo>
                  <a:pt x="5709" y="15"/>
                </a:moveTo>
                <a:cubicBezTo>
                  <a:pt x="5742" y="623"/>
                  <a:pt x="5759" y="1213"/>
                  <a:pt x="5769" y="1892"/>
                </a:cubicBezTo>
                <a:moveTo>
                  <a:pt x="5736" y="28"/>
                </a:moveTo>
                <a:cubicBezTo>
                  <a:pt x="5731" y="530"/>
                  <a:pt x="5755" y="1046"/>
                  <a:pt x="5751" y="1863"/>
                </a:cubicBezTo>
                <a:moveTo>
                  <a:pt x="5724" y="1830"/>
                </a:moveTo>
                <a:cubicBezTo>
                  <a:pt x="3955" y="1873"/>
                  <a:pt x="2205" y="1876"/>
                  <a:pt x="45" y="1872"/>
                </a:cubicBezTo>
                <a:moveTo>
                  <a:pt x="5725" y="1869"/>
                </a:moveTo>
                <a:cubicBezTo>
                  <a:pt x="4404" y="1886"/>
                  <a:pt x="3087" y="1888"/>
                  <a:pt x="40" y="1858"/>
                </a:cubicBezTo>
                <a:moveTo>
                  <a:pt x="10" y="1813"/>
                </a:moveTo>
                <a:cubicBezTo>
                  <a:pt x="65" y="1499"/>
                  <a:pt x="62" y="1117"/>
                  <a:pt x="34" y="11"/>
                </a:cubicBezTo>
                <a:moveTo>
                  <a:pt x="22" y="1874"/>
                </a:moveTo>
                <a:cubicBezTo>
                  <a:pt x="37" y="1207"/>
                  <a:pt x="28" y="577"/>
                  <a:pt x="13" y="39"/>
                </a:cubicBezTo>
              </a:path>
            </a:pathLst>
          </a:custGeom>
          <a:ln cap="rnd" w="7200">
            <a:solidFill>
              <a:srgbClr val="000000">
                <a:alpha val="0"/>
              </a:srgbClr>
            </a:solidFill>
            <a:miter/>
          </a:ln>
        </p:spPr>
        <p:txBody>
          <a:bodyPr lIns="3600" tIns="3600" rIns="3600" bIns="36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8582400" y="5810040"/>
            <a:ext cx="2850840" cy="729000"/>
          </a:xfrm>
          <a:custGeom>
            <a:avLst/>
            <a:gdLst/>
            <a:ahLst/>
            <a:rect l="0" t="0" r="r" b="b"/>
            <a:pathLst>
              <a:path w="7919" h="2025">
                <a:moveTo>
                  <a:pt x="0" y="18"/>
                </a:moveTo>
                <a:lnTo>
                  <a:pt x="7885" y="0"/>
                </a:lnTo>
                <a:lnTo>
                  <a:pt x="7919" y="2025"/>
                </a:lnTo>
                <a:lnTo>
                  <a:pt x="4" y="1992"/>
                </a:lnTo>
                <a:lnTo>
                  <a:pt x="0" y="18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8561160" y="5802480"/>
            <a:ext cx="2880000" cy="752760"/>
          </a:xfrm>
          <a:custGeom>
            <a:avLst/>
            <a:gdLst/>
            <a:ahLst/>
            <a:rect l="0" t="0" r="r" b="b"/>
            <a:pathLst>
              <a:path fill="none" w="8000" h="2091">
                <a:moveTo>
                  <a:pt x="45" y="41"/>
                </a:moveTo>
                <a:cubicBezTo>
                  <a:pt x="1617" y="-17"/>
                  <a:pt x="3230" y="-7"/>
                  <a:pt x="7973" y="34"/>
                </a:cubicBezTo>
                <a:moveTo>
                  <a:pt x="32" y="10"/>
                </a:moveTo>
                <a:cubicBezTo>
                  <a:pt x="2986" y="-7"/>
                  <a:pt x="5922" y="11"/>
                  <a:pt x="7982" y="9"/>
                </a:cubicBezTo>
                <a:moveTo>
                  <a:pt x="7943" y="20"/>
                </a:moveTo>
                <a:cubicBezTo>
                  <a:pt x="7939" y="709"/>
                  <a:pt x="7970" y="1423"/>
                  <a:pt x="8000" y="2038"/>
                </a:cubicBezTo>
                <a:moveTo>
                  <a:pt x="7965" y="33"/>
                </a:moveTo>
                <a:cubicBezTo>
                  <a:pt x="7987" y="730"/>
                  <a:pt x="7950" y="1418"/>
                  <a:pt x="7983" y="2054"/>
                </a:cubicBezTo>
                <a:moveTo>
                  <a:pt x="7959" y="2061"/>
                </a:moveTo>
                <a:cubicBezTo>
                  <a:pt x="5373" y="2106"/>
                  <a:pt x="2815" y="2101"/>
                  <a:pt x="43" y="2043"/>
                </a:cubicBezTo>
                <a:moveTo>
                  <a:pt x="7971" y="2056"/>
                </a:moveTo>
                <a:cubicBezTo>
                  <a:pt x="6335" y="2043"/>
                  <a:pt x="4677" y="2065"/>
                  <a:pt x="41" y="2050"/>
                </a:cubicBezTo>
                <a:moveTo>
                  <a:pt x="40" y="2053"/>
                </a:moveTo>
                <a:cubicBezTo>
                  <a:pt x="20" y="1494"/>
                  <a:pt x="-18" y="846"/>
                  <a:pt x="9" y="27"/>
                </a:cubicBezTo>
                <a:moveTo>
                  <a:pt x="50" y="2078"/>
                </a:moveTo>
                <a:cubicBezTo>
                  <a:pt x="52" y="1421"/>
                  <a:pt x="53" y="789"/>
                  <a:pt x="46" y="39"/>
                </a:cubicBezTo>
              </a:path>
            </a:pathLst>
          </a:custGeom>
          <a:ln cap="rnd" w="7200">
            <a:solidFill>
              <a:srgbClr val="000000">
                <a:alpha val="0"/>
              </a:srgbClr>
            </a:solidFill>
            <a:miter/>
          </a:ln>
        </p:spPr>
        <p:txBody>
          <a:bodyPr lIns="3600" tIns="3600" rIns="3600" bIns="36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764640" y="1806840"/>
            <a:ext cx="2049120" cy="740520"/>
          </a:xfrm>
          <a:custGeom>
            <a:avLst/>
            <a:gdLst/>
            <a:ahLst/>
            <a:rect l="0" t="0" r="r" b="b"/>
            <a:pathLst>
              <a:path w="5692" h="2057">
                <a:moveTo>
                  <a:pt x="0" y="0"/>
                </a:moveTo>
                <a:lnTo>
                  <a:pt x="5692" y="10"/>
                </a:lnTo>
                <a:lnTo>
                  <a:pt x="5664" y="2036"/>
                </a:lnTo>
                <a:lnTo>
                  <a:pt x="4" y="2057"/>
                </a:lnTo>
                <a:lnTo>
                  <a:pt x="0" y="0"/>
                </a:lnTo>
                <a:close/>
              </a:path>
            </a:pathLst>
          </a:custGeom>
          <a:solidFill>
            <a:srgbClr val="FFD6A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753840" y="1792800"/>
            <a:ext cx="2069280" cy="752400"/>
          </a:xfrm>
          <a:custGeom>
            <a:avLst/>
            <a:gdLst/>
            <a:ahLst/>
            <a:rect l="0" t="0" r="r" b="b"/>
            <a:pathLst>
              <a:path fill="none" w="5748" h="2090">
                <a:moveTo>
                  <a:pt x="1" y="0"/>
                </a:moveTo>
                <a:cubicBezTo>
                  <a:pt x="1146" y="45"/>
                  <a:pt x="2311" y="74"/>
                  <a:pt x="5695" y="9"/>
                </a:cubicBezTo>
                <a:moveTo>
                  <a:pt x="22" y="17"/>
                </a:moveTo>
                <a:cubicBezTo>
                  <a:pt x="2160" y="45"/>
                  <a:pt x="4314" y="55"/>
                  <a:pt x="5722" y="36"/>
                </a:cubicBezTo>
                <a:moveTo>
                  <a:pt x="5747" y="46"/>
                </a:moveTo>
                <a:cubicBezTo>
                  <a:pt x="5741" y="612"/>
                  <a:pt x="5714" y="1136"/>
                  <a:pt x="5748" y="2079"/>
                </a:cubicBezTo>
                <a:moveTo>
                  <a:pt x="5718" y="39"/>
                </a:moveTo>
                <a:cubicBezTo>
                  <a:pt x="5738" y="550"/>
                  <a:pt x="5731" y="1051"/>
                  <a:pt x="5737" y="2058"/>
                </a:cubicBezTo>
                <a:moveTo>
                  <a:pt x="5724" y="2041"/>
                </a:moveTo>
                <a:cubicBezTo>
                  <a:pt x="4442" y="2080"/>
                  <a:pt x="3150" y="2101"/>
                  <a:pt x="39" y="2085"/>
                </a:cubicBezTo>
                <a:moveTo>
                  <a:pt x="5725" y="2070"/>
                </a:moveTo>
                <a:cubicBezTo>
                  <a:pt x="3718" y="2015"/>
                  <a:pt x="1722" y="2025"/>
                  <a:pt x="4" y="2055"/>
                </a:cubicBezTo>
                <a:moveTo>
                  <a:pt x="25" y="2076"/>
                </a:moveTo>
                <a:cubicBezTo>
                  <a:pt x="-17" y="1342"/>
                  <a:pt x="7" y="685"/>
                  <a:pt x="14" y="19"/>
                </a:cubicBezTo>
                <a:moveTo>
                  <a:pt x="12" y="2088"/>
                </a:moveTo>
                <a:cubicBezTo>
                  <a:pt x="-18" y="1624"/>
                  <a:pt x="16" y="1159"/>
                  <a:pt x="12" y="45"/>
                </a:cubicBezTo>
              </a:path>
            </a:pathLst>
          </a:custGeom>
          <a:ln cap="rnd" w="14400">
            <a:solidFill>
              <a:srgbClr val="E8590C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685800" y="719640"/>
            <a:ext cx="1288188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Approve · Reject · Edit — gate before any write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1362240" y="1853640"/>
            <a:ext cx="745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4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Triage agent</a:t>
            </a:r>
            <a:endParaRPr lang="en-GB" sz="10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3173760" y="1815480"/>
            <a:ext cx="2067480" cy="728640"/>
          </a:xfrm>
          <a:custGeom>
            <a:avLst/>
            <a:gdLst/>
            <a:ahLst/>
            <a:rect l="0" t="0" r="r" b="b"/>
            <a:pathLst>
              <a:path w="5743" h="2024">
                <a:moveTo>
                  <a:pt x="0" y="2"/>
                </a:moveTo>
                <a:lnTo>
                  <a:pt x="5743" y="0"/>
                </a:lnTo>
                <a:lnTo>
                  <a:pt x="5707" y="2024"/>
                </a:lnTo>
                <a:lnTo>
                  <a:pt x="16" y="1995"/>
                </a:lnTo>
                <a:lnTo>
                  <a:pt x="0" y="2"/>
                </a:lnTo>
                <a:close/>
              </a:path>
            </a:pathLst>
          </a:custGeom>
          <a:solidFill>
            <a:srgbClr val="FFD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3153600" y="1784520"/>
            <a:ext cx="2090880" cy="774000"/>
          </a:xfrm>
          <a:custGeom>
            <a:avLst/>
            <a:gdLst/>
            <a:ahLst/>
            <a:rect l="0" t="0" r="r" b="b"/>
            <a:pathLst>
              <a:path w="5808" h="2150">
                <a:moveTo>
                  <a:pt x="66" y="0"/>
                </a:moveTo>
                <a:lnTo>
                  <a:pt x="74" y="1"/>
                </a:lnTo>
                <a:lnTo>
                  <a:pt x="227" y="10"/>
                </a:lnTo>
                <a:cubicBezTo>
                  <a:pt x="232" y="10"/>
                  <a:pt x="236" y="11"/>
                  <a:pt x="240" y="13"/>
                </a:cubicBezTo>
                <a:cubicBezTo>
                  <a:pt x="245" y="15"/>
                  <a:pt x="248" y="18"/>
                  <a:pt x="252" y="21"/>
                </a:cubicBezTo>
                <a:cubicBezTo>
                  <a:pt x="255" y="25"/>
                  <a:pt x="257" y="29"/>
                  <a:pt x="259" y="33"/>
                </a:cubicBezTo>
                <a:cubicBezTo>
                  <a:pt x="260" y="38"/>
                  <a:pt x="261" y="42"/>
                  <a:pt x="261" y="47"/>
                </a:cubicBezTo>
                <a:cubicBezTo>
                  <a:pt x="260" y="52"/>
                  <a:pt x="259" y="56"/>
                  <a:pt x="257" y="61"/>
                </a:cubicBezTo>
                <a:cubicBezTo>
                  <a:pt x="255" y="65"/>
                  <a:pt x="252" y="69"/>
                  <a:pt x="249" y="72"/>
                </a:cubicBezTo>
                <a:cubicBezTo>
                  <a:pt x="245" y="75"/>
                  <a:pt x="241" y="77"/>
                  <a:pt x="237" y="79"/>
                </a:cubicBezTo>
                <a:cubicBezTo>
                  <a:pt x="232" y="80"/>
                  <a:pt x="228" y="81"/>
                  <a:pt x="223" y="81"/>
                </a:cubicBezTo>
                <a:lnTo>
                  <a:pt x="74" y="72"/>
                </a:lnTo>
                <a:lnTo>
                  <a:pt x="76" y="118"/>
                </a:lnTo>
                <a:cubicBezTo>
                  <a:pt x="77" y="122"/>
                  <a:pt x="76" y="127"/>
                  <a:pt x="74" y="131"/>
                </a:cubicBezTo>
                <a:cubicBezTo>
                  <a:pt x="73" y="136"/>
                  <a:pt x="71" y="140"/>
                  <a:pt x="67" y="143"/>
                </a:cubicBezTo>
                <a:cubicBezTo>
                  <a:pt x="64" y="147"/>
                  <a:pt x="61" y="150"/>
                  <a:pt x="56" y="152"/>
                </a:cubicBezTo>
                <a:cubicBezTo>
                  <a:pt x="52" y="154"/>
                  <a:pt x="48" y="155"/>
                  <a:pt x="43" y="155"/>
                </a:cubicBezTo>
                <a:cubicBezTo>
                  <a:pt x="38" y="155"/>
                  <a:pt x="34" y="155"/>
                  <a:pt x="29" y="153"/>
                </a:cubicBezTo>
                <a:cubicBezTo>
                  <a:pt x="25" y="152"/>
                  <a:pt x="21" y="149"/>
                  <a:pt x="17" y="146"/>
                </a:cubicBezTo>
                <a:cubicBezTo>
                  <a:pt x="14" y="143"/>
                  <a:pt x="11" y="139"/>
                  <a:pt x="9" y="135"/>
                </a:cubicBezTo>
                <a:cubicBezTo>
                  <a:pt x="7" y="131"/>
                  <a:pt x="6" y="126"/>
                  <a:pt x="5" y="122"/>
                </a:cubicBezTo>
                <a:lnTo>
                  <a:pt x="0" y="37"/>
                </a:lnTo>
                <a:cubicBezTo>
                  <a:pt x="0" y="33"/>
                  <a:pt x="1" y="28"/>
                  <a:pt x="2" y="23"/>
                </a:cubicBezTo>
                <a:cubicBezTo>
                  <a:pt x="4" y="19"/>
                  <a:pt x="6" y="15"/>
                  <a:pt x="9" y="11"/>
                </a:cubicBezTo>
                <a:cubicBezTo>
                  <a:pt x="12" y="8"/>
                  <a:pt x="16" y="5"/>
                  <a:pt x="20" y="3"/>
                </a:cubicBezTo>
                <a:cubicBezTo>
                  <a:pt x="24" y="1"/>
                  <a:pt x="29" y="0"/>
                  <a:pt x="34" y="0"/>
                </a:cubicBezTo>
                <a:cubicBezTo>
                  <a:pt x="38" y="-1"/>
                  <a:pt x="43" y="0"/>
                  <a:pt x="47" y="1"/>
                </a:cubicBezTo>
                <a:cubicBezTo>
                  <a:pt x="49" y="2"/>
                  <a:pt x="50" y="2"/>
                  <a:pt x="51" y="3"/>
                </a:cubicBezTo>
                <a:lnTo>
                  <a:pt x="52" y="2"/>
                </a:lnTo>
                <a:cubicBezTo>
                  <a:pt x="57" y="1"/>
                  <a:pt x="61" y="0"/>
                  <a:pt x="66" y="0"/>
                </a:cubicBezTo>
                <a:moveTo>
                  <a:pt x="451" y="20"/>
                </a:moveTo>
                <a:lnTo>
                  <a:pt x="611" y="26"/>
                </a:lnTo>
                <a:cubicBezTo>
                  <a:pt x="616" y="26"/>
                  <a:pt x="620" y="27"/>
                  <a:pt x="624" y="29"/>
                </a:cubicBezTo>
                <a:cubicBezTo>
                  <a:pt x="629" y="31"/>
                  <a:pt x="632" y="34"/>
                  <a:pt x="636" y="37"/>
                </a:cubicBezTo>
                <a:cubicBezTo>
                  <a:pt x="639" y="41"/>
                  <a:pt x="641" y="45"/>
                  <a:pt x="643" y="49"/>
                </a:cubicBezTo>
                <a:cubicBezTo>
                  <a:pt x="645" y="53"/>
                  <a:pt x="645" y="58"/>
                  <a:pt x="645" y="63"/>
                </a:cubicBezTo>
                <a:cubicBezTo>
                  <a:pt x="645" y="67"/>
                  <a:pt x="644" y="72"/>
                  <a:pt x="642" y="76"/>
                </a:cubicBezTo>
                <a:cubicBezTo>
                  <a:pt x="640" y="81"/>
                  <a:pt x="637" y="84"/>
                  <a:pt x="634" y="88"/>
                </a:cubicBezTo>
                <a:cubicBezTo>
                  <a:pt x="630" y="91"/>
                  <a:pt x="626" y="93"/>
                  <a:pt x="622" y="95"/>
                </a:cubicBezTo>
                <a:cubicBezTo>
                  <a:pt x="617" y="96"/>
                  <a:pt x="613" y="97"/>
                  <a:pt x="608" y="97"/>
                </a:cubicBezTo>
                <a:lnTo>
                  <a:pt x="448" y="91"/>
                </a:lnTo>
                <a:cubicBezTo>
                  <a:pt x="443" y="91"/>
                  <a:pt x="439" y="90"/>
                  <a:pt x="434" y="88"/>
                </a:cubicBezTo>
                <a:cubicBezTo>
                  <a:pt x="430" y="86"/>
                  <a:pt x="426" y="83"/>
                  <a:pt x="423" y="80"/>
                </a:cubicBezTo>
                <a:cubicBezTo>
                  <a:pt x="420" y="76"/>
                  <a:pt x="417" y="72"/>
                  <a:pt x="416" y="68"/>
                </a:cubicBezTo>
                <a:cubicBezTo>
                  <a:pt x="414" y="64"/>
                  <a:pt x="413" y="59"/>
                  <a:pt x="414" y="54"/>
                </a:cubicBezTo>
                <a:cubicBezTo>
                  <a:pt x="414" y="50"/>
                  <a:pt x="415" y="45"/>
                  <a:pt x="417" y="41"/>
                </a:cubicBezTo>
                <a:cubicBezTo>
                  <a:pt x="419" y="36"/>
                  <a:pt x="422" y="33"/>
                  <a:pt x="425" y="29"/>
                </a:cubicBezTo>
                <a:cubicBezTo>
                  <a:pt x="428" y="26"/>
                  <a:pt x="432" y="24"/>
                  <a:pt x="437" y="22"/>
                </a:cubicBezTo>
                <a:cubicBezTo>
                  <a:pt x="441" y="20"/>
                  <a:pt x="446" y="20"/>
                  <a:pt x="451" y="20"/>
                </a:cubicBezTo>
                <a:moveTo>
                  <a:pt x="833" y="32"/>
                </a:moveTo>
                <a:lnTo>
                  <a:pt x="999" y="35"/>
                </a:lnTo>
                <a:cubicBezTo>
                  <a:pt x="1004" y="36"/>
                  <a:pt x="1009" y="37"/>
                  <a:pt x="1013" y="38"/>
                </a:cubicBezTo>
                <a:cubicBezTo>
                  <a:pt x="1017" y="40"/>
                  <a:pt x="1021" y="43"/>
                  <a:pt x="1024" y="46"/>
                </a:cubicBezTo>
                <a:cubicBezTo>
                  <a:pt x="1028" y="50"/>
                  <a:pt x="1030" y="54"/>
                  <a:pt x="1032" y="58"/>
                </a:cubicBezTo>
                <a:cubicBezTo>
                  <a:pt x="1034" y="63"/>
                  <a:pt x="1034" y="67"/>
                  <a:pt x="1034" y="72"/>
                </a:cubicBezTo>
                <a:cubicBezTo>
                  <a:pt x="1034" y="77"/>
                  <a:pt x="1033" y="81"/>
                  <a:pt x="1031" y="85"/>
                </a:cubicBezTo>
                <a:cubicBezTo>
                  <a:pt x="1029" y="90"/>
                  <a:pt x="1027" y="94"/>
                  <a:pt x="1023" y="97"/>
                </a:cubicBezTo>
                <a:cubicBezTo>
                  <a:pt x="1020" y="100"/>
                  <a:pt x="1016" y="103"/>
                  <a:pt x="1012" y="104"/>
                </a:cubicBezTo>
                <a:cubicBezTo>
                  <a:pt x="1007" y="106"/>
                  <a:pt x="1003" y="107"/>
                  <a:pt x="998" y="107"/>
                </a:cubicBezTo>
                <a:lnTo>
                  <a:pt x="832" y="103"/>
                </a:lnTo>
                <a:cubicBezTo>
                  <a:pt x="827" y="103"/>
                  <a:pt x="823" y="102"/>
                  <a:pt x="818" y="100"/>
                </a:cubicBezTo>
                <a:cubicBezTo>
                  <a:pt x="814" y="98"/>
                  <a:pt x="810" y="96"/>
                  <a:pt x="807" y="92"/>
                </a:cubicBezTo>
                <a:cubicBezTo>
                  <a:pt x="804" y="89"/>
                  <a:pt x="801" y="85"/>
                  <a:pt x="800" y="81"/>
                </a:cubicBezTo>
                <a:cubicBezTo>
                  <a:pt x="798" y="76"/>
                  <a:pt x="797" y="72"/>
                  <a:pt x="797" y="67"/>
                </a:cubicBezTo>
                <a:cubicBezTo>
                  <a:pt x="797" y="62"/>
                  <a:pt x="798" y="58"/>
                  <a:pt x="800" y="53"/>
                </a:cubicBezTo>
                <a:cubicBezTo>
                  <a:pt x="802" y="49"/>
                  <a:pt x="805" y="45"/>
                  <a:pt x="808" y="42"/>
                </a:cubicBezTo>
                <a:cubicBezTo>
                  <a:pt x="811" y="39"/>
                  <a:pt x="815" y="36"/>
                  <a:pt x="820" y="34"/>
                </a:cubicBezTo>
                <a:cubicBezTo>
                  <a:pt x="824" y="33"/>
                  <a:pt x="829" y="32"/>
                  <a:pt x="833" y="32"/>
                </a:cubicBezTo>
                <a:moveTo>
                  <a:pt x="1224" y="39"/>
                </a:moveTo>
                <a:lnTo>
                  <a:pt x="1385" y="40"/>
                </a:lnTo>
                <a:cubicBezTo>
                  <a:pt x="1390" y="40"/>
                  <a:pt x="1394" y="41"/>
                  <a:pt x="1398" y="43"/>
                </a:cubicBezTo>
                <a:cubicBezTo>
                  <a:pt x="1403" y="45"/>
                  <a:pt x="1407" y="48"/>
                  <a:pt x="1410" y="51"/>
                </a:cubicBezTo>
                <a:cubicBezTo>
                  <a:pt x="1413" y="54"/>
                  <a:pt x="1416" y="58"/>
                  <a:pt x="1418" y="63"/>
                </a:cubicBezTo>
                <a:cubicBezTo>
                  <a:pt x="1419" y="67"/>
                  <a:pt x="1420" y="72"/>
                  <a:pt x="1420" y="76"/>
                </a:cubicBezTo>
                <a:cubicBezTo>
                  <a:pt x="1420" y="81"/>
                  <a:pt x="1419" y="86"/>
                  <a:pt x="1417" y="90"/>
                </a:cubicBezTo>
                <a:cubicBezTo>
                  <a:pt x="1415" y="94"/>
                  <a:pt x="1413" y="98"/>
                  <a:pt x="1409" y="101"/>
                </a:cubicBezTo>
                <a:cubicBezTo>
                  <a:pt x="1406" y="105"/>
                  <a:pt x="1402" y="107"/>
                  <a:pt x="1398" y="109"/>
                </a:cubicBezTo>
                <a:cubicBezTo>
                  <a:pt x="1393" y="111"/>
                  <a:pt x="1389" y="112"/>
                  <a:pt x="1384" y="112"/>
                </a:cubicBezTo>
                <a:lnTo>
                  <a:pt x="1223" y="110"/>
                </a:lnTo>
                <a:cubicBezTo>
                  <a:pt x="1218" y="110"/>
                  <a:pt x="1214" y="109"/>
                  <a:pt x="1209" y="107"/>
                </a:cubicBezTo>
                <a:cubicBezTo>
                  <a:pt x="1205" y="105"/>
                  <a:pt x="1201" y="103"/>
                  <a:pt x="1198" y="99"/>
                </a:cubicBezTo>
                <a:cubicBezTo>
                  <a:pt x="1194" y="96"/>
                  <a:pt x="1192" y="92"/>
                  <a:pt x="1190" y="88"/>
                </a:cubicBezTo>
                <a:cubicBezTo>
                  <a:pt x="1188" y="83"/>
                  <a:pt x="1188" y="79"/>
                  <a:pt x="1188" y="74"/>
                </a:cubicBezTo>
                <a:cubicBezTo>
                  <a:pt x="1188" y="69"/>
                  <a:pt x="1189" y="65"/>
                  <a:pt x="1190" y="60"/>
                </a:cubicBezTo>
                <a:cubicBezTo>
                  <a:pt x="1192" y="56"/>
                  <a:pt x="1195" y="52"/>
                  <a:pt x="1198" y="49"/>
                </a:cubicBezTo>
                <a:cubicBezTo>
                  <a:pt x="1202" y="46"/>
                  <a:pt x="1206" y="43"/>
                  <a:pt x="1210" y="41"/>
                </a:cubicBezTo>
                <a:cubicBezTo>
                  <a:pt x="1214" y="40"/>
                  <a:pt x="1219" y="39"/>
                  <a:pt x="1224" y="39"/>
                </a:cubicBezTo>
                <a:moveTo>
                  <a:pt x="1608" y="42"/>
                </a:moveTo>
                <a:lnTo>
                  <a:pt x="1773" y="42"/>
                </a:lnTo>
                <a:cubicBezTo>
                  <a:pt x="1778" y="42"/>
                  <a:pt x="1782" y="43"/>
                  <a:pt x="1787" y="45"/>
                </a:cubicBezTo>
                <a:cubicBezTo>
                  <a:pt x="1791" y="47"/>
                  <a:pt x="1795" y="50"/>
                  <a:pt x="1798" y="53"/>
                </a:cubicBezTo>
                <a:cubicBezTo>
                  <a:pt x="1802" y="56"/>
                  <a:pt x="1804" y="60"/>
                  <a:pt x="1806" y="65"/>
                </a:cubicBezTo>
                <a:cubicBezTo>
                  <a:pt x="1808" y="69"/>
                  <a:pt x="1809" y="73"/>
                  <a:pt x="1809" y="78"/>
                </a:cubicBezTo>
                <a:cubicBezTo>
                  <a:pt x="1809" y="83"/>
                  <a:pt x="1808" y="87"/>
                  <a:pt x="1806" y="92"/>
                </a:cubicBezTo>
                <a:cubicBezTo>
                  <a:pt x="1804" y="96"/>
                  <a:pt x="1801" y="100"/>
                  <a:pt x="1798" y="103"/>
                </a:cubicBezTo>
                <a:cubicBezTo>
                  <a:pt x="1795" y="107"/>
                  <a:pt x="1791" y="109"/>
                  <a:pt x="1787" y="111"/>
                </a:cubicBezTo>
                <a:cubicBezTo>
                  <a:pt x="1782" y="113"/>
                  <a:pt x="1778" y="114"/>
                  <a:pt x="1773" y="114"/>
                </a:cubicBezTo>
                <a:lnTo>
                  <a:pt x="1608" y="113"/>
                </a:lnTo>
                <a:cubicBezTo>
                  <a:pt x="1603" y="113"/>
                  <a:pt x="1598" y="112"/>
                  <a:pt x="1594" y="110"/>
                </a:cubicBezTo>
                <a:cubicBezTo>
                  <a:pt x="1590" y="109"/>
                  <a:pt x="1586" y="106"/>
                  <a:pt x="1583" y="103"/>
                </a:cubicBezTo>
                <a:cubicBezTo>
                  <a:pt x="1579" y="99"/>
                  <a:pt x="1577" y="95"/>
                  <a:pt x="1575" y="91"/>
                </a:cubicBezTo>
                <a:cubicBezTo>
                  <a:pt x="1573" y="87"/>
                  <a:pt x="1572" y="82"/>
                  <a:pt x="1572" y="77"/>
                </a:cubicBezTo>
                <a:cubicBezTo>
                  <a:pt x="1572" y="73"/>
                  <a:pt x="1573" y="68"/>
                  <a:pt x="1575" y="64"/>
                </a:cubicBezTo>
                <a:cubicBezTo>
                  <a:pt x="1577" y="59"/>
                  <a:pt x="1579" y="56"/>
                  <a:pt x="1583" y="52"/>
                </a:cubicBezTo>
                <a:cubicBezTo>
                  <a:pt x="1586" y="49"/>
                  <a:pt x="1590" y="46"/>
                  <a:pt x="1594" y="44"/>
                </a:cubicBezTo>
                <a:cubicBezTo>
                  <a:pt x="1599" y="43"/>
                  <a:pt x="1603" y="42"/>
                  <a:pt x="1608" y="42"/>
                </a:cubicBezTo>
                <a:moveTo>
                  <a:pt x="1995" y="43"/>
                </a:moveTo>
                <a:lnTo>
                  <a:pt x="2158" y="43"/>
                </a:lnTo>
                <a:cubicBezTo>
                  <a:pt x="2162" y="43"/>
                  <a:pt x="2167" y="44"/>
                  <a:pt x="2171" y="46"/>
                </a:cubicBezTo>
                <a:cubicBezTo>
                  <a:pt x="2176" y="47"/>
                  <a:pt x="2179" y="50"/>
                  <a:pt x="2183" y="53"/>
                </a:cubicBezTo>
                <a:cubicBezTo>
                  <a:pt x="2186" y="57"/>
                  <a:pt x="2189" y="60"/>
                  <a:pt x="2191" y="65"/>
                </a:cubicBezTo>
                <a:cubicBezTo>
                  <a:pt x="2192" y="69"/>
                  <a:pt x="2193" y="74"/>
                  <a:pt x="2193" y="78"/>
                </a:cubicBezTo>
                <a:cubicBezTo>
                  <a:pt x="2193" y="83"/>
                  <a:pt x="2192" y="88"/>
                  <a:pt x="2191" y="92"/>
                </a:cubicBezTo>
                <a:cubicBezTo>
                  <a:pt x="2189" y="96"/>
                  <a:pt x="2186" y="100"/>
                  <a:pt x="2183" y="104"/>
                </a:cubicBezTo>
                <a:cubicBezTo>
                  <a:pt x="2179" y="107"/>
                  <a:pt x="2176" y="110"/>
                  <a:pt x="2171" y="111"/>
                </a:cubicBezTo>
                <a:cubicBezTo>
                  <a:pt x="2167" y="113"/>
                  <a:pt x="2162" y="114"/>
                  <a:pt x="2158" y="114"/>
                </a:cubicBezTo>
                <a:lnTo>
                  <a:pt x="1995" y="114"/>
                </a:lnTo>
                <a:cubicBezTo>
                  <a:pt x="1990" y="114"/>
                  <a:pt x="1986" y="113"/>
                  <a:pt x="1982" y="111"/>
                </a:cubicBezTo>
                <a:cubicBezTo>
                  <a:pt x="1977" y="110"/>
                  <a:pt x="1973" y="107"/>
                  <a:pt x="1970" y="104"/>
                </a:cubicBezTo>
                <a:cubicBezTo>
                  <a:pt x="1967" y="100"/>
                  <a:pt x="1964" y="96"/>
                  <a:pt x="1962" y="92"/>
                </a:cubicBezTo>
                <a:cubicBezTo>
                  <a:pt x="1960" y="88"/>
                  <a:pt x="1960" y="83"/>
                  <a:pt x="1960" y="78"/>
                </a:cubicBezTo>
                <a:cubicBezTo>
                  <a:pt x="1960" y="74"/>
                  <a:pt x="1960" y="69"/>
                  <a:pt x="1962" y="65"/>
                </a:cubicBezTo>
                <a:cubicBezTo>
                  <a:pt x="1964" y="60"/>
                  <a:pt x="1967" y="57"/>
                  <a:pt x="1970" y="53"/>
                </a:cubicBezTo>
                <a:cubicBezTo>
                  <a:pt x="1973" y="50"/>
                  <a:pt x="1977" y="47"/>
                  <a:pt x="1982" y="45"/>
                </a:cubicBezTo>
                <a:cubicBezTo>
                  <a:pt x="1986" y="44"/>
                  <a:pt x="1990" y="43"/>
                  <a:pt x="1995" y="43"/>
                </a:cubicBezTo>
                <a:moveTo>
                  <a:pt x="2384" y="43"/>
                </a:moveTo>
                <a:lnTo>
                  <a:pt x="2544" y="42"/>
                </a:lnTo>
                <a:cubicBezTo>
                  <a:pt x="2548" y="42"/>
                  <a:pt x="2553" y="43"/>
                  <a:pt x="2557" y="45"/>
                </a:cubicBezTo>
                <a:cubicBezTo>
                  <a:pt x="2562" y="47"/>
                  <a:pt x="2565" y="49"/>
                  <a:pt x="2569" y="53"/>
                </a:cubicBezTo>
                <a:cubicBezTo>
                  <a:pt x="2572" y="56"/>
                  <a:pt x="2575" y="60"/>
                  <a:pt x="2576" y="64"/>
                </a:cubicBezTo>
                <a:cubicBezTo>
                  <a:pt x="2578" y="69"/>
                  <a:pt x="2579" y="73"/>
                  <a:pt x="2579" y="78"/>
                </a:cubicBezTo>
                <a:cubicBezTo>
                  <a:pt x="2579" y="83"/>
                  <a:pt x="2578" y="87"/>
                  <a:pt x="2577" y="92"/>
                </a:cubicBezTo>
                <a:cubicBezTo>
                  <a:pt x="2575" y="96"/>
                  <a:pt x="2572" y="100"/>
                  <a:pt x="2569" y="103"/>
                </a:cubicBezTo>
                <a:cubicBezTo>
                  <a:pt x="2565" y="107"/>
                  <a:pt x="2562" y="109"/>
                  <a:pt x="2557" y="111"/>
                </a:cubicBezTo>
                <a:cubicBezTo>
                  <a:pt x="2553" y="113"/>
                  <a:pt x="2548" y="114"/>
                  <a:pt x="2544" y="114"/>
                </a:cubicBezTo>
                <a:lnTo>
                  <a:pt x="2384" y="114"/>
                </a:lnTo>
                <a:cubicBezTo>
                  <a:pt x="2379" y="114"/>
                  <a:pt x="2374" y="113"/>
                  <a:pt x="2370" y="111"/>
                </a:cubicBezTo>
                <a:cubicBezTo>
                  <a:pt x="2366" y="109"/>
                  <a:pt x="2362" y="107"/>
                  <a:pt x="2358" y="103"/>
                </a:cubicBezTo>
                <a:cubicBezTo>
                  <a:pt x="2355" y="100"/>
                  <a:pt x="2352" y="96"/>
                  <a:pt x="2351" y="92"/>
                </a:cubicBezTo>
                <a:cubicBezTo>
                  <a:pt x="2349" y="88"/>
                  <a:pt x="2348" y="83"/>
                  <a:pt x="2348" y="78"/>
                </a:cubicBezTo>
                <a:cubicBezTo>
                  <a:pt x="2348" y="74"/>
                  <a:pt x="2349" y="69"/>
                  <a:pt x="2351" y="65"/>
                </a:cubicBezTo>
                <a:cubicBezTo>
                  <a:pt x="2352" y="60"/>
                  <a:pt x="2355" y="56"/>
                  <a:pt x="2358" y="53"/>
                </a:cubicBezTo>
                <a:cubicBezTo>
                  <a:pt x="2362" y="50"/>
                  <a:pt x="2366" y="47"/>
                  <a:pt x="2370" y="45"/>
                </a:cubicBezTo>
                <a:cubicBezTo>
                  <a:pt x="2374" y="44"/>
                  <a:pt x="2379" y="43"/>
                  <a:pt x="2384" y="43"/>
                </a:cubicBezTo>
                <a:moveTo>
                  <a:pt x="2771" y="42"/>
                </a:moveTo>
                <a:lnTo>
                  <a:pt x="2930" y="42"/>
                </a:lnTo>
                <a:cubicBezTo>
                  <a:pt x="2935" y="42"/>
                  <a:pt x="2939" y="43"/>
                  <a:pt x="2944" y="44"/>
                </a:cubicBezTo>
                <a:cubicBezTo>
                  <a:pt x="2948" y="46"/>
                  <a:pt x="2952" y="49"/>
                  <a:pt x="2955" y="52"/>
                </a:cubicBezTo>
                <a:cubicBezTo>
                  <a:pt x="2958" y="55"/>
                  <a:pt x="2961" y="59"/>
                  <a:pt x="2963" y="64"/>
                </a:cubicBezTo>
                <a:cubicBezTo>
                  <a:pt x="2965" y="68"/>
                  <a:pt x="2966" y="73"/>
                  <a:pt x="2966" y="77"/>
                </a:cubicBezTo>
                <a:cubicBezTo>
                  <a:pt x="2966" y="82"/>
                  <a:pt x="2965" y="87"/>
                  <a:pt x="2963" y="91"/>
                </a:cubicBezTo>
                <a:cubicBezTo>
                  <a:pt x="2961" y="95"/>
                  <a:pt x="2959" y="99"/>
                  <a:pt x="2955" y="102"/>
                </a:cubicBezTo>
                <a:cubicBezTo>
                  <a:pt x="2952" y="106"/>
                  <a:pt x="2948" y="108"/>
                  <a:pt x="2944" y="110"/>
                </a:cubicBezTo>
                <a:cubicBezTo>
                  <a:pt x="2939" y="112"/>
                  <a:pt x="2935" y="113"/>
                  <a:pt x="2930" y="113"/>
                </a:cubicBezTo>
                <a:lnTo>
                  <a:pt x="2771" y="113"/>
                </a:lnTo>
                <a:cubicBezTo>
                  <a:pt x="2766" y="113"/>
                  <a:pt x="2762" y="112"/>
                  <a:pt x="2757" y="111"/>
                </a:cubicBezTo>
                <a:cubicBezTo>
                  <a:pt x="2753" y="109"/>
                  <a:pt x="2749" y="106"/>
                  <a:pt x="2746" y="103"/>
                </a:cubicBezTo>
                <a:cubicBezTo>
                  <a:pt x="2743" y="100"/>
                  <a:pt x="2740" y="96"/>
                  <a:pt x="2738" y="91"/>
                </a:cubicBezTo>
                <a:cubicBezTo>
                  <a:pt x="2736" y="87"/>
                  <a:pt x="2735" y="82"/>
                  <a:pt x="2735" y="78"/>
                </a:cubicBezTo>
                <a:cubicBezTo>
                  <a:pt x="2735" y="73"/>
                  <a:pt x="2736" y="68"/>
                  <a:pt x="2738" y="64"/>
                </a:cubicBezTo>
                <a:cubicBezTo>
                  <a:pt x="2740" y="60"/>
                  <a:pt x="2742" y="56"/>
                  <a:pt x="2746" y="52"/>
                </a:cubicBezTo>
                <a:cubicBezTo>
                  <a:pt x="2749" y="49"/>
                  <a:pt x="2753" y="47"/>
                  <a:pt x="2757" y="45"/>
                </a:cubicBezTo>
                <a:cubicBezTo>
                  <a:pt x="2762" y="43"/>
                  <a:pt x="2766" y="42"/>
                  <a:pt x="2771" y="42"/>
                </a:cubicBezTo>
                <a:moveTo>
                  <a:pt x="3158" y="41"/>
                </a:moveTo>
                <a:lnTo>
                  <a:pt x="3317" y="41"/>
                </a:lnTo>
                <a:cubicBezTo>
                  <a:pt x="3321" y="41"/>
                  <a:pt x="3326" y="42"/>
                  <a:pt x="3330" y="44"/>
                </a:cubicBezTo>
                <a:cubicBezTo>
                  <a:pt x="3335" y="46"/>
                  <a:pt x="3339" y="48"/>
                  <a:pt x="3342" y="51"/>
                </a:cubicBezTo>
                <a:cubicBezTo>
                  <a:pt x="3345" y="55"/>
                  <a:pt x="3348" y="59"/>
                  <a:pt x="3350" y="63"/>
                </a:cubicBezTo>
                <a:cubicBezTo>
                  <a:pt x="3351" y="67"/>
                  <a:pt x="3352" y="72"/>
                  <a:pt x="3352" y="77"/>
                </a:cubicBezTo>
                <a:cubicBezTo>
                  <a:pt x="3352" y="81"/>
                  <a:pt x="3351" y="86"/>
                  <a:pt x="3350" y="90"/>
                </a:cubicBezTo>
                <a:cubicBezTo>
                  <a:pt x="3348" y="95"/>
                  <a:pt x="3345" y="98"/>
                  <a:pt x="3342" y="102"/>
                </a:cubicBezTo>
                <a:cubicBezTo>
                  <a:pt x="3339" y="105"/>
                  <a:pt x="3335" y="108"/>
                  <a:pt x="3330" y="110"/>
                </a:cubicBezTo>
                <a:cubicBezTo>
                  <a:pt x="3326" y="111"/>
                  <a:pt x="3322" y="112"/>
                  <a:pt x="3317" y="112"/>
                </a:cubicBezTo>
                <a:lnTo>
                  <a:pt x="3158" y="113"/>
                </a:lnTo>
                <a:cubicBezTo>
                  <a:pt x="3153" y="113"/>
                  <a:pt x="3149" y="112"/>
                  <a:pt x="3144" y="110"/>
                </a:cubicBezTo>
                <a:cubicBezTo>
                  <a:pt x="3140" y="108"/>
                  <a:pt x="3136" y="105"/>
                  <a:pt x="3133" y="102"/>
                </a:cubicBezTo>
                <a:cubicBezTo>
                  <a:pt x="3129" y="99"/>
                  <a:pt x="3127" y="95"/>
                  <a:pt x="3125" y="91"/>
                </a:cubicBezTo>
                <a:cubicBezTo>
                  <a:pt x="3123" y="86"/>
                  <a:pt x="3122" y="82"/>
                  <a:pt x="3122" y="77"/>
                </a:cubicBezTo>
                <a:cubicBezTo>
                  <a:pt x="3122" y="72"/>
                  <a:pt x="3123" y="68"/>
                  <a:pt x="3125" y="63"/>
                </a:cubicBezTo>
                <a:cubicBezTo>
                  <a:pt x="3127" y="59"/>
                  <a:pt x="3129" y="55"/>
                  <a:pt x="3133" y="52"/>
                </a:cubicBezTo>
                <a:cubicBezTo>
                  <a:pt x="3136" y="48"/>
                  <a:pt x="3140" y="46"/>
                  <a:pt x="3144" y="44"/>
                </a:cubicBezTo>
                <a:cubicBezTo>
                  <a:pt x="3149" y="42"/>
                  <a:pt x="3153" y="41"/>
                  <a:pt x="3158" y="41"/>
                </a:cubicBezTo>
                <a:moveTo>
                  <a:pt x="3543" y="41"/>
                </a:moveTo>
                <a:lnTo>
                  <a:pt x="3704" y="41"/>
                </a:lnTo>
                <a:cubicBezTo>
                  <a:pt x="3709" y="41"/>
                  <a:pt x="3713" y="41"/>
                  <a:pt x="3718" y="43"/>
                </a:cubicBezTo>
                <a:cubicBezTo>
                  <a:pt x="3722" y="45"/>
                  <a:pt x="3726" y="48"/>
                  <a:pt x="3729" y="51"/>
                </a:cubicBezTo>
                <a:cubicBezTo>
                  <a:pt x="3733" y="54"/>
                  <a:pt x="3735" y="58"/>
                  <a:pt x="3737" y="63"/>
                </a:cubicBezTo>
                <a:cubicBezTo>
                  <a:pt x="3739" y="67"/>
                  <a:pt x="3740" y="71"/>
                  <a:pt x="3740" y="76"/>
                </a:cubicBezTo>
                <a:cubicBezTo>
                  <a:pt x="3740" y="81"/>
                  <a:pt x="3739" y="85"/>
                  <a:pt x="3737" y="90"/>
                </a:cubicBezTo>
                <a:cubicBezTo>
                  <a:pt x="3735" y="94"/>
                  <a:pt x="3733" y="98"/>
                  <a:pt x="3729" y="101"/>
                </a:cubicBezTo>
                <a:cubicBezTo>
                  <a:pt x="3726" y="105"/>
                  <a:pt x="3722" y="107"/>
                  <a:pt x="3718" y="109"/>
                </a:cubicBezTo>
                <a:cubicBezTo>
                  <a:pt x="3714" y="111"/>
                  <a:pt x="3709" y="112"/>
                  <a:pt x="3704" y="112"/>
                </a:cubicBezTo>
                <a:lnTo>
                  <a:pt x="3543" y="112"/>
                </a:lnTo>
                <a:cubicBezTo>
                  <a:pt x="3538" y="112"/>
                  <a:pt x="3534" y="111"/>
                  <a:pt x="3530" y="109"/>
                </a:cubicBezTo>
                <a:cubicBezTo>
                  <a:pt x="3525" y="107"/>
                  <a:pt x="3521" y="105"/>
                  <a:pt x="3518" y="102"/>
                </a:cubicBezTo>
                <a:cubicBezTo>
                  <a:pt x="3515" y="98"/>
                  <a:pt x="3512" y="94"/>
                  <a:pt x="3510" y="90"/>
                </a:cubicBezTo>
                <a:cubicBezTo>
                  <a:pt x="3508" y="86"/>
                  <a:pt x="3508" y="81"/>
                  <a:pt x="3508" y="76"/>
                </a:cubicBezTo>
                <a:cubicBezTo>
                  <a:pt x="3508" y="72"/>
                  <a:pt x="3508" y="67"/>
                  <a:pt x="3510" y="63"/>
                </a:cubicBezTo>
                <a:cubicBezTo>
                  <a:pt x="3512" y="58"/>
                  <a:pt x="3515" y="55"/>
                  <a:pt x="3518" y="51"/>
                </a:cubicBezTo>
                <a:cubicBezTo>
                  <a:pt x="3521" y="48"/>
                  <a:pt x="3525" y="45"/>
                  <a:pt x="3530" y="43"/>
                </a:cubicBezTo>
                <a:cubicBezTo>
                  <a:pt x="3534" y="42"/>
                  <a:pt x="3538" y="41"/>
                  <a:pt x="3543" y="41"/>
                </a:cubicBezTo>
                <a:moveTo>
                  <a:pt x="3928" y="40"/>
                </a:moveTo>
                <a:lnTo>
                  <a:pt x="4094" y="40"/>
                </a:lnTo>
                <a:cubicBezTo>
                  <a:pt x="4098" y="40"/>
                  <a:pt x="4103" y="41"/>
                  <a:pt x="4107" y="43"/>
                </a:cubicBezTo>
                <a:cubicBezTo>
                  <a:pt x="4112" y="45"/>
                  <a:pt x="4116" y="48"/>
                  <a:pt x="4119" y="51"/>
                </a:cubicBezTo>
                <a:cubicBezTo>
                  <a:pt x="4122" y="54"/>
                  <a:pt x="4125" y="58"/>
                  <a:pt x="4127" y="62"/>
                </a:cubicBezTo>
                <a:cubicBezTo>
                  <a:pt x="4128" y="67"/>
                  <a:pt x="4129" y="71"/>
                  <a:pt x="4129" y="76"/>
                </a:cubicBezTo>
                <a:cubicBezTo>
                  <a:pt x="4129" y="81"/>
                  <a:pt x="4128" y="85"/>
                  <a:pt x="4127" y="90"/>
                </a:cubicBezTo>
                <a:cubicBezTo>
                  <a:pt x="4125" y="94"/>
                  <a:pt x="4122" y="98"/>
                  <a:pt x="4119" y="101"/>
                </a:cubicBezTo>
                <a:cubicBezTo>
                  <a:pt x="4115" y="105"/>
                  <a:pt x="4112" y="107"/>
                  <a:pt x="4107" y="109"/>
                </a:cubicBezTo>
                <a:cubicBezTo>
                  <a:pt x="4103" y="111"/>
                  <a:pt x="4098" y="112"/>
                  <a:pt x="4094" y="112"/>
                </a:cubicBezTo>
                <a:lnTo>
                  <a:pt x="3928" y="112"/>
                </a:lnTo>
                <a:cubicBezTo>
                  <a:pt x="3923" y="112"/>
                  <a:pt x="3919" y="111"/>
                  <a:pt x="3914" y="109"/>
                </a:cubicBezTo>
                <a:cubicBezTo>
                  <a:pt x="3910" y="107"/>
                  <a:pt x="3906" y="105"/>
                  <a:pt x="3903" y="101"/>
                </a:cubicBezTo>
                <a:cubicBezTo>
                  <a:pt x="3899" y="98"/>
                  <a:pt x="3897" y="94"/>
                  <a:pt x="3895" y="90"/>
                </a:cubicBezTo>
                <a:cubicBezTo>
                  <a:pt x="3893" y="85"/>
                  <a:pt x="3892" y="81"/>
                  <a:pt x="3892" y="76"/>
                </a:cubicBezTo>
                <a:cubicBezTo>
                  <a:pt x="3892" y="71"/>
                  <a:pt x="3893" y="67"/>
                  <a:pt x="3895" y="62"/>
                </a:cubicBezTo>
                <a:cubicBezTo>
                  <a:pt x="3897" y="58"/>
                  <a:pt x="3899" y="54"/>
                  <a:pt x="3903" y="51"/>
                </a:cubicBezTo>
                <a:cubicBezTo>
                  <a:pt x="3906" y="48"/>
                  <a:pt x="3910" y="45"/>
                  <a:pt x="3914" y="43"/>
                </a:cubicBezTo>
                <a:cubicBezTo>
                  <a:pt x="3919" y="41"/>
                  <a:pt x="3923" y="40"/>
                  <a:pt x="3928" y="40"/>
                </a:cubicBezTo>
                <a:moveTo>
                  <a:pt x="4313" y="41"/>
                </a:moveTo>
                <a:lnTo>
                  <a:pt x="4478" y="41"/>
                </a:lnTo>
                <a:cubicBezTo>
                  <a:pt x="4483" y="41"/>
                  <a:pt x="4488" y="42"/>
                  <a:pt x="4492" y="44"/>
                </a:cubicBezTo>
                <a:cubicBezTo>
                  <a:pt x="4496" y="45"/>
                  <a:pt x="4500" y="48"/>
                  <a:pt x="4504" y="51"/>
                </a:cubicBezTo>
                <a:cubicBezTo>
                  <a:pt x="4507" y="55"/>
                  <a:pt x="4510" y="58"/>
                  <a:pt x="4511" y="63"/>
                </a:cubicBezTo>
                <a:cubicBezTo>
                  <a:pt x="4513" y="67"/>
                  <a:pt x="4514" y="72"/>
                  <a:pt x="4514" y="76"/>
                </a:cubicBezTo>
                <a:cubicBezTo>
                  <a:pt x="4514" y="81"/>
                  <a:pt x="4513" y="86"/>
                  <a:pt x="4511" y="90"/>
                </a:cubicBezTo>
                <a:cubicBezTo>
                  <a:pt x="4510" y="94"/>
                  <a:pt x="4507" y="98"/>
                  <a:pt x="4504" y="102"/>
                </a:cubicBezTo>
                <a:cubicBezTo>
                  <a:pt x="4500" y="105"/>
                  <a:pt x="4496" y="108"/>
                  <a:pt x="4492" y="109"/>
                </a:cubicBezTo>
                <a:cubicBezTo>
                  <a:pt x="4488" y="111"/>
                  <a:pt x="4483" y="112"/>
                  <a:pt x="4478" y="112"/>
                </a:cubicBezTo>
                <a:lnTo>
                  <a:pt x="4313" y="112"/>
                </a:lnTo>
                <a:cubicBezTo>
                  <a:pt x="4309" y="112"/>
                  <a:pt x="4304" y="111"/>
                  <a:pt x="4300" y="109"/>
                </a:cubicBezTo>
                <a:cubicBezTo>
                  <a:pt x="4295" y="107"/>
                  <a:pt x="4291" y="105"/>
                  <a:pt x="4288" y="101"/>
                </a:cubicBezTo>
                <a:cubicBezTo>
                  <a:pt x="4285" y="98"/>
                  <a:pt x="4282" y="94"/>
                  <a:pt x="4280" y="90"/>
                </a:cubicBezTo>
                <a:cubicBezTo>
                  <a:pt x="4279" y="85"/>
                  <a:pt x="4278" y="81"/>
                  <a:pt x="4278" y="76"/>
                </a:cubicBezTo>
                <a:cubicBezTo>
                  <a:pt x="4278" y="71"/>
                  <a:pt x="4279" y="67"/>
                  <a:pt x="4280" y="63"/>
                </a:cubicBezTo>
                <a:cubicBezTo>
                  <a:pt x="4282" y="58"/>
                  <a:pt x="4285" y="54"/>
                  <a:pt x="4288" y="51"/>
                </a:cubicBezTo>
                <a:cubicBezTo>
                  <a:pt x="4292" y="48"/>
                  <a:pt x="4295" y="45"/>
                  <a:pt x="4300" y="43"/>
                </a:cubicBezTo>
                <a:cubicBezTo>
                  <a:pt x="4304" y="42"/>
                  <a:pt x="4309" y="41"/>
                  <a:pt x="4313" y="41"/>
                </a:cubicBezTo>
                <a:moveTo>
                  <a:pt x="4702" y="41"/>
                </a:moveTo>
                <a:lnTo>
                  <a:pt x="4863" y="42"/>
                </a:lnTo>
                <a:cubicBezTo>
                  <a:pt x="4868" y="42"/>
                  <a:pt x="4872" y="42"/>
                  <a:pt x="4877" y="44"/>
                </a:cubicBezTo>
                <a:cubicBezTo>
                  <a:pt x="4881" y="46"/>
                  <a:pt x="4885" y="49"/>
                  <a:pt x="4888" y="52"/>
                </a:cubicBezTo>
                <a:cubicBezTo>
                  <a:pt x="4891" y="55"/>
                  <a:pt x="4894" y="59"/>
                  <a:pt x="4896" y="64"/>
                </a:cubicBezTo>
                <a:cubicBezTo>
                  <a:pt x="4898" y="68"/>
                  <a:pt x="4898" y="73"/>
                  <a:pt x="4898" y="77"/>
                </a:cubicBezTo>
                <a:cubicBezTo>
                  <a:pt x="4898" y="82"/>
                  <a:pt x="4898" y="87"/>
                  <a:pt x="4896" y="91"/>
                </a:cubicBezTo>
                <a:cubicBezTo>
                  <a:pt x="4894" y="95"/>
                  <a:pt x="4891" y="99"/>
                  <a:pt x="4888" y="102"/>
                </a:cubicBezTo>
                <a:cubicBezTo>
                  <a:pt x="4885" y="106"/>
                  <a:pt x="4881" y="108"/>
                  <a:pt x="4876" y="110"/>
                </a:cubicBezTo>
                <a:cubicBezTo>
                  <a:pt x="4872" y="112"/>
                  <a:pt x="4867" y="113"/>
                  <a:pt x="4863" y="113"/>
                </a:cubicBezTo>
                <a:lnTo>
                  <a:pt x="4702" y="112"/>
                </a:lnTo>
                <a:cubicBezTo>
                  <a:pt x="4697" y="112"/>
                  <a:pt x="4692" y="112"/>
                  <a:pt x="4688" y="110"/>
                </a:cubicBezTo>
                <a:cubicBezTo>
                  <a:pt x="4684" y="108"/>
                  <a:pt x="4680" y="105"/>
                  <a:pt x="4676" y="102"/>
                </a:cubicBezTo>
                <a:cubicBezTo>
                  <a:pt x="4673" y="99"/>
                  <a:pt x="4670" y="95"/>
                  <a:pt x="4669" y="90"/>
                </a:cubicBezTo>
                <a:cubicBezTo>
                  <a:pt x="4667" y="86"/>
                  <a:pt x="4666" y="81"/>
                  <a:pt x="4666" y="77"/>
                </a:cubicBezTo>
                <a:cubicBezTo>
                  <a:pt x="4666" y="72"/>
                  <a:pt x="4667" y="67"/>
                  <a:pt x="4669" y="63"/>
                </a:cubicBezTo>
                <a:cubicBezTo>
                  <a:pt x="4671" y="59"/>
                  <a:pt x="4673" y="55"/>
                  <a:pt x="4676" y="52"/>
                </a:cubicBezTo>
                <a:cubicBezTo>
                  <a:pt x="4680" y="48"/>
                  <a:pt x="4684" y="46"/>
                  <a:pt x="4688" y="44"/>
                </a:cubicBezTo>
                <a:cubicBezTo>
                  <a:pt x="4692" y="42"/>
                  <a:pt x="4697" y="41"/>
                  <a:pt x="4702" y="41"/>
                </a:cubicBezTo>
                <a:moveTo>
                  <a:pt x="5091" y="42"/>
                </a:moveTo>
                <a:lnTo>
                  <a:pt x="5252" y="43"/>
                </a:lnTo>
                <a:cubicBezTo>
                  <a:pt x="5256" y="43"/>
                  <a:pt x="5261" y="44"/>
                  <a:pt x="5265" y="45"/>
                </a:cubicBezTo>
                <a:cubicBezTo>
                  <a:pt x="5270" y="47"/>
                  <a:pt x="5274" y="50"/>
                  <a:pt x="5277" y="53"/>
                </a:cubicBezTo>
                <a:cubicBezTo>
                  <a:pt x="5280" y="57"/>
                  <a:pt x="5283" y="60"/>
                  <a:pt x="5285" y="65"/>
                </a:cubicBezTo>
                <a:cubicBezTo>
                  <a:pt x="5286" y="69"/>
                  <a:pt x="5287" y="74"/>
                  <a:pt x="5287" y="78"/>
                </a:cubicBezTo>
                <a:cubicBezTo>
                  <a:pt x="5287" y="83"/>
                  <a:pt x="5286" y="88"/>
                  <a:pt x="5284" y="92"/>
                </a:cubicBezTo>
                <a:cubicBezTo>
                  <a:pt x="5283" y="96"/>
                  <a:pt x="5280" y="100"/>
                  <a:pt x="5277" y="104"/>
                </a:cubicBezTo>
                <a:cubicBezTo>
                  <a:pt x="5273" y="107"/>
                  <a:pt x="5270" y="110"/>
                  <a:pt x="5265" y="111"/>
                </a:cubicBezTo>
                <a:cubicBezTo>
                  <a:pt x="5261" y="113"/>
                  <a:pt x="5256" y="114"/>
                  <a:pt x="5251" y="114"/>
                </a:cubicBezTo>
                <a:lnTo>
                  <a:pt x="5091" y="113"/>
                </a:lnTo>
                <a:cubicBezTo>
                  <a:pt x="5086" y="113"/>
                  <a:pt x="5082" y="113"/>
                  <a:pt x="5077" y="111"/>
                </a:cubicBezTo>
                <a:cubicBezTo>
                  <a:pt x="5073" y="109"/>
                  <a:pt x="5069" y="106"/>
                  <a:pt x="5066" y="103"/>
                </a:cubicBezTo>
                <a:cubicBezTo>
                  <a:pt x="5062" y="100"/>
                  <a:pt x="5060" y="96"/>
                  <a:pt x="5058" y="91"/>
                </a:cubicBezTo>
                <a:cubicBezTo>
                  <a:pt x="5056" y="87"/>
                  <a:pt x="5055" y="82"/>
                  <a:pt x="5055" y="78"/>
                </a:cubicBezTo>
                <a:cubicBezTo>
                  <a:pt x="5055" y="73"/>
                  <a:pt x="5056" y="68"/>
                  <a:pt x="5058" y="64"/>
                </a:cubicBezTo>
                <a:cubicBezTo>
                  <a:pt x="5060" y="60"/>
                  <a:pt x="5063" y="56"/>
                  <a:pt x="5066" y="53"/>
                </a:cubicBezTo>
                <a:cubicBezTo>
                  <a:pt x="5069" y="49"/>
                  <a:pt x="5073" y="47"/>
                  <a:pt x="5078" y="45"/>
                </a:cubicBezTo>
                <a:cubicBezTo>
                  <a:pt x="5082" y="43"/>
                  <a:pt x="5086" y="42"/>
                  <a:pt x="5091" y="42"/>
                </a:cubicBezTo>
                <a:moveTo>
                  <a:pt x="5474" y="44"/>
                </a:moveTo>
                <a:lnTo>
                  <a:pt x="5639" y="44"/>
                </a:lnTo>
                <a:cubicBezTo>
                  <a:pt x="5644" y="44"/>
                  <a:pt x="5648" y="45"/>
                  <a:pt x="5653" y="47"/>
                </a:cubicBezTo>
                <a:cubicBezTo>
                  <a:pt x="5657" y="49"/>
                  <a:pt x="5661" y="52"/>
                  <a:pt x="5664" y="55"/>
                </a:cubicBezTo>
                <a:cubicBezTo>
                  <a:pt x="5668" y="58"/>
                  <a:pt x="5670" y="62"/>
                  <a:pt x="5672" y="67"/>
                </a:cubicBezTo>
                <a:cubicBezTo>
                  <a:pt x="5674" y="71"/>
                  <a:pt x="5675" y="75"/>
                  <a:pt x="5675" y="80"/>
                </a:cubicBezTo>
                <a:cubicBezTo>
                  <a:pt x="5675" y="85"/>
                  <a:pt x="5674" y="89"/>
                  <a:pt x="5672" y="94"/>
                </a:cubicBezTo>
                <a:cubicBezTo>
                  <a:pt x="5670" y="98"/>
                  <a:pt x="5667" y="102"/>
                  <a:pt x="5664" y="105"/>
                </a:cubicBezTo>
                <a:cubicBezTo>
                  <a:pt x="5661" y="109"/>
                  <a:pt x="5657" y="111"/>
                  <a:pt x="5653" y="113"/>
                </a:cubicBezTo>
                <a:cubicBezTo>
                  <a:pt x="5648" y="115"/>
                  <a:pt x="5644" y="116"/>
                  <a:pt x="5639" y="116"/>
                </a:cubicBezTo>
                <a:lnTo>
                  <a:pt x="5473" y="115"/>
                </a:lnTo>
                <a:cubicBezTo>
                  <a:pt x="5469" y="115"/>
                  <a:pt x="5464" y="114"/>
                  <a:pt x="5460" y="112"/>
                </a:cubicBezTo>
                <a:cubicBezTo>
                  <a:pt x="5455" y="110"/>
                  <a:pt x="5451" y="108"/>
                  <a:pt x="5448" y="104"/>
                </a:cubicBezTo>
                <a:cubicBezTo>
                  <a:pt x="5445" y="101"/>
                  <a:pt x="5442" y="97"/>
                  <a:pt x="5440" y="93"/>
                </a:cubicBezTo>
                <a:cubicBezTo>
                  <a:pt x="5439" y="88"/>
                  <a:pt x="5438" y="84"/>
                  <a:pt x="5438" y="79"/>
                </a:cubicBezTo>
                <a:cubicBezTo>
                  <a:pt x="5438" y="74"/>
                  <a:pt x="5439" y="70"/>
                  <a:pt x="5441" y="65"/>
                </a:cubicBezTo>
                <a:cubicBezTo>
                  <a:pt x="5442" y="61"/>
                  <a:pt x="5445" y="57"/>
                  <a:pt x="5448" y="54"/>
                </a:cubicBezTo>
                <a:cubicBezTo>
                  <a:pt x="5452" y="51"/>
                  <a:pt x="5456" y="48"/>
                  <a:pt x="5460" y="46"/>
                </a:cubicBezTo>
                <a:cubicBezTo>
                  <a:pt x="5464" y="44"/>
                  <a:pt x="5469" y="44"/>
                  <a:pt x="5474" y="44"/>
                </a:cubicBezTo>
                <a:moveTo>
                  <a:pt x="5788" y="89"/>
                </a:moveTo>
                <a:cubicBezTo>
                  <a:pt x="5791" y="140"/>
                  <a:pt x="5794" y="195"/>
                  <a:pt x="5796" y="252"/>
                </a:cubicBezTo>
                <a:cubicBezTo>
                  <a:pt x="5796" y="257"/>
                  <a:pt x="5796" y="262"/>
                  <a:pt x="5794" y="266"/>
                </a:cubicBezTo>
                <a:cubicBezTo>
                  <a:pt x="5792" y="270"/>
                  <a:pt x="5790" y="274"/>
                  <a:pt x="5787" y="278"/>
                </a:cubicBezTo>
                <a:cubicBezTo>
                  <a:pt x="5784" y="281"/>
                  <a:pt x="5780" y="284"/>
                  <a:pt x="5776" y="286"/>
                </a:cubicBezTo>
                <a:cubicBezTo>
                  <a:pt x="5771" y="288"/>
                  <a:pt x="5767" y="289"/>
                  <a:pt x="5762" y="289"/>
                </a:cubicBezTo>
                <a:cubicBezTo>
                  <a:pt x="5756" y="289"/>
                  <a:pt x="5752" y="289"/>
                  <a:pt x="5747" y="287"/>
                </a:cubicBezTo>
                <a:cubicBezTo>
                  <a:pt x="5743" y="285"/>
                  <a:pt x="5739" y="283"/>
                  <a:pt x="5735" y="280"/>
                </a:cubicBezTo>
                <a:cubicBezTo>
                  <a:pt x="5732" y="277"/>
                  <a:pt x="5729" y="273"/>
                  <a:pt x="5727" y="269"/>
                </a:cubicBezTo>
                <a:cubicBezTo>
                  <a:pt x="5725" y="264"/>
                  <a:pt x="5724" y="260"/>
                  <a:pt x="5724" y="255"/>
                </a:cubicBezTo>
                <a:cubicBezTo>
                  <a:pt x="5722" y="198"/>
                  <a:pt x="5719" y="144"/>
                  <a:pt x="5716" y="94"/>
                </a:cubicBezTo>
                <a:cubicBezTo>
                  <a:pt x="5715" y="89"/>
                  <a:pt x="5716" y="84"/>
                  <a:pt x="5717" y="80"/>
                </a:cubicBezTo>
                <a:cubicBezTo>
                  <a:pt x="5719" y="75"/>
                  <a:pt x="5721" y="71"/>
                  <a:pt x="5724" y="68"/>
                </a:cubicBezTo>
                <a:cubicBezTo>
                  <a:pt x="5727" y="64"/>
                  <a:pt x="5731" y="61"/>
                  <a:pt x="5735" y="59"/>
                </a:cubicBezTo>
                <a:cubicBezTo>
                  <a:pt x="5740" y="57"/>
                  <a:pt x="5744" y="56"/>
                  <a:pt x="5749" y="56"/>
                </a:cubicBezTo>
                <a:cubicBezTo>
                  <a:pt x="5753" y="55"/>
                  <a:pt x="5759" y="56"/>
                  <a:pt x="5764" y="57"/>
                </a:cubicBezTo>
                <a:cubicBezTo>
                  <a:pt x="5768" y="59"/>
                  <a:pt x="5772" y="61"/>
                  <a:pt x="5776" y="64"/>
                </a:cubicBezTo>
                <a:cubicBezTo>
                  <a:pt x="5779" y="67"/>
                  <a:pt x="5782" y="71"/>
                  <a:pt x="5784" y="75"/>
                </a:cubicBezTo>
                <a:cubicBezTo>
                  <a:pt x="5786" y="79"/>
                  <a:pt x="5787" y="84"/>
                  <a:pt x="5788" y="89"/>
                </a:cubicBezTo>
                <a:moveTo>
                  <a:pt x="5801" y="477"/>
                </a:moveTo>
                <a:lnTo>
                  <a:pt x="5802" y="641"/>
                </a:lnTo>
                <a:cubicBezTo>
                  <a:pt x="5802" y="646"/>
                  <a:pt x="5801" y="650"/>
                  <a:pt x="5800" y="655"/>
                </a:cubicBezTo>
                <a:cubicBezTo>
                  <a:pt x="5798" y="659"/>
                  <a:pt x="5795" y="663"/>
                  <a:pt x="5792" y="666"/>
                </a:cubicBezTo>
                <a:cubicBezTo>
                  <a:pt x="5789" y="670"/>
                  <a:pt x="5785" y="672"/>
                  <a:pt x="5780" y="674"/>
                </a:cubicBezTo>
                <a:cubicBezTo>
                  <a:pt x="5776" y="676"/>
                  <a:pt x="5771" y="677"/>
                  <a:pt x="5767" y="677"/>
                </a:cubicBezTo>
                <a:cubicBezTo>
                  <a:pt x="5762" y="677"/>
                  <a:pt x="5756" y="676"/>
                  <a:pt x="5752" y="674"/>
                </a:cubicBezTo>
                <a:cubicBezTo>
                  <a:pt x="5748" y="673"/>
                  <a:pt x="5744" y="670"/>
                  <a:pt x="5740" y="667"/>
                </a:cubicBezTo>
                <a:cubicBezTo>
                  <a:pt x="5737" y="663"/>
                  <a:pt x="5734" y="659"/>
                  <a:pt x="5733" y="655"/>
                </a:cubicBezTo>
                <a:cubicBezTo>
                  <a:pt x="5731" y="651"/>
                  <a:pt x="5730" y="646"/>
                  <a:pt x="5730" y="641"/>
                </a:cubicBezTo>
                <a:lnTo>
                  <a:pt x="5729" y="477"/>
                </a:lnTo>
                <a:cubicBezTo>
                  <a:pt x="5729" y="472"/>
                  <a:pt x="5730" y="468"/>
                  <a:pt x="5732" y="464"/>
                </a:cubicBezTo>
                <a:cubicBezTo>
                  <a:pt x="5734" y="459"/>
                  <a:pt x="5736" y="455"/>
                  <a:pt x="5739" y="452"/>
                </a:cubicBezTo>
                <a:cubicBezTo>
                  <a:pt x="5743" y="449"/>
                  <a:pt x="5747" y="446"/>
                  <a:pt x="5751" y="444"/>
                </a:cubicBezTo>
                <a:cubicBezTo>
                  <a:pt x="5755" y="442"/>
                  <a:pt x="5761" y="441"/>
                  <a:pt x="5766" y="441"/>
                </a:cubicBezTo>
                <a:cubicBezTo>
                  <a:pt x="5770" y="441"/>
                  <a:pt x="5775" y="442"/>
                  <a:pt x="5779" y="444"/>
                </a:cubicBezTo>
                <a:cubicBezTo>
                  <a:pt x="5784" y="446"/>
                  <a:pt x="5788" y="448"/>
                  <a:pt x="5791" y="452"/>
                </a:cubicBezTo>
                <a:cubicBezTo>
                  <a:pt x="5794" y="455"/>
                  <a:pt x="5797" y="459"/>
                  <a:pt x="5799" y="463"/>
                </a:cubicBezTo>
                <a:cubicBezTo>
                  <a:pt x="5800" y="468"/>
                  <a:pt x="5801" y="472"/>
                  <a:pt x="5801" y="477"/>
                </a:cubicBezTo>
                <a:moveTo>
                  <a:pt x="5801" y="866"/>
                </a:moveTo>
                <a:lnTo>
                  <a:pt x="5799" y="1026"/>
                </a:lnTo>
                <a:cubicBezTo>
                  <a:pt x="5799" y="1030"/>
                  <a:pt x="5798" y="1035"/>
                  <a:pt x="5796" y="1039"/>
                </a:cubicBezTo>
                <a:cubicBezTo>
                  <a:pt x="5795" y="1044"/>
                  <a:pt x="5792" y="1047"/>
                  <a:pt x="5789" y="1051"/>
                </a:cubicBezTo>
                <a:cubicBezTo>
                  <a:pt x="5785" y="1054"/>
                  <a:pt x="5781" y="1056"/>
                  <a:pt x="5777" y="1058"/>
                </a:cubicBezTo>
                <a:cubicBezTo>
                  <a:pt x="5773" y="1060"/>
                  <a:pt x="5768" y="1061"/>
                  <a:pt x="5763" y="1061"/>
                </a:cubicBezTo>
                <a:cubicBezTo>
                  <a:pt x="5759" y="1061"/>
                  <a:pt x="5753" y="1060"/>
                  <a:pt x="5749" y="1058"/>
                </a:cubicBezTo>
                <a:cubicBezTo>
                  <a:pt x="5744" y="1056"/>
                  <a:pt x="5740" y="1054"/>
                  <a:pt x="5737" y="1050"/>
                </a:cubicBezTo>
                <a:cubicBezTo>
                  <a:pt x="5734" y="1047"/>
                  <a:pt x="5731" y="1043"/>
                  <a:pt x="5730" y="1038"/>
                </a:cubicBezTo>
                <a:cubicBezTo>
                  <a:pt x="5728" y="1034"/>
                  <a:pt x="5727" y="1030"/>
                  <a:pt x="5727" y="1025"/>
                </a:cubicBezTo>
                <a:lnTo>
                  <a:pt x="5729" y="865"/>
                </a:lnTo>
                <a:cubicBezTo>
                  <a:pt x="5729" y="860"/>
                  <a:pt x="5730" y="856"/>
                  <a:pt x="5732" y="851"/>
                </a:cubicBezTo>
                <a:cubicBezTo>
                  <a:pt x="5733" y="847"/>
                  <a:pt x="5736" y="843"/>
                  <a:pt x="5739" y="840"/>
                </a:cubicBezTo>
                <a:cubicBezTo>
                  <a:pt x="5743" y="836"/>
                  <a:pt x="5747" y="834"/>
                  <a:pt x="5751" y="832"/>
                </a:cubicBezTo>
                <a:cubicBezTo>
                  <a:pt x="5755" y="830"/>
                  <a:pt x="5761" y="829"/>
                  <a:pt x="5766" y="830"/>
                </a:cubicBezTo>
                <a:cubicBezTo>
                  <a:pt x="5770" y="830"/>
                  <a:pt x="5775" y="831"/>
                  <a:pt x="5779" y="832"/>
                </a:cubicBezTo>
                <a:cubicBezTo>
                  <a:pt x="5784" y="834"/>
                  <a:pt x="5787" y="837"/>
                  <a:pt x="5791" y="840"/>
                </a:cubicBezTo>
                <a:cubicBezTo>
                  <a:pt x="5794" y="844"/>
                  <a:pt x="5797" y="848"/>
                  <a:pt x="5798" y="852"/>
                </a:cubicBezTo>
                <a:cubicBezTo>
                  <a:pt x="5800" y="856"/>
                  <a:pt x="5801" y="861"/>
                  <a:pt x="5801" y="866"/>
                </a:cubicBezTo>
                <a:moveTo>
                  <a:pt x="5797" y="1249"/>
                </a:moveTo>
                <a:lnTo>
                  <a:pt x="5795" y="1414"/>
                </a:lnTo>
                <a:cubicBezTo>
                  <a:pt x="5795" y="1419"/>
                  <a:pt x="5794" y="1424"/>
                  <a:pt x="5792" y="1428"/>
                </a:cubicBezTo>
                <a:cubicBezTo>
                  <a:pt x="5790" y="1432"/>
                  <a:pt x="5787" y="1436"/>
                  <a:pt x="5784" y="1439"/>
                </a:cubicBezTo>
                <a:cubicBezTo>
                  <a:pt x="5781" y="1443"/>
                  <a:pt x="5777" y="1445"/>
                  <a:pt x="5772" y="1447"/>
                </a:cubicBezTo>
                <a:cubicBezTo>
                  <a:pt x="5768" y="1449"/>
                  <a:pt x="5763" y="1450"/>
                  <a:pt x="5759" y="1450"/>
                </a:cubicBezTo>
                <a:cubicBezTo>
                  <a:pt x="5753" y="1450"/>
                  <a:pt x="5748" y="1449"/>
                  <a:pt x="5744" y="1447"/>
                </a:cubicBezTo>
                <a:cubicBezTo>
                  <a:pt x="5740" y="1445"/>
                  <a:pt x="5736" y="1442"/>
                  <a:pt x="5733" y="1439"/>
                </a:cubicBezTo>
                <a:cubicBezTo>
                  <a:pt x="5729" y="1436"/>
                  <a:pt x="5727" y="1432"/>
                  <a:pt x="5725" y="1427"/>
                </a:cubicBezTo>
                <a:cubicBezTo>
                  <a:pt x="5723" y="1423"/>
                  <a:pt x="5722" y="1418"/>
                  <a:pt x="5722" y="1414"/>
                </a:cubicBezTo>
                <a:lnTo>
                  <a:pt x="5724" y="1248"/>
                </a:lnTo>
                <a:cubicBezTo>
                  <a:pt x="5724" y="1243"/>
                  <a:pt x="5725" y="1238"/>
                  <a:pt x="5727" y="1234"/>
                </a:cubicBezTo>
                <a:cubicBezTo>
                  <a:pt x="5729" y="1230"/>
                  <a:pt x="5732" y="1226"/>
                  <a:pt x="5735" y="1223"/>
                </a:cubicBezTo>
                <a:cubicBezTo>
                  <a:pt x="5738" y="1219"/>
                  <a:pt x="5742" y="1217"/>
                  <a:pt x="5747" y="1215"/>
                </a:cubicBezTo>
                <a:cubicBezTo>
                  <a:pt x="5751" y="1213"/>
                  <a:pt x="5756" y="1212"/>
                  <a:pt x="5761" y="1212"/>
                </a:cubicBezTo>
                <a:cubicBezTo>
                  <a:pt x="5766" y="1213"/>
                  <a:pt x="5771" y="1213"/>
                  <a:pt x="5775" y="1215"/>
                </a:cubicBezTo>
                <a:cubicBezTo>
                  <a:pt x="5779" y="1217"/>
                  <a:pt x="5783" y="1220"/>
                  <a:pt x="5786" y="1223"/>
                </a:cubicBezTo>
                <a:cubicBezTo>
                  <a:pt x="5790" y="1227"/>
                  <a:pt x="5792" y="1230"/>
                  <a:pt x="5794" y="1235"/>
                </a:cubicBezTo>
                <a:cubicBezTo>
                  <a:pt x="5796" y="1239"/>
                  <a:pt x="5797" y="1244"/>
                  <a:pt x="5797" y="1249"/>
                </a:cubicBezTo>
                <a:moveTo>
                  <a:pt x="5792" y="1636"/>
                </a:moveTo>
                <a:lnTo>
                  <a:pt x="5791" y="1798"/>
                </a:lnTo>
                <a:cubicBezTo>
                  <a:pt x="5791" y="1803"/>
                  <a:pt x="5790" y="1808"/>
                  <a:pt x="5788" y="1812"/>
                </a:cubicBezTo>
                <a:cubicBezTo>
                  <a:pt x="5787" y="1816"/>
                  <a:pt x="5784" y="1820"/>
                  <a:pt x="5781" y="1824"/>
                </a:cubicBezTo>
                <a:cubicBezTo>
                  <a:pt x="5777" y="1827"/>
                  <a:pt x="5773" y="1829"/>
                  <a:pt x="5769" y="1831"/>
                </a:cubicBezTo>
                <a:cubicBezTo>
                  <a:pt x="5765" y="1833"/>
                  <a:pt x="5760" y="1834"/>
                  <a:pt x="5754" y="1834"/>
                </a:cubicBezTo>
                <a:cubicBezTo>
                  <a:pt x="5750" y="1834"/>
                  <a:pt x="5745" y="1833"/>
                  <a:pt x="5741" y="1831"/>
                </a:cubicBezTo>
                <a:cubicBezTo>
                  <a:pt x="5736" y="1829"/>
                  <a:pt x="5733" y="1827"/>
                  <a:pt x="5729" y="1823"/>
                </a:cubicBezTo>
                <a:cubicBezTo>
                  <a:pt x="5726" y="1820"/>
                  <a:pt x="5723" y="1816"/>
                  <a:pt x="5722" y="1812"/>
                </a:cubicBezTo>
                <a:cubicBezTo>
                  <a:pt x="5720" y="1807"/>
                  <a:pt x="5719" y="1803"/>
                  <a:pt x="5719" y="1798"/>
                </a:cubicBezTo>
                <a:lnTo>
                  <a:pt x="5720" y="1636"/>
                </a:lnTo>
                <a:cubicBezTo>
                  <a:pt x="5720" y="1631"/>
                  <a:pt x="5721" y="1626"/>
                  <a:pt x="5723" y="1622"/>
                </a:cubicBezTo>
                <a:cubicBezTo>
                  <a:pt x="5725" y="1618"/>
                  <a:pt x="5727" y="1614"/>
                  <a:pt x="5731" y="1611"/>
                </a:cubicBezTo>
                <a:cubicBezTo>
                  <a:pt x="5734" y="1607"/>
                  <a:pt x="5738" y="1605"/>
                  <a:pt x="5742" y="1603"/>
                </a:cubicBezTo>
                <a:cubicBezTo>
                  <a:pt x="5747" y="1601"/>
                  <a:pt x="5751" y="1600"/>
                  <a:pt x="5756" y="1600"/>
                </a:cubicBezTo>
                <a:cubicBezTo>
                  <a:pt x="5762" y="1600"/>
                  <a:pt x="5766" y="1601"/>
                  <a:pt x="5771" y="1603"/>
                </a:cubicBezTo>
                <a:cubicBezTo>
                  <a:pt x="5775" y="1605"/>
                  <a:pt x="5779" y="1608"/>
                  <a:pt x="5782" y="1611"/>
                </a:cubicBezTo>
                <a:cubicBezTo>
                  <a:pt x="5786" y="1614"/>
                  <a:pt x="5788" y="1618"/>
                  <a:pt x="5790" y="1623"/>
                </a:cubicBezTo>
                <a:cubicBezTo>
                  <a:pt x="5792" y="1627"/>
                  <a:pt x="5793" y="1631"/>
                  <a:pt x="5792" y="1636"/>
                </a:cubicBezTo>
                <a:moveTo>
                  <a:pt x="5790" y="2024"/>
                </a:moveTo>
                <a:lnTo>
                  <a:pt x="5790" y="2073"/>
                </a:lnTo>
                <a:cubicBezTo>
                  <a:pt x="5790" y="2076"/>
                  <a:pt x="5789" y="2079"/>
                  <a:pt x="5789" y="2082"/>
                </a:cubicBezTo>
                <a:cubicBezTo>
                  <a:pt x="5792" y="2084"/>
                  <a:pt x="5796" y="2086"/>
                  <a:pt x="5798" y="2089"/>
                </a:cubicBezTo>
                <a:cubicBezTo>
                  <a:pt x="5802" y="2093"/>
                  <a:pt x="5804" y="2097"/>
                  <a:pt x="5806" y="2101"/>
                </a:cubicBezTo>
                <a:cubicBezTo>
                  <a:pt x="5808" y="2105"/>
                  <a:pt x="5808" y="2110"/>
                  <a:pt x="5808" y="2115"/>
                </a:cubicBezTo>
                <a:cubicBezTo>
                  <a:pt x="5808" y="2119"/>
                  <a:pt x="5807" y="2124"/>
                  <a:pt x="5805" y="2128"/>
                </a:cubicBezTo>
                <a:cubicBezTo>
                  <a:pt x="5803" y="2133"/>
                  <a:pt x="5801" y="2136"/>
                  <a:pt x="5797" y="2140"/>
                </a:cubicBezTo>
                <a:cubicBezTo>
                  <a:pt x="5794" y="2143"/>
                  <a:pt x="5790" y="2145"/>
                  <a:pt x="5785" y="2147"/>
                </a:cubicBezTo>
                <a:cubicBezTo>
                  <a:pt x="5781" y="2149"/>
                  <a:pt x="5776" y="2150"/>
                  <a:pt x="5772" y="2149"/>
                </a:cubicBezTo>
                <a:lnTo>
                  <a:pt x="5608" y="2145"/>
                </a:lnTo>
                <a:cubicBezTo>
                  <a:pt x="5603" y="2145"/>
                  <a:pt x="5598" y="2144"/>
                  <a:pt x="5594" y="2142"/>
                </a:cubicBezTo>
                <a:cubicBezTo>
                  <a:pt x="5590" y="2141"/>
                  <a:pt x="5586" y="2138"/>
                  <a:pt x="5583" y="2134"/>
                </a:cubicBezTo>
                <a:cubicBezTo>
                  <a:pt x="5579" y="2131"/>
                  <a:pt x="5577" y="2127"/>
                  <a:pt x="5575" y="2123"/>
                </a:cubicBezTo>
                <a:cubicBezTo>
                  <a:pt x="5573" y="2118"/>
                  <a:pt x="5573" y="2114"/>
                  <a:pt x="5573" y="2109"/>
                </a:cubicBezTo>
                <a:cubicBezTo>
                  <a:pt x="5573" y="2104"/>
                  <a:pt x="5574" y="2100"/>
                  <a:pt x="5576" y="2095"/>
                </a:cubicBezTo>
                <a:cubicBezTo>
                  <a:pt x="5578" y="2091"/>
                  <a:pt x="5580" y="2087"/>
                  <a:pt x="5584" y="2084"/>
                </a:cubicBezTo>
                <a:cubicBezTo>
                  <a:pt x="5587" y="2081"/>
                  <a:pt x="5591" y="2078"/>
                  <a:pt x="5596" y="2077"/>
                </a:cubicBezTo>
                <a:cubicBezTo>
                  <a:pt x="5600" y="2075"/>
                  <a:pt x="5605" y="2074"/>
                  <a:pt x="5609" y="2074"/>
                </a:cubicBezTo>
                <a:lnTo>
                  <a:pt x="5718" y="2077"/>
                </a:lnTo>
                <a:cubicBezTo>
                  <a:pt x="5718" y="2076"/>
                  <a:pt x="5718" y="2074"/>
                  <a:pt x="5718" y="2073"/>
                </a:cubicBezTo>
                <a:lnTo>
                  <a:pt x="5718" y="2024"/>
                </a:lnTo>
                <a:cubicBezTo>
                  <a:pt x="5718" y="2019"/>
                  <a:pt x="5719" y="2014"/>
                  <a:pt x="5721" y="2010"/>
                </a:cubicBezTo>
                <a:cubicBezTo>
                  <a:pt x="5722" y="2006"/>
                  <a:pt x="5725" y="2002"/>
                  <a:pt x="5728" y="1998"/>
                </a:cubicBezTo>
                <a:cubicBezTo>
                  <a:pt x="5732" y="1995"/>
                  <a:pt x="5735" y="1993"/>
                  <a:pt x="5740" y="1991"/>
                </a:cubicBezTo>
                <a:cubicBezTo>
                  <a:pt x="5744" y="1989"/>
                  <a:pt x="5749" y="1988"/>
                  <a:pt x="5754" y="1988"/>
                </a:cubicBezTo>
                <a:cubicBezTo>
                  <a:pt x="5759" y="1988"/>
                  <a:pt x="5764" y="1989"/>
                  <a:pt x="5768" y="1991"/>
                </a:cubicBezTo>
                <a:cubicBezTo>
                  <a:pt x="5773" y="1993"/>
                  <a:pt x="5776" y="1995"/>
                  <a:pt x="5780" y="1999"/>
                </a:cubicBezTo>
                <a:cubicBezTo>
                  <a:pt x="5783" y="2002"/>
                  <a:pt x="5786" y="2006"/>
                  <a:pt x="5787" y="2010"/>
                </a:cubicBezTo>
                <a:cubicBezTo>
                  <a:pt x="5789" y="2015"/>
                  <a:pt x="5790" y="2019"/>
                  <a:pt x="5790" y="2024"/>
                </a:cubicBezTo>
                <a:moveTo>
                  <a:pt x="5384" y="2141"/>
                </a:moveTo>
                <a:lnTo>
                  <a:pt x="5221" y="2138"/>
                </a:lnTo>
                <a:cubicBezTo>
                  <a:pt x="5216" y="2137"/>
                  <a:pt x="5212" y="2136"/>
                  <a:pt x="5207" y="2135"/>
                </a:cubicBezTo>
                <a:cubicBezTo>
                  <a:pt x="5203" y="2133"/>
                  <a:pt x="5199" y="2130"/>
                  <a:pt x="5196" y="2127"/>
                </a:cubicBezTo>
                <a:cubicBezTo>
                  <a:pt x="5192" y="2123"/>
                  <a:pt x="5190" y="2119"/>
                  <a:pt x="5188" y="2115"/>
                </a:cubicBezTo>
                <a:cubicBezTo>
                  <a:pt x="5187" y="2111"/>
                  <a:pt x="5186" y="2106"/>
                  <a:pt x="5186" y="2101"/>
                </a:cubicBezTo>
                <a:cubicBezTo>
                  <a:pt x="5186" y="2097"/>
                  <a:pt x="5187" y="2092"/>
                  <a:pt x="5189" y="2088"/>
                </a:cubicBezTo>
                <a:cubicBezTo>
                  <a:pt x="5191" y="2083"/>
                  <a:pt x="5193" y="2080"/>
                  <a:pt x="5197" y="2076"/>
                </a:cubicBezTo>
                <a:cubicBezTo>
                  <a:pt x="5200" y="2073"/>
                  <a:pt x="5204" y="2070"/>
                  <a:pt x="5208" y="2069"/>
                </a:cubicBezTo>
                <a:cubicBezTo>
                  <a:pt x="5213" y="2067"/>
                  <a:pt x="5217" y="2066"/>
                  <a:pt x="5222" y="2066"/>
                </a:cubicBezTo>
                <a:lnTo>
                  <a:pt x="5385" y="2069"/>
                </a:lnTo>
                <a:cubicBezTo>
                  <a:pt x="5390" y="2069"/>
                  <a:pt x="5394" y="2070"/>
                  <a:pt x="5399" y="2072"/>
                </a:cubicBezTo>
                <a:cubicBezTo>
                  <a:pt x="5403" y="2074"/>
                  <a:pt x="5407" y="2077"/>
                  <a:pt x="5410" y="2080"/>
                </a:cubicBezTo>
                <a:cubicBezTo>
                  <a:pt x="5413" y="2084"/>
                  <a:pt x="5416" y="2088"/>
                  <a:pt x="5418" y="2092"/>
                </a:cubicBezTo>
                <a:cubicBezTo>
                  <a:pt x="5419" y="2096"/>
                  <a:pt x="5420" y="2101"/>
                  <a:pt x="5420" y="2106"/>
                </a:cubicBezTo>
                <a:cubicBezTo>
                  <a:pt x="5420" y="2110"/>
                  <a:pt x="5419" y="2115"/>
                  <a:pt x="5417" y="2119"/>
                </a:cubicBezTo>
                <a:cubicBezTo>
                  <a:pt x="5415" y="2124"/>
                  <a:pt x="5412" y="2127"/>
                  <a:pt x="5409" y="2131"/>
                </a:cubicBezTo>
                <a:cubicBezTo>
                  <a:pt x="5406" y="2134"/>
                  <a:pt x="5402" y="2136"/>
                  <a:pt x="5397" y="2138"/>
                </a:cubicBezTo>
                <a:cubicBezTo>
                  <a:pt x="5393" y="2140"/>
                  <a:pt x="5388" y="2141"/>
                  <a:pt x="5384" y="2141"/>
                </a:cubicBezTo>
                <a:moveTo>
                  <a:pt x="4997" y="2134"/>
                </a:moveTo>
                <a:lnTo>
                  <a:pt x="4844" y="2132"/>
                </a:lnTo>
                <a:lnTo>
                  <a:pt x="4834" y="2132"/>
                </a:lnTo>
                <a:cubicBezTo>
                  <a:pt x="4830" y="2131"/>
                  <a:pt x="4825" y="2130"/>
                  <a:pt x="4821" y="2129"/>
                </a:cubicBezTo>
                <a:cubicBezTo>
                  <a:pt x="4816" y="2127"/>
                  <a:pt x="4813" y="2124"/>
                  <a:pt x="4809" y="2121"/>
                </a:cubicBezTo>
                <a:cubicBezTo>
                  <a:pt x="4806" y="2117"/>
                  <a:pt x="4803" y="2113"/>
                  <a:pt x="4802" y="2109"/>
                </a:cubicBezTo>
                <a:cubicBezTo>
                  <a:pt x="4800" y="2105"/>
                  <a:pt x="4799" y="2100"/>
                  <a:pt x="4799" y="2095"/>
                </a:cubicBezTo>
                <a:cubicBezTo>
                  <a:pt x="4799" y="2091"/>
                  <a:pt x="4800" y="2086"/>
                  <a:pt x="4802" y="2082"/>
                </a:cubicBezTo>
                <a:cubicBezTo>
                  <a:pt x="4804" y="2077"/>
                  <a:pt x="4807" y="2074"/>
                  <a:pt x="4810" y="2070"/>
                </a:cubicBezTo>
                <a:cubicBezTo>
                  <a:pt x="4813" y="2067"/>
                  <a:pt x="4817" y="2065"/>
                  <a:pt x="4822" y="2063"/>
                </a:cubicBezTo>
                <a:cubicBezTo>
                  <a:pt x="4826" y="2061"/>
                  <a:pt x="4831" y="2060"/>
                  <a:pt x="4835" y="2060"/>
                </a:cubicBezTo>
                <a:lnTo>
                  <a:pt x="4845" y="2060"/>
                </a:lnTo>
                <a:lnTo>
                  <a:pt x="4998" y="2063"/>
                </a:lnTo>
                <a:cubicBezTo>
                  <a:pt x="5003" y="2063"/>
                  <a:pt x="5007" y="2064"/>
                  <a:pt x="5012" y="2065"/>
                </a:cubicBezTo>
                <a:cubicBezTo>
                  <a:pt x="5016" y="2067"/>
                  <a:pt x="5020" y="2070"/>
                  <a:pt x="5023" y="2073"/>
                </a:cubicBezTo>
                <a:cubicBezTo>
                  <a:pt x="5026" y="2077"/>
                  <a:pt x="5029" y="2081"/>
                  <a:pt x="5031" y="2085"/>
                </a:cubicBezTo>
                <a:cubicBezTo>
                  <a:pt x="5032" y="2089"/>
                  <a:pt x="5033" y="2094"/>
                  <a:pt x="5033" y="2099"/>
                </a:cubicBezTo>
                <a:cubicBezTo>
                  <a:pt x="5033" y="2103"/>
                  <a:pt x="5032" y="2108"/>
                  <a:pt x="5030" y="2112"/>
                </a:cubicBezTo>
                <a:cubicBezTo>
                  <a:pt x="5028" y="2117"/>
                  <a:pt x="5026" y="2120"/>
                  <a:pt x="5022" y="2124"/>
                </a:cubicBezTo>
                <a:cubicBezTo>
                  <a:pt x="5019" y="2127"/>
                  <a:pt x="5015" y="2130"/>
                  <a:pt x="5011" y="2131"/>
                </a:cubicBezTo>
                <a:cubicBezTo>
                  <a:pt x="5006" y="2133"/>
                  <a:pt x="5002" y="2134"/>
                  <a:pt x="4997" y="2134"/>
                </a:cubicBezTo>
                <a:moveTo>
                  <a:pt x="4611" y="2129"/>
                </a:moveTo>
                <a:lnTo>
                  <a:pt x="4448" y="2127"/>
                </a:lnTo>
                <a:cubicBezTo>
                  <a:pt x="4443" y="2127"/>
                  <a:pt x="4438" y="2126"/>
                  <a:pt x="4434" y="2124"/>
                </a:cubicBezTo>
                <a:cubicBezTo>
                  <a:pt x="4430" y="2122"/>
                  <a:pt x="4426" y="2120"/>
                  <a:pt x="4423" y="2116"/>
                </a:cubicBezTo>
                <a:cubicBezTo>
                  <a:pt x="4419" y="2113"/>
                  <a:pt x="4417" y="2109"/>
                  <a:pt x="4415" y="2105"/>
                </a:cubicBezTo>
                <a:cubicBezTo>
                  <a:pt x="4413" y="2100"/>
                  <a:pt x="4412" y="2096"/>
                  <a:pt x="4412" y="2091"/>
                </a:cubicBezTo>
                <a:cubicBezTo>
                  <a:pt x="4413" y="2086"/>
                  <a:pt x="4413" y="2082"/>
                  <a:pt x="4415" y="2078"/>
                </a:cubicBezTo>
                <a:cubicBezTo>
                  <a:pt x="4417" y="2073"/>
                  <a:pt x="4420" y="2069"/>
                  <a:pt x="4423" y="2066"/>
                </a:cubicBezTo>
                <a:cubicBezTo>
                  <a:pt x="4427" y="2063"/>
                  <a:pt x="4430" y="2060"/>
                  <a:pt x="4435" y="2058"/>
                </a:cubicBezTo>
                <a:cubicBezTo>
                  <a:pt x="4439" y="2057"/>
                  <a:pt x="4444" y="2056"/>
                  <a:pt x="4448" y="2056"/>
                </a:cubicBezTo>
                <a:lnTo>
                  <a:pt x="4611" y="2058"/>
                </a:lnTo>
                <a:cubicBezTo>
                  <a:pt x="4616" y="2058"/>
                  <a:pt x="4621" y="2059"/>
                  <a:pt x="4625" y="2060"/>
                </a:cubicBezTo>
                <a:cubicBezTo>
                  <a:pt x="4629" y="2062"/>
                  <a:pt x="4633" y="2065"/>
                  <a:pt x="4636" y="2068"/>
                </a:cubicBezTo>
                <a:cubicBezTo>
                  <a:pt x="4640" y="2072"/>
                  <a:pt x="4642" y="2075"/>
                  <a:pt x="4644" y="2080"/>
                </a:cubicBezTo>
                <a:cubicBezTo>
                  <a:pt x="4646" y="2084"/>
                  <a:pt x="4647" y="2089"/>
                  <a:pt x="4647" y="2094"/>
                </a:cubicBezTo>
                <a:cubicBezTo>
                  <a:pt x="4647" y="2098"/>
                  <a:pt x="4646" y="2103"/>
                  <a:pt x="4644" y="2107"/>
                </a:cubicBezTo>
                <a:cubicBezTo>
                  <a:pt x="4642" y="2111"/>
                  <a:pt x="4639" y="2115"/>
                  <a:pt x="4636" y="2119"/>
                </a:cubicBezTo>
                <a:cubicBezTo>
                  <a:pt x="4633" y="2122"/>
                  <a:pt x="4629" y="2124"/>
                  <a:pt x="4624" y="2126"/>
                </a:cubicBezTo>
                <a:cubicBezTo>
                  <a:pt x="4620" y="2128"/>
                  <a:pt x="4615" y="2129"/>
                  <a:pt x="4611" y="2129"/>
                </a:cubicBezTo>
                <a:moveTo>
                  <a:pt x="4224" y="2125"/>
                </a:moveTo>
                <a:lnTo>
                  <a:pt x="4062" y="2124"/>
                </a:lnTo>
                <a:cubicBezTo>
                  <a:pt x="4057" y="2124"/>
                  <a:pt x="4053" y="2123"/>
                  <a:pt x="4048" y="2121"/>
                </a:cubicBezTo>
                <a:cubicBezTo>
                  <a:pt x="4044" y="2120"/>
                  <a:pt x="4040" y="2117"/>
                  <a:pt x="4037" y="2114"/>
                </a:cubicBezTo>
                <a:cubicBezTo>
                  <a:pt x="4034" y="2110"/>
                  <a:pt x="4031" y="2106"/>
                  <a:pt x="4029" y="2102"/>
                </a:cubicBezTo>
                <a:cubicBezTo>
                  <a:pt x="4028" y="2098"/>
                  <a:pt x="4027" y="2093"/>
                  <a:pt x="4027" y="2088"/>
                </a:cubicBezTo>
                <a:cubicBezTo>
                  <a:pt x="4027" y="2084"/>
                  <a:pt x="4028" y="2079"/>
                  <a:pt x="4029" y="2075"/>
                </a:cubicBezTo>
                <a:cubicBezTo>
                  <a:pt x="4031" y="2070"/>
                  <a:pt x="4034" y="2067"/>
                  <a:pt x="4037" y="2063"/>
                </a:cubicBezTo>
                <a:cubicBezTo>
                  <a:pt x="4041" y="2060"/>
                  <a:pt x="4045" y="2057"/>
                  <a:pt x="4049" y="2056"/>
                </a:cubicBezTo>
                <a:cubicBezTo>
                  <a:pt x="4053" y="2054"/>
                  <a:pt x="4058" y="2053"/>
                  <a:pt x="4063" y="2053"/>
                </a:cubicBezTo>
                <a:lnTo>
                  <a:pt x="4225" y="2054"/>
                </a:lnTo>
                <a:cubicBezTo>
                  <a:pt x="4230" y="2054"/>
                  <a:pt x="4234" y="2055"/>
                  <a:pt x="4239" y="2057"/>
                </a:cubicBezTo>
                <a:cubicBezTo>
                  <a:pt x="4243" y="2059"/>
                  <a:pt x="4247" y="2061"/>
                  <a:pt x="4250" y="2065"/>
                </a:cubicBezTo>
                <a:cubicBezTo>
                  <a:pt x="4253" y="2068"/>
                  <a:pt x="4256" y="2072"/>
                  <a:pt x="4258" y="2076"/>
                </a:cubicBezTo>
                <a:cubicBezTo>
                  <a:pt x="4259" y="2081"/>
                  <a:pt x="4260" y="2085"/>
                  <a:pt x="4260" y="2090"/>
                </a:cubicBezTo>
                <a:cubicBezTo>
                  <a:pt x="4260" y="2095"/>
                  <a:pt x="4259" y="2099"/>
                  <a:pt x="4258" y="2103"/>
                </a:cubicBezTo>
                <a:cubicBezTo>
                  <a:pt x="4256" y="2108"/>
                  <a:pt x="4253" y="2112"/>
                  <a:pt x="4250" y="2115"/>
                </a:cubicBezTo>
                <a:cubicBezTo>
                  <a:pt x="4246" y="2118"/>
                  <a:pt x="4242" y="2121"/>
                  <a:pt x="4238" y="2123"/>
                </a:cubicBezTo>
                <a:cubicBezTo>
                  <a:pt x="4234" y="2124"/>
                  <a:pt x="4229" y="2125"/>
                  <a:pt x="4224" y="2125"/>
                </a:cubicBezTo>
                <a:moveTo>
                  <a:pt x="3839" y="2123"/>
                </a:moveTo>
                <a:lnTo>
                  <a:pt x="3676" y="2122"/>
                </a:lnTo>
                <a:cubicBezTo>
                  <a:pt x="3671" y="2122"/>
                  <a:pt x="3667" y="2122"/>
                  <a:pt x="3662" y="2120"/>
                </a:cubicBezTo>
                <a:cubicBezTo>
                  <a:pt x="3658" y="2118"/>
                  <a:pt x="3654" y="2115"/>
                  <a:pt x="3651" y="2112"/>
                </a:cubicBezTo>
                <a:cubicBezTo>
                  <a:pt x="3648" y="2109"/>
                  <a:pt x="3645" y="2105"/>
                  <a:pt x="3643" y="2100"/>
                </a:cubicBezTo>
                <a:cubicBezTo>
                  <a:pt x="3641" y="2096"/>
                  <a:pt x="3640" y="2091"/>
                  <a:pt x="3640" y="2087"/>
                </a:cubicBezTo>
                <a:cubicBezTo>
                  <a:pt x="3641" y="2082"/>
                  <a:pt x="3641" y="2077"/>
                  <a:pt x="3643" y="2073"/>
                </a:cubicBezTo>
                <a:cubicBezTo>
                  <a:pt x="3645" y="2069"/>
                  <a:pt x="3648" y="2065"/>
                  <a:pt x="3651" y="2062"/>
                </a:cubicBezTo>
                <a:cubicBezTo>
                  <a:pt x="3654" y="2058"/>
                  <a:pt x="3658" y="2056"/>
                  <a:pt x="3663" y="2054"/>
                </a:cubicBezTo>
                <a:cubicBezTo>
                  <a:pt x="3667" y="2052"/>
                  <a:pt x="3672" y="2051"/>
                  <a:pt x="3676" y="2051"/>
                </a:cubicBezTo>
                <a:lnTo>
                  <a:pt x="3839" y="2052"/>
                </a:lnTo>
                <a:cubicBezTo>
                  <a:pt x="3844" y="2052"/>
                  <a:pt x="3848" y="2053"/>
                  <a:pt x="3853" y="2055"/>
                </a:cubicBezTo>
                <a:cubicBezTo>
                  <a:pt x="3857" y="2056"/>
                  <a:pt x="3861" y="2059"/>
                  <a:pt x="3864" y="2062"/>
                </a:cubicBezTo>
                <a:cubicBezTo>
                  <a:pt x="3867" y="2066"/>
                  <a:pt x="3870" y="2070"/>
                  <a:pt x="3872" y="2074"/>
                </a:cubicBezTo>
                <a:cubicBezTo>
                  <a:pt x="3874" y="2078"/>
                  <a:pt x="3875" y="2083"/>
                  <a:pt x="3874" y="2088"/>
                </a:cubicBezTo>
                <a:cubicBezTo>
                  <a:pt x="3874" y="2092"/>
                  <a:pt x="3874" y="2097"/>
                  <a:pt x="3872" y="2101"/>
                </a:cubicBezTo>
                <a:cubicBezTo>
                  <a:pt x="3870" y="2106"/>
                  <a:pt x="3867" y="2109"/>
                  <a:pt x="3864" y="2113"/>
                </a:cubicBezTo>
                <a:cubicBezTo>
                  <a:pt x="3861" y="2116"/>
                  <a:pt x="3857" y="2119"/>
                  <a:pt x="3852" y="2120"/>
                </a:cubicBezTo>
                <a:cubicBezTo>
                  <a:pt x="3848" y="2122"/>
                  <a:pt x="3843" y="2123"/>
                  <a:pt x="3839" y="2123"/>
                </a:cubicBezTo>
                <a:moveTo>
                  <a:pt x="3452" y="2122"/>
                </a:moveTo>
                <a:lnTo>
                  <a:pt x="3289" y="2122"/>
                </a:lnTo>
                <a:cubicBezTo>
                  <a:pt x="3284" y="2122"/>
                  <a:pt x="3280" y="2121"/>
                  <a:pt x="3275" y="2119"/>
                </a:cubicBezTo>
                <a:cubicBezTo>
                  <a:pt x="3271" y="2117"/>
                  <a:pt x="3267" y="2115"/>
                  <a:pt x="3264" y="2111"/>
                </a:cubicBezTo>
                <a:cubicBezTo>
                  <a:pt x="3260" y="2108"/>
                  <a:pt x="3258" y="2104"/>
                  <a:pt x="3256" y="2100"/>
                </a:cubicBezTo>
                <a:cubicBezTo>
                  <a:pt x="3254" y="2095"/>
                  <a:pt x="3253" y="2091"/>
                  <a:pt x="3253" y="2086"/>
                </a:cubicBezTo>
                <a:cubicBezTo>
                  <a:pt x="3253" y="2081"/>
                  <a:pt x="3254" y="2077"/>
                  <a:pt x="3256" y="2072"/>
                </a:cubicBezTo>
                <a:cubicBezTo>
                  <a:pt x="3258" y="2068"/>
                  <a:pt x="3260" y="2064"/>
                  <a:pt x="3264" y="2061"/>
                </a:cubicBezTo>
                <a:cubicBezTo>
                  <a:pt x="3267" y="2057"/>
                  <a:pt x="3271" y="2055"/>
                  <a:pt x="3275" y="2053"/>
                </a:cubicBezTo>
                <a:cubicBezTo>
                  <a:pt x="3280" y="2051"/>
                  <a:pt x="3284" y="2050"/>
                  <a:pt x="3289" y="2050"/>
                </a:cubicBezTo>
                <a:lnTo>
                  <a:pt x="3452" y="2051"/>
                </a:lnTo>
                <a:cubicBezTo>
                  <a:pt x="3457" y="2051"/>
                  <a:pt x="3461" y="2052"/>
                  <a:pt x="3466" y="2053"/>
                </a:cubicBezTo>
                <a:cubicBezTo>
                  <a:pt x="3470" y="2055"/>
                  <a:pt x="3474" y="2058"/>
                  <a:pt x="3477" y="2061"/>
                </a:cubicBezTo>
                <a:cubicBezTo>
                  <a:pt x="3481" y="2064"/>
                  <a:pt x="3483" y="2068"/>
                  <a:pt x="3485" y="2073"/>
                </a:cubicBezTo>
                <a:cubicBezTo>
                  <a:pt x="3487" y="2077"/>
                  <a:pt x="3488" y="2082"/>
                  <a:pt x="3488" y="2086"/>
                </a:cubicBezTo>
                <a:cubicBezTo>
                  <a:pt x="3488" y="2091"/>
                  <a:pt x="3487" y="2096"/>
                  <a:pt x="3485" y="2100"/>
                </a:cubicBezTo>
                <a:cubicBezTo>
                  <a:pt x="3483" y="2104"/>
                  <a:pt x="3481" y="2108"/>
                  <a:pt x="3477" y="2112"/>
                </a:cubicBezTo>
                <a:cubicBezTo>
                  <a:pt x="3474" y="2115"/>
                  <a:pt x="3470" y="2117"/>
                  <a:pt x="3466" y="2119"/>
                </a:cubicBezTo>
                <a:cubicBezTo>
                  <a:pt x="3461" y="2121"/>
                  <a:pt x="3457" y="2122"/>
                  <a:pt x="3452" y="2122"/>
                </a:cubicBezTo>
                <a:moveTo>
                  <a:pt x="3064" y="2122"/>
                </a:moveTo>
                <a:lnTo>
                  <a:pt x="2901" y="2122"/>
                </a:lnTo>
                <a:cubicBezTo>
                  <a:pt x="2896" y="2122"/>
                  <a:pt x="2892" y="2121"/>
                  <a:pt x="2887" y="2119"/>
                </a:cubicBezTo>
                <a:cubicBezTo>
                  <a:pt x="2883" y="2117"/>
                  <a:pt x="2879" y="2115"/>
                  <a:pt x="2876" y="2111"/>
                </a:cubicBezTo>
                <a:cubicBezTo>
                  <a:pt x="2873" y="2108"/>
                  <a:pt x="2870" y="2104"/>
                  <a:pt x="2868" y="2100"/>
                </a:cubicBezTo>
                <a:cubicBezTo>
                  <a:pt x="2866" y="2095"/>
                  <a:pt x="2865" y="2091"/>
                  <a:pt x="2865" y="2086"/>
                </a:cubicBezTo>
                <a:cubicBezTo>
                  <a:pt x="2865" y="2081"/>
                  <a:pt x="2866" y="2077"/>
                  <a:pt x="2868" y="2072"/>
                </a:cubicBezTo>
                <a:cubicBezTo>
                  <a:pt x="2870" y="2068"/>
                  <a:pt x="2873" y="2064"/>
                  <a:pt x="2876" y="2061"/>
                </a:cubicBezTo>
                <a:cubicBezTo>
                  <a:pt x="2879" y="2058"/>
                  <a:pt x="2883" y="2055"/>
                  <a:pt x="2887" y="2053"/>
                </a:cubicBezTo>
                <a:cubicBezTo>
                  <a:pt x="2892" y="2051"/>
                  <a:pt x="2896" y="2050"/>
                  <a:pt x="2901" y="2050"/>
                </a:cubicBezTo>
                <a:lnTo>
                  <a:pt x="3064" y="2050"/>
                </a:lnTo>
                <a:cubicBezTo>
                  <a:pt x="3069" y="2050"/>
                  <a:pt x="3073" y="2051"/>
                  <a:pt x="3078" y="2053"/>
                </a:cubicBezTo>
                <a:cubicBezTo>
                  <a:pt x="3082" y="2055"/>
                  <a:pt x="3086" y="2057"/>
                  <a:pt x="3089" y="2061"/>
                </a:cubicBezTo>
                <a:cubicBezTo>
                  <a:pt x="3092" y="2064"/>
                  <a:pt x="3095" y="2068"/>
                  <a:pt x="3097" y="2072"/>
                </a:cubicBezTo>
                <a:cubicBezTo>
                  <a:pt x="3099" y="2077"/>
                  <a:pt x="3100" y="2081"/>
                  <a:pt x="3100" y="2086"/>
                </a:cubicBezTo>
                <a:cubicBezTo>
                  <a:pt x="3100" y="2091"/>
                  <a:pt x="3099" y="2095"/>
                  <a:pt x="3097" y="2100"/>
                </a:cubicBezTo>
                <a:cubicBezTo>
                  <a:pt x="3095" y="2104"/>
                  <a:pt x="3093" y="2108"/>
                  <a:pt x="3089" y="2111"/>
                </a:cubicBezTo>
                <a:cubicBezTo>
                  <a:pt x="3086" y="2115"/>
                  <a:pt x="3082" y="2117"/>
                  <a:pt x="3078" y="2119"/>
                </a:cubicBezTo>
                <a:cubicBezTo>
                  <a:pt x="3073" y="2121"/>
                  <a:pt x="3069" y="2122"/>
                  <a:pt x="3064" y="2122"/>
                </a:cubicBezTo>
                <a:moveTo>
                  <a:pt x="2679" y="2122"/>
                </a:moveTo>
                <a:lnTo>
                  <a:pt x="2517" y="2122"/>
                </a:lnTo>
                <a:cubicBezTo>
                  <a:pt x="2512" y="2122"/>
                  <a:pt x="2508" y="2121"/>
                  <a:pt x="2503" y="2120"/>
                </a:cubicBezTo>
                <a:cubicBezTo>
                  <a:pt x="2499" y="2118"/>
                  <a:pt x="2495" y="2115"/>
                  <a:pt x="2492" y="2112"/>
                </a:cubicBezTo>
                <a:cubicBezTo>
                  <a:pt x="2488" y="2109"/>
                  <a:pt x="2486" y="2105"/>
                  <a:pt x="2484" y="2100"/>
                </a:cubicBezTo>
                <a:cubicBezTo>
                  <a:pt x="2482" y="2096"/>
                  <a:pt x="2481" y="2091"/>
                  <a:pt x="2481" y="2087"/>
                </a:cubicBezTo>
                <a:cubicBezTo>
                  <a:pt x="2481" y="2082"/>
                  <a:pt x="2482" y="2077"/>
                  <a:pt x="2484" y="2073"/>
                </a:cubicBezTo>
                <a:cubicBezTo>
                  <a:pt x="2486" y="2069"/>
                  <a:pt x="2488" y="2065"/>
                  <a:pt x="2492" y="2061"/>
                </a:cubicBezTo>
                <a:cubicBezTo>
                  <a:pt x="2495" y="2058"/>
                  <a:pt x="2499" y="2056"/>
                  <a:pt x="2503" y="2054"/>
                </a:cubicBezTo>
                <a:cubicBezTo>
                  <a:pt x="2508" y="2052"/>
                  <a:pt x="2512" y="2051"/>
                  <a:pt x="2517" y="2051"/>
                </a:cubicBezTo>
                <a:lnTo>
                  <a:pt x="2679" y="2051"/>
                </a:lnTo>
                <a:cubicBezTo>
                  <a:pt x="2684" y="2051"/>
                  <a:pt x="2688" y="2052"/>
                  <a:pt x="2692" y="2053"/>
                </a:cubicBezTo>
                <a:cubicBezTo>
                  <a:pt x="2697" y="2055"/>
                  <a:pt x="2701" y="2058"/>
                  <a:pt x="2704" y="2061"/>
                </a:cubicBezTo>
                <a:cubicBezTo>
                  <a:pt x="2707" y="2064"/>
                  <a:pt x="2710" y="2068"/>
                  <a:pt x="2712" y="2073"/>
                </a:cubicBezTo>
                <a:cubicBezTo>
                  <a:pt x="2714" y="2077"/>
                  <a:pt x="2715" y="2082"/>
                  <a:pt x="2715" y="2086"/>
                </a:cubicBezTo>
                <a:cubicBezTo>
                  <a:pt x="2715" y="2091"/>
                  <a:pt x="2714" y="2096"/>
                  <a:pt x="2712" y="2100"/>
                </a:cubicBezTo>
                <a:cubicBezTo>
                  <a:pt x="2710" y="2104"/>
                  <a:pt x="2707" y="2108"/>
                  <a:pt x="2704" y="2111"/>
                </a:cubicBezTo>
                <a:cubicBezTo>
                  <a:pt x="2701" y="2115"/>
                  <a:pt x="2697" y="2117"/>
                  <a:pt x="2693" y="2119"/>
                </a:cubicBezTo>
                <a:cubicBezTo>
                  <a:pt x="2688" y="2121"/>
                  <a:pt x="2684" y="2122"/>
                  <a:pt x="2679" y="2122"/>
                </a:cubicBezTo>
                <a:moveTo>
                  <a:pt x="2294" y="2123"/>
                </a:moveTo>
                <a:lnTo>
                  <a:pt x="2131" y="2123"/>
                </a:lnTo>
                <a:cubicBezTo>
                  <a:pt x="2126" y="2123"/>
                  <a:pt x="2121" y="2122"/>
                  <a:pt x="2117" y="2120"/>
                </a:cubicBezTo>
                <a:cubicBezTo>
                  <a:pt x="2113" y="2119"/>
                  <a:pt x="2109" y="2116"/>
                  <a:pt x="2105" y="2113"/>
                </a:cubicBezTo>
                <a:cubicBezTo>
                  <a:pt x="2102" y="2109"/>
                  <a:pt x="2100" y="2106"/>
                  <a:pt x="2098" y="2101"/>
                </a:cubicBezTo>
                <a:cubicBezTo>
                  <a:pt x="2096" y="2097"/>
                  <a:pt x="2095" y="2092"/>
                  <a:pt x="2095" y="2088"/>
                </a:cubicBezTo>
                <a:cubicBezTo>
                  <a:pt x="2095" y="2083"/>
                  <a:pt x="2096" y="2078"/>
                  <a:pt x="2098" y="2074"/>
                </a:cubicBezTo>
                <a:cubicBezTo>
                  <a:pt x="2099" y="2070"/>
                  <a:pt x="2102" y="2066"/>
                  <a:pt x="2105" y="2062"/>
                </a:cubicBezTo>
                <a:cubicBezTo>
                  <a:pt x="2109" y="2059"/>
                  <a:pt x="2113" y="2056"/>
                  <a:pt x="2117" y="2055"/>
                </a:cubicBezTo>
                <a:cubicBezTo>
                  <a:pt x="2121" y="2053"/>
                  <a:pt x="2126" y="2052"/>
                  <a:pt x="2130" y="2052"/>
                </a:cubicBezTo>
                <a:lnTo>
                  <a:pt x="2293" y="2051"/>
                </a:lnTo>
                <a:cubicBezTo>
                  <a:pt x="2298" y="2051"/>
                  <a:pt x="2303" y="2052"/>
                  <a:pt x="2307" y="2054"/>
                </a:cubicBezTo>
                <a:cubicBezTo>
                  <a:pt x="2311" y="2056"/>
                  <a:pt x="2315" y="2058"/>
                  <a:pt x="2319" y="2062"/>
                </a:cubicBezTo>
                <a:cubicBezTo>
                  <a:pt x="2322" y="2065"/>
                  <a:pt x="2325" y="2069"/>
                  <a:pt x="2326" y="2073"/>
                </a:cubicBezTo>
                <a:cubicBezTo>
                  <a:pt x="2328" y="2078"/>
                  <a:pt x="2329" y="2082"/>
                  <a:pt x="2329" y="2087"/>
                </a:cubicBezTo>
                <a:cubicBezTo>
                  <a:pt x="2329" y="2092"/>
                  <a:pt x="2328" y="2096"/>
                  <a:pt x="2326" y="2101"/>
                </a:cubicBezTo>
                <a:cubicBezTo>
                  <a:pt x="2325" y="2105"/>
                  <a:pt x="2322" y="2109"/>
                  <a:pt x="2319" y="2112"/>
                </a:cubicBezTo>
                <a:cubicBezTo>
                  <a:pt x="2315" y="2116"/>
                  <a:pt x="2312" y="2118"/>
                  <a:pt x="2307" y="2120"/>
                </a:cubicBezTo>
                <a:cubicBezTo>
                  <a:pt x="2303" y="2122"/>
                  <a:pt x="2298" y="2123"/>
                  <a:pt x="2294" y="2123"/>
                </a:cubicBezTo>
                <a:moveTo>
                  <a:pt x="1906" y="2124"/>
                </a:moveTo>
                <a:lnTo>
                  <a:pt x="1742" y="2124"/>
                </a:lnTo>
                <a:cubicBezTo>
                  <a:pt x="1737" y="2124"/>
                  <a:pt x="1733" y="2123"/>
                  <a:pt x="1728" y="2121"/>
                </a:cubicBezTo>
                <a:cubicBezTo>
                  <a:pt x="1724" y="2120"/>
                  <a:pt x="1720" y="2117"/>
                  <a:pt x="1717" y="2114"/>
                </a:cubicBezTo>
                <a:cubicBezTo>
                  <a:pt x="1713" y="2110"/>
                  <a:pt x="1711" y="2106"/>
                  <a:pt x="1709" y="2102"/>
                </a:cubicBezTo>
                <a:cubicBezTo>
                  <a:pt x="1707" y="2098"/>
                  <a:pt x="1706" y="2093"/>
                  <a:pt x="1706" y="2089"/>
                </a:cubicBezTo>
                <a:cubicBezTo>
                  <a:pt x="1706" y="2084"/>
                  <a:pt x="1707" y="2079"/>
                  <a:pt x="1709" y="2075"/>
                </a:cubicBezTo>
                <a:cubicBezTo>
                  <a:pt x="1711" y="2070"/>
                  <a:pt x="1713" y="2067"/>
                  <a:pt x="1717" y="2063"/>
                </a:cubicBezTo>
                <a:cubicBezTo>
                  <a:pt x="1720" y="2060"/>
                  <a:pt x="1724" y="2057"/>
                  <a:pt x="1728" y="2056"/>
                </a:cubicBezTo>
                <a:cubicBezTo>
                  <a:pt x="1732" y="2054"/>
                  <a:pt x="1737" y="2053"/>
                  <a:pt x="1742" y="2053"/>
                </a:cubicBezTo>
                <a:lnTo>
                  <a:pt x="1906" y="2052"/>
                </a:lnTo>
                <a:cubicBezTo>
                  <a:pt x="1910" y="2052"/>
                  <a:pt x="1915" y="2053"/>
                  <a:pt x="1919" y="2055"/>
                </a:cubicBezTo>
                <a:cubicBezTo>
                  <a:pt x="1924" y="2057"/>
                  <a:pt x="1928" y="2059"/>
                  <a:pt x="1931" y="2063"/>
                </a:cubicBezTo>
                <a:cubicBezTo>
                  <a:pt x="1934" y="2066"/>
                  <a:pt x="1937" y="2070"/>
                  <a:pt x="1939" y="2074"/>
                </a:cubicBezTo>
                <a:cubicBezTo>
                  <a:pt x="1941" y="2079"/>
                  <a:pt x="1941" y="2083"/>
                  <a:pt x="1941" y="2088"/>
                </a:cubicBezTo>
                <a:cubicBezTo>
                  <a:pt x="1941" y="2093"/>
                  <a:pt x="1941" y="2097"/>
                  <a:pt x="1939" y="2102"/>
                </a:cubicBezTo>
                <a:cubicBezTo>
                  <a:pt x="1937" y="2106"/>
                  <a:pt x="1934" y="2110"/>
                  <a:pt x="1931" y="2113"/>
                </a:cubicBezTo>
                <a:cubicBezTo>
                  <a:pt x="1928" y="2116"/>
                  <a:pt x="1924" y="2119"/>
                  <a:pt x="1920" y="2121"/>
                </a:cubicBezTo>
                <a:cubicBezTo>
                  <a:pt x="1915" y="2123"/>
                  <a:pt x="1911" y="2124"/>
                  <a:pt x="1906" y="2124"/>
                </a:cubicBezTo>
                <a:moveTo>
                  <a:pt x="1516" y="2125"/>
                </a:moveTo>
                <a:lnTo>
                  <a:pt x="1355" y="2125"/>
                </a:lnTo>
                <a:cubicBezTo>
                  <a:pt x="1351" y="2125"/>
                  <a:pt x="1346" y="2124"/>
                  <a:pt x="1342" y="2122"/>
                </a:cubicBezTo>
                <a:cubicBezTo>
                  <a:pt x="1337" y="2120"/>
                  <a:pt x="1334" y="2118"/>
                  <a:pt x="1330" y="2115"/>
                </a:cubicBezTo>
                <a:cubicBezTo>
                  <a:pt x="1327" y="2111"/>
                  <a:pt x="1324" y="2107"/>
                  <a:pt x="1322" y="2103"/>
                </a:cubicBezTo>
                <a:cubicBezTo>
                  <a:pt x="1321" y="2099"/>
                  <a:pt x="1320" y="2094"/>
                  <a:pt x="1320" y="2089"/>
                </a:cubicBezTo>
                <a:cubicBezTo>
                  <a:pt x="1320" y="2085"/>
                  <a:pt x="1321" y="2080"/>
                  <a:pt x="1322" y="2076"/>
                </a:cubicBezTo>
                <a:cubicBezTo>
                  <a:pt x="1324" y="2071"/>
                  <a:pt x="1327" y="2067"/>
                  <a:pt x="1330" y="2064"/>
                </a:cubicBezTo>
                <a:cubicBezTo>
                  <a:pt x="1333" y="2061"/>
                  <a:pt x="1337" y="2058"/>
                  <a:pt x="1342" y="2056"/>
                </a:cubicBezTo>
                <a:cubicBezTo>
                  <a:pt x="1346" y="2055"/>
                  <a:pt x="1351" y="2054"/>
                  <a:pt x="1355" y="2054"/>
                </a:cubicBezTo>
                <a:lnTo>
                  <a:pt x="1516" y="2053"/>
                </a:lnTo>
                <a:cubicBezTo>
                  <a:pt x="1521" y="2053"/>
                  <a:pt x="1525" y="2054"/>
                  <a:pt x="1530" y="2056"/>
                </a:cubicBezTo>
                <a:cubicBezTo>
                  <a:pt x="1534" y="2058"/>
                  <a:pt x="1538" y="2060"/>
                  <a:pt x="1541" y="2064"/>
                </a:cubicBezTo>
                <a:cubicBezTo>
                  <a:pt x="1545" y="2067"/>
                  <a:pt x="1547" y="2071"/>
                  <a:pt x="1549" y="2075"/>
                </a:cubicBezTo>
                <a:cubicBezTo>
                  <a:pt x="1551" y="2080"/>
                  <a:pt x="1552" y="2084"/>
                  <a:pt x="1552" y="2089"/>
                </a:cubicBezTo>
                <a:cubicBezTo>
                  <a:pt x="1552" y="2094"/>
                  <a:pt x="1551" y="2098"/>
                  <a:pt x="1549" y="2103"/>
                </a:cubicBezTo>
                <a:cubicBezTo>
                  <a:pt x="1547" y="2107"/>
                  <a:pt x="1545" y="2111"/>
                  <a:pt x="1541" y="2114"/>
                </a:cubicBezTo>
                <a:cubicBezTo>
                  <a:pt x="1538" y="2117"/>
                  <a:pt x="1534" y="2120"/>
                  <a:pt x="1530" y="2122"/>
                </a:cubicBezTo>
                <a:cubicBezTo>
                  <a:pt x="1525" y="2124"/>
                  <a:pt x="1521" y="2125"/>
                  <a:pt x="1516" y="2125"/>
                </a:cubicBezTo>
                <a:moveTo>
                  <a:pt x="1134" y="2125"/>
                </a:moveTo>
                <a:lnTo>
                  <a:pt x="972" y="2125"/>
                </a:lnTo>
                <a:cubicBezTo>
                  <a:pt x="967" y="2125"/>
                  <a:pt x="962" y="2125"/>
                  <a:pt x="958" y="2123"/>
                </a:cubicBezTo>
                <a:cubicBezTo>
                  <a:pt x="954" y="2121"/>
                  <a:pt x="950" y="2118"/>
                  <a:pt x="946" y="2115"/>
                </a:cubicBezTo>
                <a:cubicBezTo>
                  <a:pt x="943" y="2112"/>
                  <a:pt x="941" y="2108"/>
                  <a:pt x="939" y="2104"/>
                </a:cubicBezTo>
                <a:cubicBezTo>
                  <a:pt x="937" y="2099"/>
                  <a:pt x="936" y="2095"/>
                  <a:pt x="936" y="2090"/>
                </a:cubicBezTo>
                <a:cubicBezTo>
                  <a:pt x="936" y="2085"/>
                  <a:pt x="937" y="2081"/>
                  <a:pt x="939" y="2076"/>
                </a:cubicBezTo>
                <a:cubicBezTo>
                  <a:pt x="941" y="2072"/>
                  <a:pt x="943" y="2068"/>
                  <a:pt x="946" y="2065"/>
                </a:cubicBezTo>
                <a:cubicBezTo>
                  <a:pt x="950" y="2061"/>
                  <a:pt x="954" y="2059"/>
                  <a:pt x="958" y="2057"/>
                </a:cubicBezTo>
                <a:cubicBezTo>
                  <a:pt x="962" y="2055"/>
                  <a:pt x="967" y="2054"/>
                  <a:pt x="972" y="2054"/>
                </a:cubicBezTo>
                <a:lnTo>
                  <a:pt x="1134" y="2054"/>
                </a:lnTo>
                <a:cubicBezTo>
                  <a:pt x="1138" y="2054"/>
                  <a:pt x="1143" y="2055"/>
                  <a:pt x="1147" y="2057"/>
                </a:cubicBezTo>
                <a:cubicBezTo>
                  <a:pt x="1152" y="2059"/>
                  <a:pt x="1155" y="2061"/>
                  <a:pt x="1159" y="2064"/>
                </a:cubicBezTo>
                <a:cubicBezTo>
                  <a:pt x="1162" y="2068"/>
                  <a:pt x="1165" y="2072"/>
                  <a:pt x="1167" y="2076"/>
                </a:cubicBezTo>
                <a:cubicBezTo>
                  <a:pt x="1168" y="2080"/>
                  <a:pt x="1169" y="2085"/>
                  <a:pt x="1169" y="2090"/>
                </a:cubicBezTo>
                <a:cubicBezTo>
                  <a:pt x="1169" y="2094"/>
                  <a:pt x="1168" y="2099"/>
                  <a:pt x="1167" y="2103"/>
                </a:cubicBezTo>
                <a:cubicBezTo>
                  <a:pt x="1165" y="2108"/>
                  <a:pt x="1162" y="2111"/>
                  <a:pt x="1159" y="2115"/>
                </a:cubicBezTo>
                <a:cubicBezTo>
                  <a:pt x="1155" y="2118"/>
                  <a:pt x="1152" y="2121"/>
                  <a:pt x="1147" y="2123"/>
                </a:cubicBezTo>
                <a:cubicBezTo>
                  <a:pt x="1143" y="2124"/>
                  <a:pt x="1138" y="2125"/>
                  <a:pt x="1134" y="2125"/>
                </a:cubicBezTo>
                <a:moveTo>
                  <a:pt x="748" y="2126"/>
                </a:moveTo>
                <a:lnTo>
                  <a:pt x="585" y="2126"/>
                </a:lnTo>
                <a:cubicBezTo>
                  <a:pt x="580" y="2126"/>
                  <a:pt x="575" y="2125"/>
                  <a:pt x="571" y="2123"/>
                </a:cubicBezTo>
                <a:cubicBezTo>
                  <a:pt x="567" y="2121"/>
                  <a:pt x="563" y="2118"/>
                  <a:pt x="559" y="2115"/>
                </a:cubicBezTo>
                <a:cubicBezTo>
                  <a:pt x="556" y="2112"/>
                  <a:pt x="554" y="2108"/>
                  <a:pt x="552" y="2104"/>
                </a:cubicBezTo>
                <a:cubicBezTo>
                  <a:pt x="550" y="2099"/>
                  <a:pt x="549" y="2095"/>
                  <a:pt x="549" y="2090"/>
                </a:cubicBezTo>
                <a:cubicBezTo>
                  <a:pt x="549" y="2085"/>
                  <a:pt x="550" y="2081"/>
                  <a:pt x="552" y="2076"/>
                </a:cubicBezTo>
                <a:cubicBezTo>
                  <a:pt x="554" y="2072"/>
                  <a:pt x="556" y="2068"/>
                  <a:pt x="559" y="2065"/>
                </a:cubicBezTo>
                <a:cubicBezTo>
                  <a:pt x="563" y="2061"/>
                  <a:pt x="567" y="2059"/>
                  <a:pt x="571" y="2057"/>
                </a:cubicBezTo>
                <a:cubicBezTo>
                  <a:pt x="575" y="2055"/>
                  <a:pt x="580" y="2054"/>
                  <a:pt x="585" y="2054"/>
                </a:cubicBezTo>
                <a:lnTo>
                  <a:pt x="748" y="2054"/>
                </a:lnTo>
                <a:cubicBezTo>
                  <a:pt x="753" y="2054"/>
                  <a:pt x="757" y="2055"/>
                  <a:pt x="762" y="2057"/>
                </a:cubicBezTo>
                <a:cubicBezTo>
                  <a:pt x="766" y="2059"/>
                  <a:pt x="770" y="2061"/>
                  <a:pt x="773" y="2065"/>
                </a:cubicBezTo>
                <a:cubicBezTo>
                  <a:pt x="777" y="2068"/>
                  <a:pt x="779" y="2072"/>
                  <a:pt x="781" y="2076"/>
                </a:cubicBezTo>
                <a:cubicBezTo>
                  <a:pt x="783" y="2081"/>
                  <a:pt x="784" y="2085"/>
                  <a:pt x="784" y="2090"/>
                </a:cubicBezTo>
                <a:cubicBezTo>
                  <a:pt x="784" y="2095"/>
                  <a:pt x="783" y="2099"/>
                  <a:pt x="781" y="2104"/>
                </a:cubicBezTo>
                <a:cubicBezTo>
                  <a:pt x="779" y="2108"/>
                  <a:pt x="777" y="2112"/>
                  <a:pt x="773" y="2115"/>
                </a:cubicBezTo>
                <a:cubicBezTo>
                  <a:pt x="770" y="2118"/>
                  <a:pt x="766" y="2121"/>
                  <a:pt x="762" y="2123"/>
                </a:cubicBezTo>
                <a:cubicBezTo>
                  <a:pt x="757" y="2125"/>
                  <a:pt x="753" y="2126"/>
                  <a:pt x="748" y="2126"/>
                </a:cubicBezTo>
                <a:moveTo>
                  <a:pt x="359" y="2125"/>
                </a:moveTo>
                <a:lnTo>
                  <a:pt x="194" y="2125"/>
                </a:lnTo>
                <a:cubicBezTo>
                  <a:pt x="189" y="2125"/>
                  <a:pt x="185" y="2124"/>
                  <a:pt x="180" y="2122"/>
                </a:cubicBezTo>
                <a:cubicBezTo>
                  <a:pt x="176" y="2120"/>
                  <a:pt x="172" y="2118"/>
                  <a:pt x="169" y="2114"/>
                </a:cubicBezTo>
                <a:cubicBezTo>
                  <a:pt x="166" y="2111"/>
                  <a:pt x="163" y="2107"/>
                  <a:pt x="161" y="2103"/>
                </a:cubicBezTo>
                <a:cubicBezTo>
                  <a:pt x="159" y="2099"/>
                  <a:pt x="159" y="2094"/>
                  <a:pt x="159" y="2089"/>
                </a:cubicBezTo>
                <a:cubicBezTo>
                  <a:pt x="159" y="2085"/>
                  <a:pt x="159" y="2080"/>
                  <a:pt x="161" y="2076"/>
                </a:cubicBezTo>
                <a:cubicBezTo>
                  <a:pt x="163" y="2071"/>
                  <a:pt x="166" y="2067"/>
                  <a:pt x="169" y="2064"/>
                </a:cubicBezTo>
                <a:cubicBezTo>
                  <a:pt x="172" y="2061"/>
                  <a:pt x="176" y="2058"/>
                  <a:pt x="181" y="2056"/>
                </a:cubicBezTo>
                <a:cubicBezTo>
                  <a:pt x="185" y="2055"/>
                  <a:pt x="190" y="2054"/>
                  <a:pt x="194" y="2054"/>
                </a:cubicBezTo>
                <a:lnTo>
                  <a:pt x="359" y="2054"/>
                </a:lnTo>
                <a:cubicBezTo>
                  <a:pt x="364" y="2054"/>
                  <a:pt x="368" y="2055"/>
                  <a:pt x="373" y="2057"/>
                </a:cubicBezTo>
                <a:cubicBezTo>
                  <a:pt x="377" y="2059"/>
                  <a:pt x="381" y="2061"/>
                  <a:pt x="384" y="2065"/>
                </a:cubicBezTo>
                <a:cubicBezTo>
                  <a:pt x="388" y="2068"/>
                  <a:pt x="390" y="2072"/>
                  <a:pt x="392" y="2076"/>
                </a:cubicBezTo>
                <a:cubicBezTo>
                  <a:pt x="394" y="2080"/>
                  <a:pt x="395" y="2085"/>
                  <a:pt x="395" y="2090"/>
                </a:cubicBezTo>
                <a:cubicBezTo>
                  <a:pt x="395" y="2094"/>
                  <a:pt x="394" y="2099"/>
                  <a:pt x="392" y="2103"/>
                </a:cubicBezTo>
                <a:cubicBezTo>
                  <a:pt x="390" y="2108"/>
                  <a:pt x="388" y="2112"/>
                  <a:pt x="384" y="2115"/>
                </a:cubicBezTo>
                <a:cubicBezTo>
                  <a:pt x="381" y="2118"/>
                  <a:pt x="377" y="2121"/>
                  <a:pt x="373" y="2123"/>
                </a:cubicBezTo>
                <a:cubicBezTo>
                  <a:pt x="368" y="2124"/>
                  <a:pt x="364" y="2125"/>
                  <a:pt x="359" y="2125"/>
                </a:cubicBezTo>
                <a:moveTo>
                  <a:pt x="30" y="2050"/>
                </a:moveTo>
                <a:lnTo>
                  <a:pt x="30" y="2001"/>
                </a:lnTo>
                <a:lnTo>
                  <a:pt x="32" y="1889"/>
                </a:lnTo>
                <a:cubicBezTo>
                  <a:pt x="32" y="1884"/>
                  <a:pt x="33" y="1880"/>
                  <a:pt x="35" y="1875"/>
                </a:cubicBezTo>
                <a:cubicBezTo>
                  <a:pt x="37" y="1871"/>
                  <a:pt x="39" y="1867"/>
                  <a:pt x="43" y="1864"/>
                </a:cubicBezTo>
                <a:cubicBezTo>
                  <a:pt x="46" y="1861"/>
                  <a:pt x="50" y="1858"/>
                  <a:pt x="54" y="1856"/>
                </a:cubicBezTo>
                <a:cubicBezTo>
                  <a:pt x="59" y="1855"/>
                  <a:pt x="63" y="1854"/>
                  <a:pt x="68" y="1854"/>
                </a:cubicBezTo>
                <a:cubicBezTo>
                  <a:pt x="73" y="1854"/>
                  <a:pt x="77" y="1855"/>
                  <a:pt x="81" y="1857"/>
                </a:cubicBezTo>
                <a:cubicBezTo>
                  <a:pt x="86" y="1859"/>
                  <a:pt x="90" y="1861"/>
                  <a:pt x="93" y="1865"/>
                </a:cubicBezTo>
                <a:cubicBezTo>
                  <a:pt x="96" y="1868"/>
                  <a:pt x="99" y="1872"/>
                  <a:pt x="100" y="1876"/>
                </a:cubicBezTo>
                <a:cubicBezTo>
                  <a:pt x="102" y="1881"/>
                  <a:pt x="103" y="1885"/>
                  <a:pt x="103" y="1890"/>
                </a:cubicBezTo>
                <a:lnTo>
                  <a:pt x="101" y="2002"/>
                </a:lnTo>
                <a:lnTo>
                  <a:pt x="101" y="2051"/>
                </a:lnTo>
                <a:cubicBezTo>
                  <a:pt x="101" y="2055"/>
                  <a:pt x="100" y="2060"/>
                  <a:pt x="98" y="2064"/>
                </a:cubicBezTo>
                <a:cubicBezTo>
                  <a:pt x="96" y="2069"/>
                  <a:pt x="94" y="2072"/>
                  <a:pt x="90" y="2076"/>
                </a:cubicBezTo>
                <a:cubicBezTo>
                  <a:pt x="87" y="2079"/>
                  <a:pt x="83" y="2082"/>
                  <a:pt x="79" y="2083"/>
                </a:cubicBezTo>
                <a:cubicBezTo>
                  <a:pt x="74" y="2085"/>
                  <a:pt x="70" y="2086"/>
                  <a:pt x="65" y="2086"/>
                </a:cubicBezTo>
                <a:cubicBezTo>
                  <a:pt x="60" y="2086"/>
                  <a:pt x="56" y="2085"/>
                  <a:pt x="51" y="2083"/>
                </a:cubicBezTo>
                <a:cubicBezTo>
                  <a:pt x="47" y="2081"/>
                  <a:pt x="43" y="2079"/>
                  <a:pt x="40" y="2075"/>
                </a:cubicBezTo>
                <a:cubicBezTo>
                  <a:pt x="37" y="2072"/>
                  <a:pt x="34" y="2068"/>
                  <a:pt x="32" y="2064"/>
                </a:cubicBezTo>
                <a:cubicBezTo>
                  <a:pt x="30" y="2059"/>
                  <a:pt x="30" y="2055"/>
                  <a:pt x="30" y="2050"/>
                </a:cubicBezTo>
                <a:moveTo>
                  <a:pt x="36" y="1663"/>
                </a:moveTo>
                <a:lnTo>
                  <a:pt x="38" y="1501"/>
                </a:lnTo>
                <a:cubicBezTo>
                  <a:pt x="38" y="1496"/>
                  <a:pt x="39" y="1492"/>
                  <a:pt x="41" y="1488"/>
                </a:cubicBezTo>
                <a:cubicBezTo>
                  <a:pt x="43" y="1483"/>
                  <a:pt x="46" y="1479"/>
                  <a:pt x="49" y="1476"/>
                </a:cubicBezTo>
                <a:cubicBezTo>
                  <a:pt x="53" y="1473"/>
                  <a:pt x="56" y="1470"/>
                  <a:pt x="61" y="1469"/>
                </a:cubicBezTo>
                <a:cubicBezTo>
                  <a:pt x="65" y="1467"/>
                  <a:pt x="70" y="1466"/>
                  <a:pt x="74" y="1466"/>
                </a:cubicBezTo>
                <a:cubicBezTo>
                  <a:pt x="79" y="1466"/>
                  <a:pt x="84" y="1467"/>
                  <a:pt x="88" y="1469"/>
                </a:cubicBezTo>
                <a:cubicBezTo>
                  <a:pt x="92" y="1471"/>
                  <a:pt x="96" y="1474"/>
                  <a:pt x="100" y="1477"/>
                </a:cubicBezTo>
                <a:cubicBezTo>
                  <a:pt x="103" y="1480"/>
                  <a:pt x="105" y="1484"/>
                  <a:pt x="107" y="1489"/>
                </a:cubicBezTo>
                <a:cubicBezTo>
                  <a:pt x="109" y="1493"/>
                  <a:pt x="110" y="1498"/>
                  <a:pt x="110" y="1502"/>
                </a:cubicBezTo>
                <a:lnTo>
                  <a:pt x="107" y="1664"/>
                </a:lnTo>
                <a:cubicBezTo>
                  <a:pt x="107" y="1669"/>
                  <a:pt x="106" y="1673"/>
                  <a:pt x="104" y="1678"/>
                </a:cubicBezTo>
                <a:cubicBezTo>
                  <a:pt x="102" y="1682"/>
                  <a:pt x="100" y="1686"/>
                  <a:pt x="96" y="1689"/>
                </a:cubicBezTo>
                <a:cubicBezTo>
                  <a:pt x="93" y="1692"/>
                  <a:pt x="89" y="1695"/>
                  <a:pt x="85" y="1697"/>
                </a:cubicBezTo>
                <a:cubicBezTo>
                  <a:pt x="80" y="1698"/>
                  <a:pt x="76" y="1699"/>
                  <a:pt x="71" y="1699"/>
                </a:cubicBezTo>
                <a:cubicBezTo>
                  <a:pt x="66" y="1699"/>
                  <a:pt x="62" y="1698"/>
                  <a:pt x="57" y="1696"/>
                </a:cubicBezTo>
                <a:cubicBezTo>
                  <a:pt x="53" y="1694"/>
                  <a:pt x="49" y="1692"/>
                  <a:pt x="46" y="1688"/>
                </a:cubicBezTo>
                <a:cubicBezTo>
                  <a:pt x="43" y="1685"/>
                  <a:pt x="40" y="1681"/>
                  <a:pt x="38" y="1677"/>
                </a:cubicBezTo>
                <a:cubicBezTo>
                  <a:pt x="37" y="1672"/>
                  <a:pt x="36" y="1668"/>
                  <a:pt x="36" y="1663"/>
                </a:cubicBezTo>
                <a:moveTo>
                  <a:pt x="40" y="1278"/>
                </a:moveTo>
                <a:lnTo>
                  <a:pt x="40" y="1117"/>
                </a:lnTo>
                <a:cubicBezTo>
                  <a:pt x="40" y="1112"/>
                  <a:pt x="40" y="1108"/>
                  <a:pt x="42" y="1103"/>
                </a:cubicBezTo>
                <a:cubicBezTo>
                  <a:pt x="44" y="1099"/>
                  <a:pt x="47" y="1095"/>
                  <a:pt x="50" y="1092"/>
                </a:cubicBezTo>
                <a:cubicBezTo>
                  <a:pt x="53" y="1089"/>
                  <a:pt x="57" y="1086"/>
                  <a:pt x="62" y="1084"/>
                </a:cubicBezTo>
                <a:cubicBezTo>
                  <a:pt x="66" y="1082"/>
                  <a:pt x="70" y="1081"/>
                  <a:pt x="75" y="1081"/>
                </a:cubicBezTo>
                <a:cubicBezTo>
                  <a:pt x="80" y="1081"/>
                  <a:pt x="84" y="1082"/>
                  <a:pt x="89" y="1084"/>
                </a:cubicBezTo>
                <a:cubicBezTo>
                  <a:pt x="93" y="1086"/>
                  <a:pt x="97" y="1088"/>
                  <a:pt x="100" y="1092"/>
                </a:cubicBezTo>
                <a:cubicBezTo>
                  <a:pt x="104" y="1095"/>
                  <a:pt x="106" y="1099"/>
                  <a:pt x="108" y="1103"/>
                </a:cubicBezTo>
                <a:cubicBezTo>
                  <a:pt x="110" y="1108"/>
                  <a:pt x="111" y="1112"/>
                  <a:pt x="111" y="1117"/>
                </a:cubicBezTo>
                <a:lnTo>
                  <a:pt x="111" y="1278"/>
                </a:lnTo>
                <a:cubicBezTo>
                  <a:pt x="111" y="1283"/>
                  <a:pt x="110" y="1287"/>
                  <a:pt x="109" y="1292"/>
                </a:cubicBezTo>
                <a:cubicBezTo>
                  <a:pt x="107" y="1296"/>
                  <a:pt x="104" y="1300"/>
                  <a:pt x="101" y="1303"/>
                </a:cubicBezTo>
                <a:cubicBezTo>
                  <a:pt x="98" y="1307"/>
                  <a:pt x="94" y="1309"/>
                  <a:pt x="89" y="1311"/>
                </a:cubicBezTo>
                <a:cubicBezTo>
                  <a:pt x="85" y="1313"/>
                  <a:pt x="80" y="1314"/>
                  <a:pt x="76" y="1314"/>
                </a:cubicBezTo>
                <a:cubicBezTo>
                  <a:pt x="71" y="1314"/>
                  <a:pt x="66" y="1313"/>
                  <a:pt x="62" y="1311"/>
                </a:cubicBezTo>
                <a:cubicBezTo>
                  <a:pt x="58" y="1309"/>
                  <a:pt x="54" y="1307"/>
                  <a:pt x="51" y="1303"/>
                </a:cubicBezTo>
                <a:cubicBezTo>
                  <a:pt x="47" y="1300"/>
                  <a:pt x="45" y="1296"/>
                  <a:pt x="43" y="1292"/>
                </a:cubicBezTo>
                <a:cubicBezTo>
                  <a:pt x="41" y="1287"/>
                  <a:pt x="40" y="1283"/>
                  <a:pt x="40" y="1278"/>
                </a:cubicBezTo>
                <a:moveTo>
                  <a:pt x="37" y="894"/>
                </a:moveTo>
                <a:lnTo>
                  <a:pt x="32" y="729"/>
                </a:lnTo>
                <a:cubicBezTo>
                  <a:pt x="32" y="724"/>
                  <a:pt x="33" y="719"/>
                  <a:pt x="35" y="715"/>
                </a:cubicBezTo>
                <a:cubicBezTo>
                  <a:pt x="36" y="711"/>
                  <a:pt x="39" y="707"/>
                  <a:pt x="42" y="703"/>
                </a:cubicBezTo>
                <a:cubicBezTo>
                  <a:pt x="45" y="700"/>
                  <a:pt x="49" y="697"/>
                  <a:pt x="54" y="695"/>
                </a:cubicBezTo>
                <a:cubicBezTo>
                  <a:pt x="58" y="693"/>
                  <a:pt x="62" y="692"/>
                  <a:pt x="67" y="692"/>
                </a:cubicBezTo>
                <a:cubicBezTo>
                  <a:pt x="72" y="692"/>
                  <a:pt x="76" y="693"/>
                  <a:pt x="81" y="694"/>
                </a:cubicBezTo>
                <a:cubicBezTo>
                  <a:pt x="85" y="696"/>
                  <a:pt x="89" y="699"/>
                  <a:pt x="93" y="702"/>
                </a:cubicBezTo>
                <a:cubicBezTo>
                  <a:pt x="96" y="705"/>
                  <a:pt x="99" y="709"/>
                  <a:pt x="101" y="713"/>
                </a:cubicBezTo>
                <a:cubicBezTo>
                  <a:pt x="102" y="718"/>
                  <a:pt x="103" y="722"/>
                  <a:pt x="104" y="727"/>
                </a:cubicBezTo>
                <a:lnTo>
                  <a:pt x="108" y="893"/>
                </a:lnTo>
                <a:cubicBezTo>
                  <a:pt x="108" y="897"/>
                  <a:pt x="107" y="902"/>
                  <a:pt x="105" y="906"/>
                </a:cubicBezTo>
                <a:cubicBezTo>
                  <a:pt x="104" y="911"/>
                  <a:pt x="101" y="915"/>
                  <a:pt x="98" y="918"/>
                </a:cubicBezTo>
                <a:cubicBezTo>
                  <a:pt x="95" y="921"/>
                  <a:pt x="91" y="924"/>
                  <a:pt x="87" y="926"/>
                </a:cubicBezTo>
                <a:cubicBezTo>
                  <a:pt x="82" y="928"/>
                  <a:pt x="78" y="929"/>
                  <a:pt x="73" y="929"/>
                </a:cubicBezTo>
                <a:cubicBezTo>
                  <a:pt x="68" y="929"/>
                  <a:pt x="64" y="928"/>
                  <a:pt x="59" y="927"/>
                </a:cubicBezTo>
                <a:cubicBezTo>
                  <a:pt x="55" y="925"/>
                  <a:pt x="51" y="923"/>
                  <a:pt x="48" y="919"/>
                </a:cubicBezTo>
                <a:cubicBezTo>
                  <a:pt x="44" y="916"/>
                  <a:pt x="41" y="912"/>
                  <a:pt x="40" y="908"/>
                </a:cubicBezTo>
                <a:cubicBezTo>
                  <a:pt x="38" y="904"/>
                  <a:pt x="37" y="899"/>
                  <a:pt x="37" y="894"/>
                </a:cubicBezTo>
                <a:moveTo>
                  <a:pt x="25" y="509"/>
                </a:moveTo>
                <a:lnTo>
                  <a:pt x="17" y="344"/>
                </a:lnTo>
                <a:cubicBezTo>
                  <a:pt x="17" y="339"/>
                  <a:pt x="18" y="334"/>
                  <a:pt x="19" y="330"/>
                </a:cubicBezTo>
                <a:cubicBezTo>
                  <a:pt x="21" y="326"/>
                  <a:pt x="23" y="322"/>
                  <a:pt x="26" y="318"/>
                </a:cubicBezTo>
                <a:cubicBezTo>
                  <a:pt x="30" y="315"/>
                  <a:pt x="33" y="312"/>
                  <a:pt x="38" y="310"/>
                </a:cubicBezTo>
                <a:cubicBezTo>
                  <a:pt x="42" y="308"/>
                  <a:pt x="46" y="307"/>
                  <a:pt x="51" y="307"/>
                </a:cubicBezTo>
                <a:cubicBezTo>
                  <a:pt x="56" y="306"/>
                  <a:pt x="60" y="307"/>
                  <a:pt x="65" y="309"/>
                </a:cubicBezTo>
                <a:cubicBezTo>
                  <a:pt x="69" y="310"/>
                  <a:pt x="73" y="313"/>
                  <a:pt x="77" y="316"/>
                </a:cubicBezTo>
                <a:cubicBezTo>
                  <a:pt x="80" y="319"/>
                  <a:pt x="83" y="323"/>
                  <a:pt x="85" y="327"/>
                </a:cubicBezTo>
                <a:cubicBezTo>
                  <a:pt x="87" y="331"/>
                  <a:pt x="88" y="336"/>
                  <a:pt x="88" y="341"/>
                </a:cubicBezTo>
                <a:lnTo>
                  <a:pt x="96" y="506"/>
                </a:lnTo>
                <a:cubicBezTo>
                  <a:pt x="96" y="511"/>
                  <a:pt x="95" y="515"/>
                  <a:pt x="94" y="520"/>
                </a:cubicBezTo>
                <a:cubicBezTo>
                  <a:pt x="92" y="524"/>
                  <a:pt x="90" y="528"/>
                  <a:pt x="86" y="532"/>
                </a:cubicBezTo>
                <a:cubicBezTo>
                  <a:pt x="83" y="535"/>
                  <a:pt x="80" y="538"/>
                  <a:pt x="75" y="540"/>
                </a:cubicBezTo>
                <a:cubicBezTo>
                  <a:pt x="71" y="542"/>
                  <a:pt x="66" y="543"/>
                  <a:pt x="62" y="543"/>
                </a:cubicBezTo>
                <a:cubicBezTo>
                  <a:pt x="57" y="543"/>
                  <a:pt x="52" y="543"/>
                  <a:pt x="48" y="541"/>
                </a:cubicBezTo>
                <a:cubicBezTo>
                  <a:pt x="44" y="539"/>
                  <a:pt x="40" y="537"/>
                  <a:pt x="36" y="534"/>
                </a:cubicBezTo>
                <a:cubicBezTo>
                  <a:pt x="33" y="531"/>
                  <a:pt x="30" y="527"/>
                  <a:pt x="28" y="523"/>
                </a:cubicBezTo>
                <a:cubicBezTo>
                  <a:pt x="26" y="518"/>
                  <a:pt x="25" y="514"/>
                  <a:pt x="25" y="509"/>
                </a:cubicBezTo>
                <a:close/>
              </a:path>
            </a:pathLst>
          </a:custGeom>
          <a:solidFill>
            <a:srgbClr val="E859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1187280" y="2310840"/>
            <a:ext cx="108144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75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diagnosis + suggested fix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3648960" y="1853640"/>
            <a:ext cx="1105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4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Workflow Suspend</a:t>
            </a:r>
            <a:endParaRPr lang="en-GB" sz="10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5586480" y="1802160"/>
            <a:ext cx="2066400" cy="747720"/>
          </a:xfrm>
          <a:custGeom>
            <a:avLst/>
            <a:gdLst/>
            <a:ahLst/>
            <a:rect l="0" t="0" r="r" b="b"/>
            <a:pathLst>
              <a:path w="5740" h="2077">
                <a:moveTo>
                  <a:pt x="14" y="23"/>
                </a:moveTo>
                <a:lnTo>
                  <a:pt x="5702" y="0"/>
                </a:lnTo>
                <a:lnTo>
                  <a:pt x="5740" y="2077"/>
                </a:lnTo>
                <a:lnTo>
                  <a:pt x="0" y="2013"/>
                </a:lnTo>
                <a:lnTo>
                  <a:pt x="14" y="23"/>
                </a:lnTo>
                <a:close/>
              </a:path>
            </a:pathLst>
          </a:custGeom>
          <a:solidFill>
            <a:srgbClr val="E7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5591520" y="1790640"/>
            <a:ext cx="2072520" cy="758520"/>
          </a:xfrm>
          <a:custGeom>
            <a:avLst/>
            <a:gdLst/>
            <a:ahLst/>
            <a:rect l="0" t="0" r="r" b="b"/>
            <a:pathLst>
              <a:path fill="none" w="5757" h="2107">
                <a:moveTo>
                  <a:pt x="21" y="34"/>
                </a:moveTo>
                <a:cubicBezTo>
                  <a:pt x="1180" y="-18"/>
                  <a:pt x="2322" y="-10"/>
                  <a:pt x="5747" y="52"/>
                </a:cubicBezTo>
                <a:moveTo>
                  <a:pt x="25" y="48"/>
                </a:moveTo>
                <a:cubicBezTo>
                  <a:pt x="1761" y="39"/>
                  <a:pt x="3503" y="27"/>
                  <a:pt x="5732" y="50"/>
                </a:cubicBezTo>
                <a:moveTo>
                  <a:pt x="5693" y="2"/>
                </a:moveTo>
                <a:cubicBezTo>
                  <a:pt x="5740" y="819"/>
                  <a:pt x="5716" y="1613"/>
                  <a:pt x="5757" y="2060"/>
                </a:cubicBezTo>
                <a:moveTo>
                  <a:pt x="5715" y="29"/>
                </a:moveTo>
                <a:cubicBezTo>
                  <a:pt x="5727" y="553"/>
                  <a:pt x="5722" y="1103"/>
                  <a:pt x="5707" y="2066"/>
                </a:cubicBezTo>
                <a:moveTo>
                  <a:pt x="5699" y="2089"/>
                </a:moveTo>
                <a:cubicBezTo>
                  <a:pt x="3878" y="2128"/>
                  <a:pt x="2108" y="2098"/>
                  <a:pt x="25" y="2054"/>
                </a:cubicBezTo>
                <a:moveTo>
                  <a:pt x="5732" y="2063"/>
                </a:moveTo>
                <a:cubicBezTo>
                  <a:pt x="4534" y="2075"/>
                  <a:pt x="3383" y="2061"/>
                  <a:pt x="32" y="2065"/>
                </a:cubicBezTo>
                <a:moveTo>
                  <a:pt x="21" y="2048"/>
                </a:moveTo>
                <a:cubicBezTo>
                  <a:pt x="50" y="1567"/>
                  <a:pt x="26" y="1036"/>
                  <a:pt x="7" y="41"/>
                </a:cubicBezTo>
                <a:moveTo>
                  <a:pt x="0" y="2093"/>
                </a:moveTo>
                <a:cubicBezTo>
                  <a:pt x="18" y="1667"/>
                  <a:pt x="-8" y="1248"/>
                  <a:pt x="27" y="49"/>
                </a:cubicBezTo>
              </a:path>
            </a:pathLst>
          </a:custGeom>
          <a:ln cap="rnd" w="14400">
            <a:solidFill>
              <a:srgbClr val="1971C2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3617280" y="2310840"/>
            <a:ext cx="104148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75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paused · awaits callback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5915160" y="1853640"/>
            <a:ext cx="1283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4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Teams Adaptive Card</a:t>
            </a:r>
            <a:endParaRPr lang="en-GB" sz="10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753840" y="2971080"/>
            <a:ext cx="1469160" cy="527760"/>
          </a:xfrm>
          <a:custGeom>
            <a:avLst/>
            <a:gdLst/>
            <a:ahLst/>
            <a:rect l="0" t="0" r="r" b="b"/>
            <a:pathLst>
              <a:path w="4081" h="1466">
                <a:moveTo>
                  <a:pt x="22" y="40"/>
                </a:moveTo>
                <a:lnTo>
                  <a:pt x="4081" y="0"/>
                </a:lnTo>
                <a:lnTo>
                  <a:pt x="4070" y="1410"/>
                </a:lnTo>
                <a:lnTo>
                  <a:pt x="0" y="1466"/>
                </a:lnTo>
                <a:lnTo>
                  <a:pt x="22" y="40"/>
                </a:lnTo>
                <a:close/>
              </a:path>
            </a:pathLst>
          </a:custGeom>
          <a:solidFill>
            <a:srgbClr val="B2F2B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753840" y="2966400"/>
            <a:ext cx="1481760" cy="531000"/>
          </a:xfrm>
          <a:custGeom>
            <a:avLst/>
            <a:gdLst/>
            <a:ahLst/>
            <a:rect l="0" t="0" r="r" b="b"/>
            <a:pathLst>
              <a:path fill="none" w="4116" h="1475">
                <a:moveTo>
                  <a:pt x="30" y="42"/>
                </a:moveTo>
                <a:cubicBezTo>
                  <a:pt x="802" y="16"/>
                  <a:pt x="1678" y="13"/>
                  <a:pt x="4114" y="31"/>
                </a:cubicBezTo>
                <a:moveTo>
                  <a:pt x="8" y="39"/>
                </a:moveTo>
                <a:cubicBezTo>
                  <a:pt x="1531" y="15"/>
                  <a:pt x="3019" y="5"/>
                  <a:pt x="4090" y="31"/>
                </a:cubicBezTo>
                <a:moveTo>
                  <a:pt x="4115" y="9"/>
                </a:moveTo>
                <a:cubicBezTo>
                  <a:pt x="4125" y="322"/>
                  <a:pt x="4061" y="663"/>
                  <a:pt x="4089" y="1429"/>
                </a:cubicBezTo>
                <a:moveTo>
                  <a:pt x="4082" y="34"/>
                </a:moveTo>
                <a:cubicBezTo>
                  <a:pt x="4087" y="403"/>
                  <a:pt x="4104" y="776"/>
                  <a:pt x="4081" y="1449"/>
                </a:cubicBezTo>
                <a:moveTo>
                  <a:pt x="4086" y="1424"/>
                </a:moveTo>
                <a:cubicBezTo>
                  <a:pt x="2587" y="1461"/>
                  <a:pt x="1146" y="1468"/>
                  <a:pt x="16" y="1446"/>
                </a:cubicBezTo>
                <a:moveTo>
                  <a:pt x="4069" y="1452"/>
                </a:moveTo>
                <a:cubicBezTo>
                  <a:pt x="2728" y="1432"/>
                  <a:pt x="1369" y="1436"/>
                  <a:pt x="29" y="1465"/>
                </a:cubicBezTo>
                <a:moveTo>
                  <a:pt x="15" y="1453"/>
                </a:moveTo>
                <a:cubicBezTo>
                  <a:pt x="14" y="970"/>
                  <a:pt x="47" y="537"/>
                  <a:pt x="0" y="0"/>
                </a:cubicBezTo>
                <a:moveTo>
                  <a:pt x="31" y="1475"/>
                </a:moveTo>
                <a:cubicBezTo>
                  <a:pt x="7" y="1022"/>
                  <a:pt x="12" y="624"/>
                  <a:pt x="32" y="41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6115320" y="2310840"/>
            <a:ext cx="98820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75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via Logic App webhook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2453760" y="2968200"/>
            <a:ext cx="1470600" cy="523800"/>
          </a:xfrm>
          <a:custGeom>
            <a:avLst/>
            <a:gdLst/>
            <a:ahLst/>
            <a:rect l="0" t="0" r="r" b="b"/>
            <a:pathLst>
              <a:path w="4085" h="1455">
                <a:moveTo>
                  <a:pt x="0" y="24"/>
                </a:moveTo>
                <a:lnTo>
                  <a:pt x="4085" y="0"/>
                </a:lnTo>
                <a:lnTo>
                  <a:pt x="4042" y="1428"/>
                </a:lnTo>
                <a:lnTo>
                  <a:pt x="0" y="1455"/>
                </a:lnTo>
                <a:lnTo>
                  <a:pt x="0" y="24"/>
                </a:lnTo>
                <a:close/>
              </a:path>
            </a:pathLst>
          </a:custGeom>
          <a:solidFill>
            <a:srgbClr val="FFC9C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2435040" y="2963160"/>
            <a:ext cx="1482840" cy="539640"/>
          </a:xfrm>
          <a:custGeom>
            <a:avLst/>
            <a:gdLst/>
            <a:ahLst/>
            <a:rect l="0" t="0" r="r" b="b"/>
            <a:pathLst>
              <a:path fill="none" w="4119" h="1499">
                <a:moveTo>
                  <a:pt x="2" y="14"/>
                </a:moveTo>
                <a:cubicBezTo>
                  <a:pt x="877" y="-21"/>
                  <a:pt x="1671" y="18"/>
                  <a:pt x="4099" y="56"/>
                </a:cubicBezTo>
                <a:moveTo>
                  <a:pt x="34" y="22"/>
                </a:moveTo>
                <a:cubicBezTo>
                  <a:pt x="883" y="59"/>
                  <a:pt x="1755" y="66"/>
                  <a:pt x="4119" y="32"/>
                </a:cubicBezTo>
                <a:moveTo>
                  <a:pt x="4109" y="29"/>
                </a:moveTo>
                <a:cubicBezTo>
                  <a:pt x="4089" y="432"/>
                  <a:pt x="4054" y="788"/>
                  <a:pt x="4078" y="1484"/>
                </a:cubicBezTo>
                <a:moveTo>
                  <a:pt x="4108" y="52"/>
                </a:moveTo>
                <a:cubicBezTo>
                  <a:pt x="4119" y="614"/>
                  <a:pt x="4097" y="1177"/>
                  <a:pt x="4111" y="1472"/>
                </a:cubicBezTo>
                <a:moveTo>
                  <a:pt x="4065" y="1499"/>
                </a:moveTo>
                <a:cubicBezTo>
                  <a:pt x="2511" y="1462"/>
                  <a:pt x="842" y="1450"/>
                  <a:pt x="24" y="1440"/>
                </a:cubicBezTo>
                <a:moveTo>
                  <a:pt x="4086" y="1456"/>
                </a:moveTo>
                <a:cubicBezTo>
                  <a:pt x="2935" y="1423"/>
                  <a:pt x="1768" y="1454"/>
                  <a:pt x="40" y="1475"/>
                </a:cubicBezTo>
                <a:moveTo>
                  <a:pt x="0" y="1450"/>
                </a:moveTo>
                <a:cubicBezTo>
                  <a:pt x="58" y="1037"/>
                  <a:pt x="21" y="630"/>
                  <a:pt x="38" y="42"/>
                </a:cubicBezTo>
                <a:moveTo>
                  <a:pt x="13" y="1483"/>
                </a:moveTo>
                <a:cubicBezTo>
                  <a:pt x="13" y="1149"/>
                  <a:pt x="38" y="844"/>
                  <a:pt x="23" y="50"/>
                </a:cubicBezTo>
              </a:path>
            </a:pathLst>
          </a:custGeom>
          <a:ln cap="rnd" w="14400">
            <a:solidFill>
              <a:srgbClr val="E03131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1248120" y="3099960"/>
            <a:ext cx="494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4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Approve</a:t>
            </a:r>
            <a:endParaRPr lang="en-GB" sz="10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4123800" y="2965320"/>
            <a:ext cx="1474920" cy="520200"/>
          </a:xfrm>
          <a:custGeom>
            <a:avLst/>
            <a:gdLst/>
            <a:ahLst/>
            <a:rect l="0" t="0" r="r" b="b"/>
            <a:pathLst>
              <a:path w="4097" h="1445">
                <a:moveTo>
                  <a:pt x="61" y="9"/>
                </a:moveTo>
                <a:lnTo>
                  <a:pt x="4090" y="0"/>
                </a:lnTo>
                <a:lnTo>
                  <a:pt x="4097" y="1445"/>
                </a:lnTo>
                <a:lnTo>
                  <a:pt x="0" y="1444"/>
                </a:lnTo>
                <a:lnTo>
                  <a:pt x="61" y="9"/>
                </a:lnTo>
                <a:close/>
              </a:path>
            </a:pathLst>
          </a:custGeom>
          <a:solidFill>
            <a:srgbClr val="A5D8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4124880" y="2969640"/>
            <a:ext cx="1486440" cy="532800"/>
          </a:xfrm>
          <a:custGeom>
            <a:avLst/>
            <a:gdLst/>
            <a:ahLst/>
            <a:rect l="0" t="0" r="r" b="b"/>
            <a:pathLst>
              <a:path fill="none" w="4129" h="1480">
                <a:moveTo>
                  <a:pt x="23" y="30"/>
                </a:moveTo>
                <a:cubicBezTo>
                  <a:pt x="855" y="62"/>
                  <a:pt x="1641" y="67"/>
                  <a:pt x="4059" y="51"/>
                </a:cubicBezTo>
                <a:moveTo>
                  <a:pt x="0" y="12"/>
                </a:moveTo>
                <a:cubicBezTo>
                  <a:pt x="1063" y="2"/>
                  <a:pt x="2095" y="24"/>
                  <a:pt x="4087" y="4"/>
                </a:cubicBezTo>
                <a:moveTo>
                  <a:pt x="4080" y="20"/>
                </a:moveTo>
                <a:cubicBezTo>
                  <a:pt x="4139" y="432"/>
                  <a:pt x="4132" y="883"/>
                  <a:pt x="4124" y="1431"/>
                </a:cubicBezTo>
                <a:moveTo>
                  <a:pt x="4110" y="0"/>
                </a:moveTo>
                <a:cubicBezTo>
                  <a:pt x="4099" y="511"/>
                  <a:pt x="4078" y="979"/>
                  <a:pt x="4076" y="1428"/>
                </a:cubicBezTo>
                <a:moveTo>
                  <a:pt x="4093" y="1473"/>
                </a:moveTo>
                <a:cubicBezTo>
                  <a:pt x="3153" y="1436"/>
                  <a:pt x="2217" y="1477"/>
                  <a:pt x="7" y="1480"/>
                </a:cubicBezTo>
                <a:moveTo>
                  <a:pt x="4078" y="1433"/>
                </a:moveTo>
                <a:cubicBezTo>
                  <a:pt x="3119" y="1423"/>
                  <a:pt x="2179" y="1444"/>
                  <a:pt x="28" y="1459"/>
                </a:cubicBezTo>
                <a:moveTo>
                  <a:pt x="41" y="1421"/>
                </a:moveTo>
                <a:cubicBezTo>
                  <a:pt x="26" y="1075"/>
                  <a:pt x="-1" y="693"/>
                  <a:pt x="51" y="56"/>
                </a:cubicBezTo>
                <a:moveTo>
                  <a:pt x="12" y="1465"/>
                </a:moveTo>
                <a:cubicBezTo>
                  <a:pt x="22" y="963"/>
                  <a:pt x="27" y="466"/>
                  <a:pt x="30" y="31"/>
                </a:cubicBezTo>
              </a:path>
            </a:pathLst>
          </a:custGeom>
          <a:ln cap="rnd" w="14400">
            <a:solidFill>
              <a:srgbClr val="1971C2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2969280" y="3099960"/>
            <a:ext cx="376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4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Reject</a:t>
            </a:r>
            <a:endParaRPr lang="en-GB" sz="10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749880" y="3768840"/>
            <a:ext cx="1489680" cy="600120"/>
          </a:xfrm>
          <a:custGeom>
            <a:avLst/>
            <a:gdLst/>
            <a:ahLst/>
            <a:rect l="0" t="0" r="r" b="b"/>
            <a:pathLst>
              <a:path w="4138" h="1667">
                <a:moveTo>
                  <a:pt x="0" y="75"/>
                </a:moveTo>
                <a:lnTo>
                  <a:pt x="4138" y="0"/>
                </a:lnTo>
                <a:lnTo>
                  <a:pt x="4111" y="1667"/>
                </a:lnTo>
                <a:lnTo>
                  <a:pt x="43" y="1637"/>
                </a:lnTo>
                <a:lnTo>
                  <a:pt x="0" y="75"/>
                </a:lnTo>
                <a:close/>
              </a:path>
            </a:pathLst>
          </a:custGeom>
          <a:solidFill>
            <a:srgbClr val="FFE8C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745560" y="3773160"/>
            <a:ext cx="1484280" cy="608400"/>
          </a:xfrm>
          <a:custGeom>
            <a:avLst/>
            <a:gdLst/>
            <a:ahLst/>
            <a:rect l="0" t="0" r="r" b="b"/>
            <a:pathLst>
              <a:path fill="none" w="4123" h="1690">
                <a:moveTo>
                  <a:pt x="0" y="0"/>
                </a:moveTo>
                <a:cubicBezTo>
                  <a:pt x="863" y="25"/>
                  <a:pt x="1640" y="70"/>
                  <a:pt x="4123" y="0"/>
                </a:cubicBezTo>
                <a:moveTo>
                  <a:pt x="33" y="30"/>
                </a:moveTo>
                <a:cubicBezTo>
                  <a:pt x="1236" y="45"/>
                  <a:pt x="2466" y="46"/>
                  <a:pt x="4122" y="39"/>
                </a:cubicBezTo>
                <a:moveTo>
                  <a:pt x="4080" y="39"/>
                </a:moveTo>
                <a:cubicBezTo>
                  <a:pt x="4107" y="609"/>
                  <a:pt x="4129" y="1143"/>
                  <a:pt x="4119" y="1688"/>
                </a:cubicBezTo>
                <a:moveTo>
                  <a:pt x="4100" y="16"/>
                </a:moveTo>
                <a:cubicBezTo>
                  <a:pt x="4096" y="490"/>
                  <a:pt x="4118" y="920"/>
                  <a:pt x="4113" y="1654"/>
                </a:cubicBezTo>
                <a:moveTo>
                  <a:pt x="4077" y="1677"/>
                </a:moveTo>
                <a:cubicBezTo>
                  <a:pt x="3081" y="1713"/>
                  <a:pt x="1993" y="1661"/>
                  <a:pt x="21" y="1677"/>
                </a:cubicBezTo>
                <a:moveTo>
                  <a:pt x="4098" y="1676"/>
                </a:moveTo>
                <a:cubicBezTo>
                  <a:pt x="2516" y="1653"/>
                  <a:pt x="955" y="1663"/>
                  <a:pt x="45" y="1672"/>
                </a:cubicBezTo>
                <a:moveTo>
                  <a:pt x="32" y="1621"/>
                </a:moveTo>
                <a:cubicBezTo>
                  <a:pt x="24" y="1294"/>
                  <a:pt x="9" y="888"/>
                  <a:pt x="14" y="15"/>
                </a:cubicBezTo>
                <a:moveTo>
                  <a:pt x="40" y="1677"/>
                </a:moveTo>
                <a:cubicBezTo>
                  <a:pt x="32" y="1195"/>
                  <a:pt x="17" y="735"/>
                  <a:pt x="27" y="38"/>
                </a:cubicBezTo>
              </a:path>
            </a:pathLst>
          </a:custGeom>
          <a:ln cap="rnd" w="14400">
            <a:solidFill>
              <a:srgbClr val="FD7E1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4730400" y="3099960"/>
            <a:ext cx="229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4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Edit</a:t>
            </a:r>
            <a:endParaRPr lang="en-GB" sz="10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1032120" y="3832920"/>
            <a:ext cx="906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4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HMAC callback</a:t>
            </a:r>
            <a:endParaRPr lang="en-GB" sz="10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2445120" y="3794400"/>
            <a:ext cx="1462320" cy="582840"/>
          </a:xfrm>
          <a:custGeom>
            <a:avLst/>
            <a:gdLst/>
            <a:ahLst/>
            <a:rect l="0" t="0" r="r" b="b"/>
            <a:pathLst>
              <a:path w="4062" h="1619">
                <a:moveTo>
                  <a:pt x="0" y="9"/>
                </a:moveTo>
                <a:lnTo>
                  <a:pt x="4054" y="0"/>
                </a:lnTo>
                <a:lnTo>
                  <a:pt x="4062" y="1610"/>
                </a:lnTo>
                <a:lnTo>
                  <a:pt x="33" y="1619"/>
                </a:lnTo>
                <a:lnTo>
                  <a:pt x="0" y="9"/>
                </a:ln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2435040" y="3779280"/>
            <a:ext cx="1485360" cy="603000"/>
          </a:xfrm>
          <a:custGeom>
            <a:avLst/>
            <a:gdLst/>
            <a:ahLst/>
            <a:rect l="0" t="0" r="r" b="b"/>
            <a:pathLst>
              <a:path fill="none" w="4126" h="1675">
                <a:moveTo>
                  <a:pt x="3" y="0"/>
                </a:moveTo>
                <a:cubicBezTo>
                  <a:pt x="874" y="49"/>
                  <a:pt x="1637" y="9"/>
                  <a:pt x="4108" y="41"/>
                </a:cubicBezTo>
                <a:moveTo>
                  <a:pt x="44" y="9"/>
                </a:moveTo>
                <a:cubicBezTo>
                  <a:pt x="1494" y="43"/>
                  <a:pt x="2966" y="50"/>
                  <a:pt x="4100" y="9"/>
                </a:cubicBezTo>
                <a:moveTo>
                  <a:pt x="4126" y="37"/>
                </a:moveTo>
                <a:cubicBezTo>
                  <a:pt x="4119" y="630"/>
                  <a:pt x="4101" y="1237"/>
                  <a:pt x="4073" y="1659"/>
                </a:cubicBezTo>
                <a:moveTo>
                  <a:pt x="4090" y="12"/>
                </a:moveTo>
                <a:cubicBezTo>
                  <a:pt x="4123" y="450"/>
                  <a:pt x="4124" y="901"/>
                  <a:pt x="4109" y="1638"/>
                </a:cubicBezTo>
                <a:moveTo>
                  <a:pt x="4091" y="1612"/>
                </a:moveTo>
                <a:cubicBezTo>
                  <a:pt x="2828" y="1647"/>
                  <a:pt x="1619" y="1639"/>
                  <a:pt x="4" y="1675"/>
                </a:cubicBezTo>
                <a:moveTo>
                  <a:pt x="4094" y="1633"/>
                </a:moveTo>
                <a:cubicBezTo>
                  <a:pt x="2815" y="1608"/>
                  <a:pt x="1524" y="1604"/>
                  <a:pt x="33" y="1639"/>
                </a:cubicBezTo>
                <a:moveTo>
                  <a:pt x="20" y="1627"/>
                </a:moveTo>
                <a:cubicBezTo>
                  <a:pt x="33" y="1126"/>
                  <a:pt x="-7" y="645"/>
                  <a:pt x="1" y="46"/>
                </a:cubicBezTo>
                <a:moveTo>
                  <a:pt x="25" y="1660"/>
                </a:moveTo>
                <a:cubicBezTo>
                  <a:pt x="15" y="1051"/>
                  <a:pt x="31" y="427"/>
                  <a:pt x="25" y="20"/>
                </a:cubicBezTo>
              </a:path>
            </a:pathLst>
          </a:custGeom>
          <a:ln cap="rnd" w="14400">
            <a:solidFill>
              <a:srgbClr val="495057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942480" y="4143600"/>
            <a:ext cx="100656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75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POST + workflow token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2946240" y="3832920"/>
            <a:ext cx="494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4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Resume</a:t>
            </a:r>
            <a:endParaRPr lang="en-GB" sz="10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4119480" y="3770280"/>
            <a:ext cx="1479600" cy="608760"/>
          </a:xfrm>
          <a:custGeom>
            <a:avLst/>
            <a:gdLst/>
            <a:ahLst/>
            <a:rect l="0" t="0" r="r" b="b"/>
            <a:pathLst>
              <a:path w="4110" h="1691">
                <a:moveTo>
                  <a:pt x="57" y="0"/>
                </a:moveTo>
                <a:lnTo>
                  <a:pt x="4110" y="55"/>
                </a:lnTo>
                <a:lnTo>
                  <a:pt x="4069" y="1691"/>
                </a:lnTo>
                <a:lnTo>
                  <a:pt x="0" y="1657"/>
                </a:lnTo>
                <a:lnTo>
                  <a:pt x="57" y="0"/>
                </a:ln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4118760" y="3768840"/>
            <a:ext cx="1484280" cy="608040"/>
          </a:xfrm>
          <a:custGeom>
            <a:avLst/>
            <a:gdLst/>
            <a:ahLst/>
            <a:rect l="0" t="0" r="r" b="b"/>
            <a:pathLst>
              <a:path fill="none" w="4123" h="1689">
                <a:moveTo>
                  <a:pt x="19" y="45"/>
                </a:moveTo>
                <a:cubicBezTo>
                  <a:pt x="825" y="47"/>
                  <a:pt x="1649" y="-6"/>
                  <a:pt x="4106" y="55"/>
                </a:cubicBezTo>
                <a:moveTo>
                  <a:pt x="32" y="34"/>
                </a:moveTo>
                <a:cubicBezTo>
                  <a:pt x="952" y="51"/>
                  <a:pt x="1851" y="63"/>
                  <a:pt x="4092" y="24"/>
                </a:cubicBezTo>
                <a:moveTo>
                  <a:pt x="4103" y="0"/>
                </a:moveTo>
                <a:cubicBezTo>
                  <a:pt x="4096" y="453"/>
                  <a:pt x="4121" y="808"/>
                  <a:pt x="4123" y="1676"/>
                </a:cubicBezTo>
                <a:moveTo>
                  <a:pt x="4094" y="53"/>
                </a:moveTo>
                <a:cubicBezTo>
                  <a:pt x="4123" y="495"/>
                  <a:pt x="4105" y="969"/>
                  <a:pt x="4119" y="1668"/>
                </a:cubicBezTo>
                <a:moveTo>
                  <a:pt x="4118" y="1666"/>
                </a:moveTo>
                <a:cubicBezTo>
                  <a:pt x="2663" y="1701"/>
                  <a:pt x="1259" y="1663"/>
                  <a:pt x="0" y="1645"/>
                </a:cubicBezTo>
                <a:moveTo>
                  <a:pt x="4103" y="1672"/>
                </a:moveTo>
                <a:cubicBezTo>
                  <a:pt x="3129" y="1682"/>
                  <a:pt x="2107" y="1700"/>
                  <a:pt x="36" y="1652"/>
                </a:cubicBezTo>
                <a:moveTo>
                  <a:pt x="22" y="1680"/>
                </a:moveTo>
                <a:cubicBezTo>
                  <a:pt x="7" y="1085"/>
                  <a:pt x="24" y="446"/>
                  <a:pt x="2" y="42"/>
                </a:cubicBezTo>
                <a:moveTo>
                  <a:pt x="23" y="1689"/>
                </a:moveTo>
                <a:cubicBezTo>
                  <a:pt x="21" y="1237"/>
                  <a:pt x="27" y="816"/>
                  <a:pt x="38" y="49"/>
                </a:cubicBezTo>
              </a:path>
            </a:pathLst>
          </a:custGeom>
          <a:ln cap="rnd" w="14400">
            <a:solidFill>
              <a:srgbClr val="495057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2825640" y="4143600"/>
            <a:ext cx="65988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75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approved=false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4333320" y="3832920"/>
            <a:ext cx="995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4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Re-prompt agent</a:t>
            </a:r>
            <a:endParaRPr lang="en-GB" sz="10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2433240" y="4651920"/>
            <a:ext cx="1487880" cy="685440"/>
          </a:xfrm>
          <a:custGeom>
            <a:avLst/>
            <a:gdLst/>
            <a:ahLst/>
            <a:rect l="0" t="0" r="r" b="b"/>
            <a:pathLst>
              <a:path w="4133" h="1904">
                <a:moveTo>
                  <a:pt x="0" y="0"/>
                </a:moveTo>
                <a:lnTo>
                  <a:pt x="4133" y="38"/>
                </a:lnTo>
                <a:lnTo>
                  <a:pt x="4126" y="1904"/>
                </a:lnTo>
                <a:lnTo>
                  <a:pt x="16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FFE8C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2431800" y="4651920"/>
            <a:ext cx="1490760" cy="683280"/>
          </a:xfrm>
          <a:custGeom>
            <a:avLst/>
            <a:gdLst/>
            <a:ahLst/>
            <a:rect l="0" t="0" r="r" b="b"/>
            <a:pathLst>
              <a:path fill="none" w="4141" h="1898">
                <a:moveTo>
                  <a:pt x="32" y="52"/>
                </a:moveTo>
                <a:cubicBezTo>
                  <a:pt x="847" y="6"/>
                  <a:pt x="1657" y="14"/>
                  <a:pt x="4102" y="31"/>
                </a:cubicBezTo>
                <a:moveTo>
                  <a:pt x="54" y="21"/>
                </a:moveTo>
                <a:cubicBezTo>
                  <a:pt x="1221" y="21"/>
                  <a:pt x="2398" y="38"/>
                  <a:pt x="4118" y="38"/>
                </a:cubicBezTo>
                <a:moveTo>
                  <a:pt x="4077" y="6"/>
                </a:moveTo>
                <a:cubicBezTo>
                  <a:pt x="4120" y="541"/>
                  <a:pt x="4105" y="1110"/>
                  <a:pt x="4088" y="1857"/>
                </a:cubicBezTo>
                <a:moveTo>
                  <a:pt x="4094" y="15"/>
                </a:moveTo>
                <a:cubicBezTo>
                  <a:pt x="4118" y="561"/>
                  <a:pt x="4122" y="1075"/>
                  <a:pt x="4126" y="1864"/>
                </a:cubicBezTo>
                <a:moveTo>
                  <a:pt x="4141" y="1885"/>
                </a:moveTo>
                <a:cubicBezTo>
                  <a:pt x="2493" y="1847"/>
                  <a:pt x="823" y="1852"/>
                  <a:pt x="67" y="1854"/>
                </a:cubicBezTo>
                <a:moveTo>
                  <a:pt x="4108" y="1877"/>
                </a:moveTo>
                <a:cubicBezTo>
                  <a:pt x="2588" y="1848"/>
                  <a:pt x="1094" y="1851"/>
                  <a:pt x="35" y="1867"/>
                </a:cubicBezTo>
                <a:moveTo>
                  <a:pt x="21" y="1898"/>
                </a:moveTo>
                <a:cubicBezTo>
                  <a:pt x="61" y="1408"/>
                  <a:pt x="54" y="1054"/>
                  <a:pt x="0" y="0"/>
                </a:cubicBezTo>
                <a:moveTo>
                  <a:pt x="19" y="1883"/>
                </a:moveTo>
                <a:cubicBezTo>
                  <a:pt x="57" y="1231"/>
                  <a:pt x="53" y="574"/>
                  <a:pt x="47" y="39"/>
                </a:cubicBezTo>
              </a:path>
            </a:pathLst>
          </a:custGeom>
          <a:ln cap="rnd" w="14400">
            <a:solidFill>
              <a:srgbClr val="FD7E1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4398840" y="4143600"/>
            <a:ext cx="87048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75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human-modified text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2600640" y="4712760"/>
            <a:ext cx="962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4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Istio VS + AuthZ</a:t>
            </a:r>
            <a:endParaRPr lang="en-GB" sz="10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4128120" y="4654080"/>
            <a:ext cx="1613880" cy="674640"/>
          </a:xfrm>
          <a:custGeom>
            <a:avLst/>
            <a:gdLst/>
            <a:ahLst/>
            <a:rect l="0" t="0" r="r" b="b"/>
            <a:pathLst>
              <a:path w="4483" h="1874">
                <a:moveTo>
                  <a:pt x="0" y="0"/>
                </a:moveTo>
                <a:lnTo>
                  <a:pt x="4458" y="21"/>
                </a:lnTo>
                <a:lnTo>
                  <a:pt x="4483" y="1831"/>
                </a:lnTo>
                <a:lnTo>
                  <a:pt x="8" y="1874"/>
                </a:lnTo>
                <a:lnTo>
                  <a:pt x="0" y="0"/>
                </a:lnTo>
                <a:close/>
              </a:path>
            </a:pathLst>
          </a:custGeom>
          <a:solidFill>
            <a:srgbClr val="D0B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4122360" y="4650480"/>
            <a:ext cx="1630080" cy="679320"/>
          </a:xfrm>
          <a:custGeom>
            <a:avLst/>
            <a:gdLst/>
            <a:ahLst/>
            <a:rect l="0" t="0" r="r" b="b"/>
            <a:pathLst>
              <a:path fill="none" w="4528" h="1887">
                <a:moveTo>
                  <a:pt x="29" y="0"/>
                </a:moveTo>
                <a:cubicBezTo>
                  <a:pt x="934" y="51"/>
                  <a:pt x="1814" y="47"/>
                  <a:pt x="4490" y="20"/>
                </a:cubicBezTo>
                <a:moveTo>
                  <a:pt x="24" y="22"/>
                </a:moveTo>
                <a:cubicBezTo>
                  <a:pt x="1619" y="39"/>
                  <a:pt x="3181" y="26"/>
                  <a:pt x="4499" y="29"/>
                </a:cubicBezTo>
                <a:moveTo>
                  <a:pt x="4525" y="25"/>
                </a:moveTo>
                <a:cubicBezTo>
                  <a:pt x="4534" y="676"/>
                  <a:pt x="4480" y="1329"/>
                  <a:pt x="4528" y="1849"/>
                </a:cubicBezTo>
                <a:moveTo>
                  <a:pt x="4486" y="31"/>
                </a:moveTo>
                <a:cubicBezTo>
                  <a:pt x="4507" y="584"/>
                  <a:pt x="4492" y="1120"/>
                  <a:pt x="4525" y="1869"/>
                </a:cubicBezTo>
                <a:moveTo>
                  <a:pt x="4485" y="1841"/>
                </a:moveTo>
                <a:cubicBezTo>
                  <a:pt x="3430" y="1877"/>
                  <a:pt x="2281" y="1853"/>
                  <a:pt x="45" y="1872"/>
                </a:cubicBezTo>
                <a:moveTo>
                  <a:pt x="4506" y="1855"/>
                </a:moveTo>
                <a:cubicBezTo>
                  <a:pt x="3168" y="1823"/>
                  <a:pt x="1822" y="1847"/>
                  <a:pt x="19" y="1855"/>
                </a:cubicBezTo>
                <a:moveTo>
                  <a:pt x="6" y="1844"/>
                </a:moveTo>
                <a:cubicBezTo>
                  <a:pt x="-18" y="1330"/>
                  <a:pt x="32" y="807"/>
                  <a:pt x="64" y="52"/>
                </a:cubicBezTo>
                <a:moveTo>
                  <a:pt x="40" y="1887"/>
                </a:moveTo>
                <a:cubicBezTo>
                  <a:pt x="2" y="1416"/>
                  <a:pt x="29" y="983"/>
                  <a:pt x="41" y="42"/>
                </a:cubicBezTo>
              </a:path>
            </a:pathLst>
          </a:custGeom>
          <a:ln cap="rnd" w="14400">
            <a:solidFill>
              <a:srgbClr val="7048E8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2902320" y="5096520"/>
            <a:ext cx="53964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75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HMAC verify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4263840" y="4712760"/>
            <a:ext cx="1290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4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Argo Events webhook</a:t>
            </a:r>
            <a:endParaRPr lang="en-GB" sz="10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5969520" y="4655880"/>
            <a:ext cx="1458000" cy="662400"/>
          </a:xfrm>
          <a:custGeom>
            <a:avLst/>
            <a:gdLst/>
            <a:ahLst/>
            <a:rect l="0" t="0" r="r" b="b"/>
            <a:pathLst>
              <a:path w="4050" h="1840">
                <a:moveTo>
                  <a:pt x="0" y="0"/>
                </a:moveTo>
                <a:lnTo>
                  <a:pt x="4050" y="4"/>
                </a:lnTo>
                <a:lnTo>
                  <a:pt x="4027" y="1840"/>
                </a:lnTo>
                <a:lnTo>
                  <a:pt x="0" y="1840"/>
                </a:lnTo>
                <a:lnTo>
                  <a:pt x="0" y="0"/>
                </a:lnTo>
                <a:close/>
              </a:path>
            </a:pathLst>
          </a:custGeom>
          <a:solidFill>
            <a:srgbClr val="D0B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5955840" y="4652280"/>
            <a:ext cx="1481760" cy="677520"/>
          </a:xfrm>
          <a:custGeom>
            <a:avLst/>
            <a:gdLst/>
            <a:ahLst/>
            <a:rect l="0" t="0" r="r" b="b"/>
            <a:pathLst>
              <a:path fill="none" w="4116" h="1882">
                <a:moveTo>
                  <a:pt x="38" y="10"/>
                </a:moveTo>
                <a:cubicBezTo>
                  <a:pt x="870" y="15"/>
                  <a:pt x="1655" y="71"/>
                  <a:pt x="4073" y="0"/>
                </a:cubicBezTo>
                <a:moveTo>
                  <a:pt x="4" y="13"/>
                </a:moveTo>
                <a:cubicBezTo>
                  <a:pt x="889" y="14"/>
                  <a:pt x="1807" y="6"/>
                  <a:pt x="4113" y="46"/>
                </a:cubicBezTo>
                <a:moveTo>
                  <a:pt x="4088" y="35"/>
                </a:moveTo>
                <a:cubicBezTo>
                  <a:pt x="4062" y="720"/>
                  <a:pt x="4051" y="1457"/>
                  <a:pt x="4081" y="1832"/>
                </a:cubicBezTo>
                <a:moveTo>
                  <a:pt x="4116" y="39"/>
                </a:moveTo>
                <a:cubicBezTo>
                  <a:pt x="4091" y="597"/>
                  <a:pt x="4098" y="1115"/>
                  <a:pt x="4080" y="1865"/>
                </a:cubicBezTo>
                <a:moveTo>
                  <a:pt x="4096" y="1860"/>
                </a:moveTo>
                <a:cubicBezTo>
                  <a:pt x="2878" y="1896"/>
                  <a:pt x="1706" y="1841"/>
                  <a:pt x="35" y="1882"/>
                </a:cubicBezTo>
                <a:moveTo>
                  <a:pt x="4100" y="1860"/>
                </a:moveTo>
                <a:cubicBezTo>
                  <a:pt x="3190" y="1865"/>
                  <a:pt x="2235" y="1875"/>
                  <a:pt x="14" y="1870"/>
                </a:cubicBezTo>
                <a:moveTo>
                  <a:pt x="0" y="1863"/>
                </a:moveTo>
                <a:cubicBezTo>
                  <a:pt x="31" y="1243"/>
                  <a:pt x="56" y="551"/>
                  <a:pt x="58" y="14"/>
                </a:cubicBezTo>
                <a:moveTo>
                  <a:pt x="31" y="1882"/>
                </a:moveTo>
                <a:cubicBezTo>
                  <a:pt x="35" y="1265"/>
                  <a:pt x="52" y="649"/>
                  <a:pt x="4" y="36"/>
                </a:cubicBezTo>
              </a:path>
            </a:pathLst>
          </a:custGeom>
          <a:ln cap="rnd" w="14400">
            <a:solidFill>
              <a:srgbClr val="7048E8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4400640" y="5096520"/>
            <a:ext cx="103068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75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EventSource on resume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6204960" y="4712760"/>
            <a:ext cx="9662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4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Sensor resumes</a:t>
            </a:r>
            <a:endParaRPr lang="en-GB" sz="10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7661160" y="4653000"/>
            <a:ext cx="2050920" cy="684360"/>
          </a:xfrm>
          <a:custGeom>
            <a:avLst/>
            <a:gdLst/>
            <a:ahLst/>
            <a:rect l="0" t="0" r="r" b="b"/>
            <a:pathLst>
              <a:path w="5697" h="1901">
                <a:moveTo>
                  <a:pt x="9" y="13"/>
                </a:moveTo>
                <a:lnTo>
                  <a:pt x="5687" y="0"/>
                </a:lnTo>
                <a:lnTo>
                  <a:pt x="5697" y="1862"/>
                </a:lnTo>
                <a:lnTo>
                  <a:pt x="0" y="1901"/>
                </a:lnTo>
                <a:lnTo>
                  <a:pt x="9" y="13"/>
                </a:lnTo>
                <a:close/>
              </a:path>
            </a:pathLst>
          </a:custGeom>
          <a:solidFill>
            <a:srgbClr val="FFD6A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7641000" y="4655880"/>
            <a:ext cx="2072520" cy="684720"/>
          </a:xfrm>
          <a:custGeom>
            <a:avLst/>
            <a:gdLst/>
            <a:ahLst/>
            <a:rect l="0" t="0" r="r" b="b"/>
            <a:pathLst>
              <a:path fill="none" w="5757" h="1902">
                <a:moveTo>
                  <a:pt x="47" y="28"/>
                </a:moveTo>
                <a:cubicBezTo>
                  <a:pt x="1148" y="64"/>
                  <a:pt x="2315" y="39"/>
                  <a:pt x="5702" y="55"/>
                </a:cubicBezTo>
                <a:moveTo>
                  <a:pt x="26" y="44"/>
                </a:moveTo>
                <a:cubicBezTo>
                  <a:pt x="1618" y="-12"/>
                  <a:pt x="3233" y="-14"/>
                  <a:pt x="5731" y="33"/>
                </a:cubicBezTo>
                <a:moveTo>
                  <a:pt x="5691" y="52"/>
                </a:moveTo>
                <a:cubicBezTo>
                  <a:pt x="5713" y="485"/>
                  <a:pt x="5744" y="938"/>
                  <a:pt x="5757" y="1902"/>
                </a:cubicBezTo>
                <a:moveTo>
                  <a:pt x="5745" y="11"/>
                </a:moveTo>
                <a:cubicBezTo>
                  <a:pt x="5716" y="575"/>
                  <a:pt x="5745" y="1157"/>
                  <a:pt x="5716" y="1867"/>
                </a:cubicBezTo>
                <a:moveTo>
                  <a:pt x="5746" y="1883"/>
                </a:moveTo>
                <a:cubicBezTo>
                  <a:pt x="3783" y="1855"/>
                  <a:pt x="1861" y="1908"/>
                  <a:pt x="28" y="1892"/>
                </a:cubicBezTo>
                <a:moveTo>
                  <a:pt x="5734" y="1870"/>
                </a:moveTo>
                <a:cubicBezTo>
                  <a:pt x="3700" y="1871"/>
                  <a:pt x="1693" y="1867"/>
                  <a:pt x="15" y="1857"/>
                </a:cubicBezTo>
                <a:moveTo>
                  <a:pt x="0" y="1887"/>
                </a:moveTo>
                <a:cubicBezTo>
                  <a:pt x="49" y="1447"/>
                  <a:pt x="50" y="1115"/>
                  <a:pt x="56" y="64"/>
                </a:cubicBezTo>
                <a:moveTo>
                  <a:pt x="27" y="1882"/>
                </a:moveTo>
                <a:cubicBezTo>
                  <a:pt x="36" y="1445"/>
                  <a:pt x="43" y="1055"/>
                  <a:pt x="14" y="36"/>
                </a:cubicBezTo>
              </a:path>
            </a:pathLst>
          </a:custGeom>
          <a:ln cap="rnd" w="14400">
            <a:solidFill>
              <a:srgbClr val="E8590C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6363720" y="5096520"/>
            <a:ext cx="62244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75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approved=true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8088480" y="4712760"/>
            <a:ext cx="1113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4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Remediation agent</a:t>
            </a:r>
            <a:endParaRPr lang="en-GB" sz="10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9910080" y="4649040"/>
            <a:ext cx="1492560" cy="679680"/>
          </a:xfrm>
          <a:custGeom>
            <a:avLst/>
            <a:gdLst/>
            <a:ahLst/>
            <a:rect l="0" t="0" r="r" b="b"/>
            <a:pathLst>
              <a:path w="4146" h="1888">
                <a:moveTo>
                  <a:pt x="18" y="30"/>
                </a:moveTo>
                <a:lnTo>
                  <a:pt x="4146" y="0"/>
                </a:lnTo>
                <a:lnTo>
                  <a:pt x="4108" y="1888"/>
                </a:lnTo>
                <a:lnTo>
                  <a:pt x="0" y="1884"/>
                </a:lnTo>
                <a:lnTo>
                  <a:pt x="18" y="30"/>
                </a:lnTo>
                <a:close/>
              </a:path>
            </a:pathLst>
          </a:custGeom>
          <a:solidFill>
            <a:srgbClr val="D0B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9909360" y="4659120"/>
            <a:ext cx="1490760" cy="675360"/>
          </a:xfrm>
          <a:custGeom>
            <a:avLst/>
            <a:gdLst/>
            <a:ahLst/>
            <a:rect l="0" t="0" r="r" b="b"/>
            <a:pathLst>
              <a:path fill="none" w="4141" h="1876">
                <a:moveTo>
                  <a:pt x="0" y="31"/>
                </a:moveTo>
                <a:cubicBezTo>
                  <a:pt x="850" y="13"/>
                  <a:pt x="1681" y="-29"/>
                  <a:pt x="4074" y="31"/>
                </a:cubicBezTo>
                <a:moveTo>
                  <a:pt x="21" y="30"/>
                </a:moveTo>
                <a:cubicBezTo>
                  <a:pt x="1437" y="33"/>
                  <a:pt x="2838" y="36"/>
                  <a:pt x="4100" y="7"/>
                </a:cubicBezTo>
                <a:moveTo>
                  <a:pt x="4127" y="54"/>
                </a:moveTo>
                <a:cubicBezTo>
                  <a:pt x="4152" y="603"/>
                  <a:pt x="4143" y="1141"/>
                  <a:pt x="4102" y="1876"/>
                </a:cubicBezTo>
                <a:moveTo>
                  <a:pt x="4126" y="10"/>
                </a:moveTo>
                <a:cubicBezTo>
                  <a:pt x="4092" y="580"/>
                  <a:pt x="4102" y="1145"/>
                  <a:pt x="4103" y="1855"/>
                </a:cubicBezTo>
                <a:moveTo>
                  <a:pt x="4080" y="1825"/>
                </a:moveTo>
                <a:cubicBezTo>
                  <a:pt x="2548" y="1860"/>
                  <a:pt x="989" y="1892"/>
                  <a:pt x="31" y="1825"/>
                </a:cubicBezTo>
                <a:moveTo>
                  <a:pt x="4121" y="1869"/>
                </a:moveTo>
                <a:cubicBezTo>
                  <a:pt x="2967" y="1834"/>
                  <a:pt x="1811" y="1814"/>
                  <a:pt x="21" y="1863"/>
                </a:cubicBezTo>
                <a:moveTo>
                  <a:pt x="8" y="1816"/>
                </a:moveTo>
                <a:cubicBezTo>
                  <a:pt x="30" y="1352"/>
                  <a:pt x="7" y="851"/>
                  <a:pt x="63" y="18"/>
                </a:cubicBezTo>
                <a:moveTo>
                  <a:pt x="31" y="1869"/>
                </a:moveTo>
                <a:cubicBezTo>
                  <a:pt x="5" y="1286"/>
                  <a:pt x="3" y="673"/>
                  <a:pt x="32" y="23"/>
                </a:cubicBezTo>
              </a:path>
            </a:pathLst>
          </a:custGeom>
          <a:ln cap="rnd" w="14400">
            <a:solidFill>
              <a:srgbClr val="7048E8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8106840" y="5096520"/>
            <a:ext cx="98280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75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controlled patch / scale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10479600" y="4712760"/>
            <a:ext cx="339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4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Verify</a:t>
            </a:r>
            <a:endParaRPr lang="en-GB" sz="10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2438280" y="5761440"/>
            <a:ext cx="2052360" cy="598680"/>
          </a:xfrm>
          <a:custGeom>
            <a:avLst/>
            <a:gdLst/>
            <a:ahLst/>
            <a:rect l="0" t="0" r="r" b="b"/>
            <a:pathLst>
              <a:path w="5701" h="1663">
                <a:moveTo>
                  <a:pt x="27" y="0"/>
                </a:moveTo>
                <a:lnTo>
                  <a:pt x="5701" y="34"/>
                </a:lnTo>
                <a:lnTo>
                  <a:pt x="5696" y="1663"/>
                </a:lnTo>
                <a:lnTo>
                  <a:pt x="0" y="1616"/>
                </a:lnTo>
                <a:lnTo>
                  <a:pt x="27" y="0"/>
                </a:lnTo>
                <a:close/>
              </a:path>
            </a:pathLst>
          </a:custGeom>
          <a:solidFill>
            <a:srgbClr val="E7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2433600" y="5751000"/>
            <a:ext cx="2077560" cy="606960"/>
          </a:xfrm>
          <a:custGeom>
            <a:avLst/>
            <a:gdLst/>
            <a:ahLst/>
            <a:rect l="0" t="0" r="r" b="b"/>
            <a:pathLst>
              <a:path fill="none" w="5771" h="1686">
                <a:moveTo>
                  <a:pt x="10" y="57"/>
                </a:moveTo>
                <a:cubicBezTo>
                  <a:pt x="1188" y="-3"/>
                  <a:pt x="2333" y="13"/>
                  <a:pt x="5760" y="31"/>
                </a:cubicBezTo>
                <a:moveTo>
                  <a:pt x="35" y="39"/>
                </a:moveTo>
                <a:cubicBezTo>
                  <a:pt x="1225" y="65"/>
                  <a:pt x="2430" y="40"/>
                  <a:pt x="5745" y="43"/>
                </a:cubicBezTo>
                <a:moveTo>
                  <a:pt x="5723" y="2"/>
                </a:moveTo>
                <a:cubicBezTo>
                  <a:pt x="5713" y="594"/>
                  <a:pt x="5747" y="1224"/>
                  <a:pt x="5771" y="1675"/>
                </a:cubicBezTo>
                <a:moveTo>
                  <a:pt x="5748" y="37"/>
                </a:moveTo>
                <a:cubicBezTo>
                  <a:pt x="5751" y="549"/>
                  <a:pt x="5742" y="1072"/>
                  <a:pt x="5732" y="1667"/>
                </a:cubicBezTo>
                <a:moveTo>
                  <a:pt x="5727" y="1661"/>
                </a:moveTo>
                <a:cubicBezTo>
                  <a:pt x="4367" y="1695"/>
                  <a:pt x="3044" y="1697"/>
                  <a:pt x="19" y="1651"/>
                </a:cubicBezTo>
                <a:moveTo>
                  <a:pt x="5746" y="1654"/>
                </a:moveTo>
                <a:cubicBezTo>
                  <a:pt x="4523" y="1693"/>
                  <a:pt x="3330" y="1694"/>
                  <a:pt x="47" y="1659"/>
                </a:cubicBezTo>
                <a:moveTo>
                  <a:pt x="0" y="1649"/>
                </a:moveTo>
                <a:cubicBezTo>
                  <a:pt x="42" y="1147"/>
                  <a:pt x="-6" y="626"/>
                  <a:pt x="53" y="0"/>
                </a:cubicBezTo>
                <a:moveTo>
                  <a:pt x="19" y="1680"/>
                </a:moveTo>
                <a:cubicBezTo>
                  <a:pt x="34" y="1318"/>
                  <a:pt x="22" y="973"/>
                  <a:pt x="34" y="36"/>
                </a:cubicBezTo>
              </a:path>
            </a:pathLst>
          </a:custGeom>
          <a:ln cap="rnd" w="14400">
            <a:solidFill>
              <a:srgbClr val="1971C2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10214280" y="5096520"/>
            <a:ext cx="82800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75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resource recovered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3116880" y="5812560"/>
            <a:ext cx="634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4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Ticket only</a:t>
            </a:r>
            <a:endParaRPr lang="en-GB" sz="10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8528760" y="5763240"/>
            <a:ext cx="2871360" cy="745560"/>
          </a:xfrm>
          <a:custGeom>
            <a:avLst/>
            <a:gdLst/>
            <a:ahLst/>
            <a:rect l="0" t="0" r="r" b="b"/>
            <a:pathLst>
              <a:path w="7976" h="2071">
                <a:moveTo>
                  <a:pt x="35" y="0"/>
                </a:moveTo>
                <a:lnTo>
                  <a:pt x="7948" y="18"/>
                </a:lnTo>
                <a:lnTo>
                  <a:pt x="7976" y="1998"/>
                </a:lnTo>
                <a:lnTo>
                  <a:pt x="0" y="2071"/>
                </a:lnTo>
                <a:lnTo>
                  <a:pt x="35" y="0"/>
                </a:lnTo>
                <a:close/>
              </a:path>
            </a:pathLst>
          </a:custGeom>
          <a:solidFill>
            <a:srgbClr val="E7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8517240" y="5756040"/>
            <a:ext cx="2877120" cy="746280"/>
          </a:xfrm>
          <a:custGeom>
            <a:avLst/>
            <a:gdLst/>
            <a:ahLst/>
            <a:rect l="0" t="0" r="r" b="b"/>
            <a:pathLst>
              <a:path fill="none" w="7992" h="2073">
                <a:moveTo>
                  <a:pt x="24" y="0"/>
                </a:moveTo>
                <a:cubicBezTo>
                  <a:pt x="1648" y="22"/>
                  <a:pt x="3232" y="26"/>
                  <a:pt x="7992" y="7"/>
                </a:cubicBezTo>
                <a:moveTo>
                  <a:pt x="26" y="21"/>
                </a:moveTo>
                <a:cubicBezTo>
                  <a:pt x="2209" y="30"/>
                  <a:pt x="4376" y="38"/>
                  <a:pt x="7977" y="18"/>
                </a:cubicBezTo>
                <a:moveTo>
                  <a:pt x="7937" y="4"/>
                </a:moveTo>
                <a:cubicBezTo>
                  <a:pt x="7977" y="459"/>
                  <a:pt x="7971" y="839"/>
                  <a:pt x="7976" y="2056"/>
                </a:cubicBezTo>
                <a:moveTo>
                  <a:pt x="7988" y="35"/>
                </a:moveTo>
                <a:cubicBezTo>
                  <a:pt x="7986" y="682"/>
                  <a:pt x="7958" y="1316"/>
                  <a:pt x="7979" y="2062"/>
                </a:cubicBezTo>
                <a:moveTo>
                  <a:pt x="7985" y="2071"/>
                </a:moveTo>
                <a:cubicBezTo>
                  <a:pt x="5732" y="2052"/>
                  <a:pt x="3505" y="2082"/>
                  <a:pt x="19" y="2057"/>
                </a:cubicBezTo>
                <a:moveTo>
                  <a:pt x="7988" y="2057"/>
                </a:moveTo>
                <a:cubicBezTo>
                  <a:pt x="5293" y="2053"/>
                  <a:pt x="2619" y="2045"/>
                  <a:pt x="44" y="2066"/>
                </a:cubicBezTo>
                <a:moveTo>
                  <a:pt x="0" y="2067"/>
                </a:moveTo>
                <a:cubicBezTo>
                  <a:pt x="13" y="1231"/>
                  <a:pt x="22" y="475"/>
                  <a:pt x="51" y="34"/>
                </a:cubicBezTo>
                <a:moveTo>
                  <a:pt x="15" y="2073"/>
                </a:moveTo>
                <a:cubicBezTo>
                  <a:pt x="35" y="1462"/>
                  <a:pt x="13" y="830"/>
                  <a:pt x="43" y="22"/>
                </a:cubicBezTo>
              </a:path>
            </a:pathLst>
          </a:custGeom>
          <a:ln cap="rnd" w="14400">
            <a:solidFill>
              <a:srgbClr val="1971C2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3141000" y="6122880"/>
            <a:ext cx="63576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75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no remediation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9250560" y="5812560"/>
            <a:ext cx="12538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4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GitLab issue updated</a:t>
            </a:r>
            <a:endParaRPr lang="en-GB" sz="10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2811600" y="2170440"/>
            <a:ext cx="366480" cy="0"/>
          </a:xfrm>
          <a:custGeom>
            <a:avLst/>
            <a:gdLst/>
            <a:ahLst/>
            <a:rect l="0" t="0" r="r" b="b"/>
            <a:pathLst>
              <a:path fill="none" w="1018" h="0">
                <a:moveTo>
                  <a:pt x="0" y="0"/>
                </a:moveTo>
                <a:cubicBezTo>
                  <a:pt x="85" y="0"/>
                  <a:pt x="424" y="0"/>
                  <a:pt x="509" y="0"/>
                </a:cubicBezTo>
                <a:cubicBezTo>
                  <a:pt x="594" y="0"/>
                  <a:pt x="424" y="0"/>
                  <a:pt x="509" y="0"/>
                </a:cubicBezTo>
                <a:cubicBezTo>
                  <a:pt x="594" y="0"/>
                  <a:pt x="933" y="0"/>
                  <a:pt x="1018" y="0"/>
                </a:cubicBezTo>
                <a:moveTo>
                  <a:pt x="0" y="0"/>
                </a:moveTo>
                <a:cubicBezTo>
                  <a:pt x="85" y="0"/>
                  <a:pt x="424" y="0"/>
                  <a:pt x="509" y="0"/>
                </a:cubicBezTo>
                <a:cubicBezTo>
                  <a:pt x="594" y="0"/>
                  <a:pt x="424" y="0"/>
                  <a:pt x="509" y="0"/>
                </a:cubicBezTo>
                <a:cubicBezTo>
                  <a:pt x="594" y="0"/>
                  <a:pt x="933" y="0"/>
                  <a:pt x="1018" y="0"/>
                </a:cubicBezTo>
              </a:path>
            </a:pathLst>
          </a:custGeom>
          <a:ln cap="rnd" w="14400">
            <a:solidFill>
              <a:srgbClr val="495057"/>
            </a:solidFill>
            <a:miter/>
          </a:ln>
        </p:spPr>
        <p:txBody>
          <a:bodyPr lIns="7200" tIns="-7200" rIns="7200" bIns="-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3092040" y="2170440"/>
            <a:ext cx="86400" cy="31680"/>
          </a:xfrm>
          <a:custGeom>
            <a:avLst/>
            <a:gdLst/>
            <a:ahLst/>
            <a:rect l="0" t="0" r="r" b="b"/>
            <a:pathLst>
              <a:path fill="none" w="240" h="88">
                <a:moveTo>
                  <a:pt x="0" y="88"/>
                </a:moveTo>
                <a:cubicBezTo>
                  <a:pt x="48" y="71"/>
                  <a:pt x="96" y="53"/>
                  <a:pt x="240" y="0"/>
                </a:cubicBezTo>
                <a:moveTo>
                  <a:pt x="0" y="88"/>
                </a:moveTo>
                <a:cubicBezTo>
                  <a:pt x="94" y="54"/>
                  <a:pt x="189" y="20"/>
                  <a:pt x="240" y="0"/>
                </a:cubicBezTo>
              </a:path>
            </a:pathLst>
          </a:custGeom>
          <a:ln cap="rnd" w="14400">
            <a:solidFill>
              <a:srgbClr val="495057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3092040" y="2139120"/>
            <a:ext cx="86400" cy="31680"/>
          </a:xfrm>
          <a:custGeom>
            <a:avLst/>
            <a:gdLst/>
            <a:ahLst/>
            <a:rect l="0" t="0" r="r" b="b"/>
            <a:pathLst>
              <a:path fill="none" w="240" h="88">
                <a:moveTo>
                  <a:pt x="0" y="0"/>
                </a:moveTo>
                <a:cubicBezTo>
                  <a:pt x="48" y="17"/>
                  <a:pt x="96" y="36"/>
                  <a:pt x="240" y="88"/>
                </a:cubicBezTo>
                <a:moveTo>
                  <a:pt x="0" y="0"/>
                </a:moveTo>
                <a:cubicBezTo>
                  <a:pt x="94" y="35"/>
                  <a:pt x="189" y="69"/>
                  <a:pt x="240" y="88"/>
                </a:cubicBezTo>
              </a:path>
            </a:pathLst>
          </a:custGeom>
          <a:ln cap="rnd" w="14400">
            <a:solidFill>
              <a:srgbClr val="495057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5230800" y="2170440"/>
            <a:ext cx="366480" cy="0"/>
          </a:xfrm>
          <a:custGeom>
            <a:avLst/>
            <a:gdLst/>
            <a:ahLst/>
            <a:rect l="0" t="0" r="r" b="b"/>
            <a:pathLst>
              <a:path fill="none" w="1018" h="0">
                <a:moveTo>
                  <a:pt x="0" y="0"/>
                </a:moveTo>
                <a:cubicBezTo>
                  <a:pt x="85" y="0"/>
                  <a:pt x="424" y="0"/>
                  <a:pt x="509" y="0"/>
                </a:cubicBezTo>
                <a:cubicBezTo>
                  <a:pt x="594" y="0"/>
                  <a:pt x="424" y="0"/>
                  <a:pt x="509" y="0"/>
                </a:cubicBezTo>
                <a:cubicBezTo>
                  <a:pt x="594" y="0"/>
                  <a:pt x="933" y="0"/>
                  <a:pt x="1018" y="0"/>
                </a:cubicBezTo>
                <a:moveTo>
                  <a:pt x="0" y="0"/>
                </a:moveTo>
                <a:cubicBezTo>
                  <a:pt x="85" y="0"/>
                  <a:pt x="424" y="0"/>
                  <a:pt x="509" y="0"/>
                </a:cubicBezTo>
                <a:cubicBezTo>
                  <a:pt x="594" y="0"/>
                  <a:pt x="424" y="0"/>
                  <a:pt x="509" y="0"/>
                </a:cubicBezTo>
                <a:cubicBezTo>
                  <a:pt x="594" y="0"/>
                  <a:pt x="933" y="0"/>
                  <a:pt x="1018" y="0"/>
                </a:cubicBezTo>
              </a:path>
            </a:pathLst>
          </a:custGeom>
          <a:ln cap="rnd" w="14400">
            <a:solidFill>
              <a:srgbClr val="495057"/>
            </a:solidFill>
            <a:miter/>
          </a:ln>
        </p:spPr>
        <p:txBody>
          <a:bodyPr lIns="7200" tIns="-7200" rIns="7200" bIns="-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5511240" y="2170440"/>
            <a:ext cx="86400" cy="31680"/>
          </a:xfrm>
          <a:custGeom>
            <a:avLst/>
            <a:gdLst/>
            <a:ahLst/>
            <a:rect l="0" t="0" r="r" b="b"/>
            <a:pathLst>
              <a:path fill="none" w="240" h="88">
                <a:moveTo>
                  <a:pt x="0" y="88"/>
                </a:moveTo>
                <a:cubicBezTo>
                  <a:pt x="48" y="71"/>
                  <a:pt x="96" y="53"/>
                  <a:pt x="240" y="0"/>
                </a:cubicBezTo>
                <a:moveTo>
                  <a:pt x="0" y="88"/>
                </a:moveTo>
                <a:cubicBezTo>
                  <a:pt x="51" y="69"/>
                  <a:pt x="102" y="51"/>
                  <a:pt x="240" y="0"/>
                </a:cubicBezTo>
              </a:path>
            </a:pathLst>
          </a:custGeom>
          <a:ln cap="rnd" w="14400">
            <a:solidFill>
              <a:srgbClr val="495057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5511240" y="2139120"/>
            <a:ext cx="86400" cy="31680"/>
          </a:xfrm>
          <a:custGeom>
            <a:avLst/>
            <a:gdLst/>
            <a:ahLst/>
            <a:rect l="0" t="0" r="r" b="b"/>
            <a:pathLst>
              <a:path fill="none" w="240" h="88">
                <a:moveTo>
                  <a:pt x="0" y="0"/>
                </a:moveTo>
                <a:cubicBezTo>
                  <a:pt x="48" y="17"/>
                  <a:pt x="96" y="36"/>
                  <a:pt x="240" y="88"/>
                </a:cubicBezTo>
                <a:moveTo>
                  <a:pt x="0" y="0"/>
                </a:moveTo>
                <a:cubicBezTo>
                  <a:pt x="51" y="20"/>
                  <a:pt x="102" y="38"/>
                  <a:pt x="240" y="88"/>
                </a:cubicBezTo>
              </a:path>
            </a:pathLst>
          </a:custGeom>
          <a:ln cap="rnd" w="14400">
            <a:solidFill>
              <a:srgbClr val="495057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1157400" y="2536920"/>
            <a:ext cx="5185080" cy="440280"/>
          </a:xfrm>
          <a:custGeom>
            <a:avLst/>
            <a:gdLst/>
            <a:ahLst/>
            <a:rect l="0" t="0" r="r" b="b"/>
            <a:pathLst>
              <a:path fill="none" w="14403" h="1223">
                <a:moveTo>
                  <a:pt x="13474" y="0"/>
                </a:moveTo>
                <a:cubicBezTo>
                  <a:pt x="13474" y="102"/>
                  <a:pt x="15565" y="509"/>
                  <a:pt x="13474" y="611"/>
                </a:cubicBezTo>
                <a:cubicBezTo>
                  <a:pt x="11384" y="713"/>
                  <a:pt x="3020" y="509"/>
                  <a:pt x="929" y="611"/>
                </a:cubicBezTo>
                <a:cubicBezTo>
                  <a:pt x="-1161" y="713"/>
                  <a:pt x="929" y="1121"/>
                  <a:pt x="929" y="1223"/>
                </a:cubicBezTo>
                <a:moveTo>
                  <a:pt x="13474" y="0"/>
                </a:moveTo>
                <a:cubicBezTo>
                  <a:pt x="13474" y="102"/>
                  <a:pt x="15565" y="509"/>
                  <a:pt x="13474" y="611"/>
                </a:cubicBezTo>
                <a:cubicBezTo>
                  <a:pt x="11384" y="713"/>
                  <a:pt x="3020" y="509"/>
                  <a:pt x="929" y="611"/>
                </a:cubicBezTo>
                <a:cubicBezTo>
                  <a:pt x="-1161" y="713"/>
                  <a:pt x="929" y="1121"/>
                  <a:pt x="929" y="1223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1382040" y="2973600"/>
            <a:ext cx="110160" cy="3600"/>
          </a:xfrm>
          <a:custGeom>
            <a:avLst/>
            <a:gdLst/>
            <a:ahLst/>
            <a:rect l="0" t="0" r="r" b="b"/>
            <a:pathLst>
              <a:path fill="none" w="306" h="10">
                <a:moveTo>
                  <a:pt x="0" y="0"/>
                </a:moveTo>
                <a:cubicBezTo>
                  <a:pt x="61" y="1"/>
                  <a:pt x="122" y="3"/>
                  <a:pt x="306" y="10"/>
                </a:cubicBezTo>
                <a:moveTo>
                  <a:pt x="0" y="0"/>
                </a:moveTo>
                <a:cubicBezTo>
                  <a:pt x="72" y="2"/>
                  <a:pt x="144" y="4"/>
                  <a:pt x="306" y="10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-3600" rIns="7200" bIns="-36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1410120" y="2903760"/>
            <a:ext cx="82080" cy="73440"/>
          </a:xfrm>
          <a:custGeom>
            <a:avLst/>
            <a:gdLst/>
            <a:ahLst/>
            <a:rect l="0" t="0" r="r" b="b"/>
            <a:pathLst>
              <a:path fill="none" w="228" h="204">
                <a:moveTo>
                  <a:pt x="0" y="0"/>
                </a:moveTo>
                <a:cubicBezTo>
                  <a:pt x="45" y="40"/>
                  <a:pt x="92" y="81"/>
                  <a:pt x="228" y="204"/>
                </a:cubicBezTo>
                <a:moveTo>
                  <a:pt x="0" y="0"/>
                </a:moveTo>
                <a:cubicBezTo>
                  <a:pt x="53" y="47"/>
                  <a:pt x="108" y="95"/>
                  <a:pt x="228" y="204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/>
          <p:nvPr/>
        </p:nvSpPr>
        <p:spPr>
          <a:xfrm>
            <a:off x="2922840" y="2536920"/>
            <a:ext cx="3956400" cy="440280"/>
          </a:xfrm>
          <a:custGeom>
            <a:avLst/>
            <a:gdLst/>
            <a:ahLst/>
            <a:rect l="0" t="0" r="r" b="b"/>
            <a:pathLst>
              <a:path fill="none" w="10990" h="1223">
                <a:moveTo>
                  <a:pt x="10281" y="0"/>
                </a:moveTo>
                <a:cubicBezTo>
                  <a:pt x="10281" y="102"/>
                  <a:pt x="11876" y="509"/>
                  <a:pt x="10281" y="611"/>
                </a:cubicBezTo>
                <a:cubicBezTo>
                  <a:pt x="8686" y="713"/>
                  <a:pt x="2304" y="509"/>
                  <a:pt x="709" y="611"/>
                </a:cubicBezTo>
                <a:cubicBezTo>
                  <a:pt x="-886" y="713"/>
                  <a:pt x="709" y="1121"/>
                  <a:pt x="709" y="1223"/>
                </a:cubicBezTo>
                <a:moveTo>
                  <a:pt x="10281" y="0"/>
                </a:moveTo>
                <a:cubicBezTo>
                  <a:pt x="10281" y="102"/>
                  <a:pt x="11876" y="509"/>
                  <a:pt x="10281" y="611"/>
                </a:cubicBezTo>
                <a:cubicBezTo>
                  <a:pt x="8686" y="713"/>
                  <a:pt x="2304" y="509"/>
                  <a:pt x="709" y="611"/>
                </a:cubicBezTo>
                <a:cubicBezTo>
                  <a:pt x="-886" y="713"/>
                  <a:pt x="709" y="1121"/>
                  <a:pt x="709" y="1223"/>
                </a:cubicBezTo>
              </a:path>
            </a:pathLst>
          </a:custGeom>
          <a:ln cap="rnd" w="14400">
            <a:solidFill>
              <a:srgbClr val="E03131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3069000" y="2962440"/>
            <a:ext cx="109440" cy="14760"/>
          </a:xfrm>
          <a:custGeom>
            <a:avLst/>
            <a:gdLst/>
            <a:ahLst/>
            <a:rect l="0" t="0" r="r" b="b"/>
            <a:pathLst>
              <a:path fill="none" w="304" h="41">
                <a:moveTo>
                  <a:pt x="0" y="0"/>
                </a:moveTo>
                <a:cubicBezTo>
                  <a:pt x="61" y="8"/>
                  <a:pt x="122" y="16"/>
                  <a:pt x="304" y="41"/>
                </a:cubicBezTo>
                <a:moveTo>
                  <a:pt x="0" y="0"/>
                </a:moveTo>
                <a:cubicBezTo>
                  <a:pt x="78" y="10"/>
                  <a:pt x="156" y="20"/>
                  <a:pt x="304" y="41"/>
                </a:cubicBezTo>
              </a:path>
            </a:pathLst>
          </a:custGeom>
          <a:ln cap="rnd" w="14400">
            <a:solidFill>
              <a:srgbClr val="E03131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3103920" y="2895480"/>
            <a:ext cx="74520" cy="81720"/>
          </a:xfrm>
          <a:custGeom>
            <a:avLst/>
            <a:gdLst/>
            <a:ahLst/>
            <a:rect l="0" t="0" r="r" b="b"/>
            <a:pathLst>
              <a:path fill="none" w="207" h="227">
                <a:moveTo>
                  <a:pt x="0" y="0"/>
                </a:moveTo>
                <a:cubicBezTo>
                  <a:pt x="41" y="46"/>
                  <a:pt x="83" y="91"/>
                  <a:pt x="207" y="227"/>
                </a:cubicBezTo>
                <a:moveTo>
                  <a:pt x="0" y="0"/>
                </a:moveTo>
                <a:cubicBezTo>
                  <a:pt x="53" y="58"/>
                  <a:pt x="107" y="116"/>
                  <a:pt x="207" y="227"/>
                </a:cubicBezTo>
              </a:path>
            </a:pathLst>
          </a:custGeom>
          <a:ln cap="rnd" w="14400">
            <a:solidFill>
              <a:srgbClr val="E03131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/>
          <p:nvPr/>
        </p:nvSpPr>
        <p:spPr>
          <a:xfrm>
            <a:off x="4688280" y="2536920"/>
            <a:ext cx="2727360" cy="440280"/>
          </a:xfrm>
          <a:custGeom>
            <a:avLst/>
            <a:gdLst/>
            <a:ahLst/>
            <a:rect l="0" t="0" r="r" b="b"/>
            <a:pathLst>
              <a:path fill="none" w="7576" h="1223">
                <a:moveTo>
                  <a:pt x="7088" y="0"/>
                </a:moveTo>
                <a:cubicBezTo>
                  <a:pt x="7088" y="102"/>
                  <a:pt x="8187" y="509"/>
                  <a:pt x="7088" y="611"/>
                </a:cubicBezTo>
                <a:cubicBezTo>
                  <a:pt x="5988" y="713"/>
                  <a:pt x="1588" y="509"/>
                  <a:pt x="489" y="611"/>
                </a:cubicBezTo>
                <a:cubicBezTo>
                  <a:pt x="-611" y="713"/>
                  <a:pt x="489" y="1121"/>
                  <a:pt x="489" y="1223"/>
                </a:cubicBezTo>
                <a:moveTo>
                  <a:pt x="7088" y="0"/>
                </a:moveTo>
                <a:cubicBezTo>
                  <a:pt x="7088" y="102"/>
                  <a:pt x="8187" y="509"/>
                  <a:pt x="7088" y="611"/>
                </a:cubicBezTo>
                <a:cubicBezTo>
                  <a:pt x="5988" y="713"/>
                  <a:pt x="1588" y="509"/>
                  <a:pt x="489" y="611"/>
                </a:cubicBezTo>
                <a:cubicBezTo>
                  <a:pt x="-611" y="713"/>
                  <a:pt x="489" y="1121"/>
                  <a:pt x="489" y="1223"/>
                </a:cubicBezTo>
              </a:path>
            </a:pathLst>
          </a:custGeom>
          <a:ln cap="rnd" w="14400">
            <a:solidFill>
              <a:srgbClr val="1971C2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/>
          <p:nvPr/>
        </p:nvSpPr>
        <p:spPr>
          <a:xfrm>
            <a:off x="4759200" y="2944440"/>
            <a:ext cx="105480" cy="32760"/>
          </a:xfrm>
          <a:custGeom>
            <a:avLst/>
            <a:gdLst/>
            <a:ahLst/>
            <a:rect l="0" t="0" r="r" b="b"/>
            <a:pathLst>
              <a:path fill="none" w="293" h="91">
                <a:moveTo>
                  <a:pt x="0" y="0"/>
                </a:moveTo>
                <a:cubicBezTo>
                  <a:pt x="59" y="18"/>
                  <a:pt x="118" y="36"/>
                  <a:pt x="293" y="91"/>
                </a:cubicBezTo>
                <a:moveTo>
                  <a:pt x="0" y="0"/>
                </a:moveTo>
                <a:cubicBezTo>
                  <a:pt x="82" y="25"/>
                  <a:pt x="163" y="50"/>
                  <a:pt x="293" y="91"/>
                </a:cubicBezTo>
              </a:path>
            </a:pathLst>
          </a:custGeom>
          <a:ln cap="rnd" w="14400">
            <a:solidFill>
              <a:srgbClr val="1971C2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/>
          <p:nvPr/>
        </p:nvSpPr>
        <p:spPr>
          <a:xfrm>
            <a:off x="4804560" y="2884320"/>
            <a:ext cx="60120" cy="92880"/>
          </a:xfrm>
          <a:custGeom>
            <a:avLst/>
            <a:gdLst/>
            <a:ahLst/>
            <a:rect l="0" t="0" r="r" b="b"/>
            <a:pathLst>
              <a:path fill="none" w="167" h="258">
                <a:moveTo>
                  <a:pt x="0" y="0"/>
                </a:moveTo>
                <a:cubicBezTo>
                  <a:pt x="33" y="53"/>
                  <a:pt x="66" y="104"/>
                  <a:pt x="167" y="258"/>
                </a:cubicBezTo>
                <a:moveTo>
                  <a:pt x="0" y="0"/>
                </a:moveTo>
                <a:cubicBezTo>
                  <a:pt x="46" y="72"/>
                  <a:pt x="92" y="144"/>
                  <a:pt x="167" y="258"/>
                </a:cubicBezTo>
              </a:path>
            </a:pathLst>
          </a:custGeom>
          <a:ln cap="rnd" w="14400">
            <a:solidFill>
              <a:srgbClr val="1971C2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/>
          <p:nvPr/>
        </p:nvSpPr>
        <p:spPr>
          <a:xfrm>
            <a:off x="1491840" y="3489840"/>
            <a:ext cx="0" cy="293400"/>
          </a:xfrm>
          <a:custGeom>
            <a:avLst/>
            <a:gdLst/>
            <a:ahLst/>
            <a:rect l="0" t="0" r="r" b="b"/>
            <a:pathLst>
              <a:path fill="none" w="0" h="815">
                <a:moveTo>
                  <a:pt x="0" y="0"/>
                </a:moveTo>
                <a:cubicBezTo>
                  <a:pt x="0" y="68"/>
                  <a:pt x="0" y="340"/>
                  <a:pt x="0" y="408"/>
                </a:cubicBezTo>
                <a:cubicBezTo>
                  <a:pt x="0" y="476"/>
                  <a:pt x="0" y="340"/>
                  <a:pt x="0" y="408"/>
                </a:cubicBezTo>
                <a:cubicBezTo>
                  <a:pt x="0" y="476"/>
                  <a:pt x="0" y="747"/>
                  <a:pt x="0" y="815"/>
                </a:cubicBezTo>
                <a:moveTo>
                  <a:pt x="0" y="0"/>
                </a:moveTo>
                <a:cubicBezTo>
                  <a:pt x="0" y="68"/>
                  <a:pt x="0" y="340"/>
                  <a:pt x="0" y="408"/>
                </a:cubicBezTo>
                <a:cubicBezTo>
                  <a:pt x="0" y="476"/>
                  <a:pt x="0" y="340"/>
                  <a:pt x="0" y="408"/>
                </a:cubicBezTo>
                <a:cubicBezTo>
                  <a:pt x="0" y="476"/>
                  <a:pt x="0" y="747"/>
                  <a:pt x="0" y="815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/>
          <p:nvPr/>
        </p:nvSpPr>
        <p:spPr>
          <a:xfrm>
            <a:off x="1467000" y="3714480"/>
            <a:ext cx="25200" cy="69120"/>
          </a:xfrm>
          <a:custGeom>
            <a:avLst/>
            <a:gdLst/>
            <a:ahLst/>
            <a:rect l="0" t="0" r="r" b="b"/>
            <a:pathLst>
              <a:path fill="none" w="70" h="192">
                <a:moveTo>
                  <a:pt x="0" y="0"/>
                </a:moveTo>
                <a:cubicBezTo>
                  <a:pt x="14" y="38"/>
                  <a:pt x="28" y="76"/>
                  <a:pt x="70" y="192"/>
                </a:cubicBezTo>
                <a:moveTo>
                  <a:pt x="0" y="0"/>
                </a:moveTo>
                <a:cubicBezTo>
                  <a:pt x="21" y="57"/>
                  <a:pt x="42" y="115"/>
                  <a:pt x="70" y="192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/>
          <p:nvPr/>
        </p:nvSpPr>
        <p:spPr>
          <a:xfrm>
            <a:off x="1491840" y="3714480"/>
            <a:ext cx="25560" cy="69120"/>
          </a:xfrm>
          <a:custGeom>
            <a:avLst/>
            <a:gdLst/>
            <a:ahLst/>
            <a:rect l="0" t="0" r="r" b="b"/>
            <a:pathLst>
              <a:path fill="none" w="71" h="192">
                <a:moveTo>
                  <a:pt x="71" y="0"/>
                </a:moveTo>
                <a:cubicBezTo>
                  <a:pt x="57" y="38"/>
                  <a:pt x="43" y="76"/>
                  <a:pt x="0" y="192"/>
                </a:cubicBezTo>
                <a:moveTo>
                  <a:pt x="71" y="0"/>
                </a:moveTo>
                <a:cubicBezTo>
                  <a:pt x="50" y="57"/>
                  <a:pt x="29" y="115"/>
                  <a:pt x="0" y="192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3178080" y="3489840"/>
            <a:ext cx="0" cy="293400"/>
          </a:xfrm>
          <a:custGeom>
            <a:avLst/>
            <a:gdLst/>
            <a:ahLst/>
            <a:rect l="0" t="0" r="r" b="b"/>
            <a:pathLst>
              <a:path fill="none" w="0" h="815">
                <a:moveTo>
                  <a:pt x="0" y="0"/>
                </a:moveTo>
                <a:cubicBezTo>
                  <a:pt x="0" y="68"/>
                  <a:pt x="0" y="340"/>
                  <a:pt x="0" y="408"/>
                </a:cubicBezTo>
                <a:cubicBezTo>
                  <a:pt x="0" y="476"/>
                  <a:pt x="0" y="340"/>
                  <a:pt x="0" y="408"/>
                </a:cubicBezTo>
                <a:cubicBezTo>
                  <a:pt x="0" y="476"/>
                  <a:pt x="0" y="747"/>
                  <a:pt x="0" y="815"/>
                </a:cubicBezTo>
                <a:moveTo>
                  <a:pt x="0" y="0"/>
                </a:moveTo>
                <a:cubicBezTo>
                  <a:pt x="0" y="68"/>
                  <a:pt x="0" y="340"/>
                  <a:pt x="0" y="408"/>
                </a:cubicBezTo>
                <a:cubicBezTo>
                  <a:pt x="0" y="476"/>
                  <a:pt x="0" y="340"/>
                  <a:pt x="0" y="408"/>
                </a:cubicBezTo>
                <a:cubicBezTo>
                  <a:pt x="0" y="476"/>
                  <a:pt x="0" y="747"/>
                  <a:pt x="0" y="815"/>
                </a:cubicBezTo>
              </a:path>
            </a:pathLst>
          </a:custGeom>
          <a:ln cap="rnd" w="14400">
            <a:solidFill>
              <a:srgbClr val="E03131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3152880" y="3714480"/>
            <a:ext cx="25560" cy="69120"/>
          </a:xfrm>
          <a:custGeom>
            <a:avLst/>
            <a:gdLst/>
            <a:ahLst/>
            <a:rect l="0" t="0" r="r" b="b"/>
            <a:pathLst>
              <a:path fill="none" w="71" h="192">
                <a:moveTo>
                  <a:pt x="0" y="0"/>
                </a:moveTo>
                <a:cubicBezTo>
                  <a:pt x="14" y="38"/>
                  <a:pt x="28" y="76"/>
                  <a:pt x="71" y="192"/>
                </a:cubicBezTo>
                <a:moveTo>
                  <a:pt x="0" y="0"/>
                </a:moveTo>
                <a:cubicBezTo>
                  <a:pt x="23" y="61"/>
                  <a:pt x="46" y="123"/>
                  <a:pt x="71" y="192"/>
                </a:cubicBezTo>
              </a:path>
            </a:pathLst>
          </a:custGeom>
          <a:ln cap="rnd" w="14400">
            <a:solidFill>
              <a:srgbClr val="E03131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3178080" y="3714480"/>
            <a:ext cx="25560" cy="69120"/>
          </a:xfrm>
          <a:custGeom>
            <a:avLst/>
            <a:gdLst/>
            <a:ahLst/>
            <a:rect l="0" t="0" r="r" b="b"/>
            <a:pathLst>
              <a:path fill="none" w="71" h="192">
                <a:moveTo>
                  <a:pt x="71" y="0"/>
                </a:moveTo>
                <a:cubicBezTo>
                  <a:pt x="57" y="38"/>
                  <a:pt x="43" y="76"/>
                  <a:pt x="0" y="192"/>
                </a:cubicBezTo>
                <a:moveTo>
                  <a:pt x="71" y="0"/>
                </a:moveTo>
                <a:cubicBezTo>
                  <a:pt x="48" y="61"/>
                  <a:pt x="25" y="123"/>
                  <a:pt x="0" y="192"/>
                </a:cubicBezTo>
              </a:path>
            </a:pathLst>
          </a:custGeom>
          <a:ln cap="rnd" w="14400">
            <a:solidFill>
              <a:srgbClr val="E03131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4864320" y="3489840"/>
            <a:ext cx="0" cy="293400"/>
          </a:xfrm>
          <a:custGeom>
            <a:avLst/>
            <a:gdLst/>
            <a:ahLst/>
            <a:rect l="0" t="0" r="r" b="b"/>
            <a:pathLst>
              <a:path fill="none" w="0" h="815">
                <a:moveTo>
                  <a:pt x="0" y="0"/>
                </a:moveTo>
                <a:cubicBezTo>
                  <a:pt x="0" y="68"/>
                  <a:pt x="0" y="340"/>
                  <a:pt x="0" y="408"/>
                </a:cubicBezTo>
                <a:cubicBezTo>
                  <a:pt x="0" y="476"/>
                  <a:pt x="0" y="340"/>
                  <a:pt x="0" y="408"/>
                </a:cubicBezTo>
                <a:cubicBezTo>
                  <a:pt x="0" y="476"/>
                  <a:pt x="0" y="747"/>
                  <a:pt x="0" y="815"/>
                </a:cubicBezTo>
                <a:moveTo>
                  <a:pt x="0" y="0"/>
                </a:moveTo>
                <a:cubicBezTo>
                  <a:pt x="0" y="68"/>
                  <a:pt x="0" y="340"/>
                  <a:pt x="0" y="408"/>
                </a:cubicBezTo>
                <a:cubicBezTo>
                  <a:pt x="0" y="476"/>
                  <a:pt x="0" y="340"/>
                  <a:pt x="0" y="408"/>
                </a:cubicBezTo>
                <a:cubicBezTo>
                  <a:pt x="0" y="476"/>
                  <a:pt x="0" y="747"/>
                  <a:pt x="0" y="815"/>
                </a:cubicBezTo>
              </a:path>
            </a:pathLst>
          </a:custGeom>
          <a:ln cap="rnd" w="14400">
            <a:solidFill>
              <a:srgbClr val="1971C2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/>
          <p:nvPr/>
        </p:nvSpPr>
        <p:spPr>
          <a:xfrm>
            <a:off x="4839120" y="3714480"/>
            <a:ext cx="25560" cy="69120"/>
          </a:xfrm>
          <a:custGeom>
            <a:avLst/>
            <a:gdLst/>
            <a:ahLst/>
            <a:rect l="0" t="0" r="r" b="b"/>
            <a:pathLst>
              <a:path fill="none" w="71" h="192">
                <a:moveTo>
                  <a:pt x="0" y="0"/>
                </a:moveTo>
                <a:cubicBezTo>
                  <a:pt x="14" y="38"/>
                  <a:pt x="28" y="76"/>
                  <a:pt x="71" y="192"/>
                </a:cubicBezTo>
                <a:moveTo>
                  <a:pt x="0" y="0"/>
                </a:moveTo>
                <a:cubicBezTo>
                  <a:pt x="24" y="65"/>
                  <a:pt x="49" y="131"/>
                  <a:pt x="71" y="192"/>
                </a:cubicBezTo>
              </a:path>
            </a:pathLst>
          </a:custGeom>
          <a:ln cap="rnd" w="14400">
            <a:solidFill>
              <a:srgbClr val="1971C2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/>
          <p:nvPr/>
        </p:nvSpPr>
        <p:spPr>
          <a:xfrm>
            <a:off x="4864320" y="3714480"/>
            <a:ext cx="25200" cy="69120"/>
          </a:xfrm>
          <a:custGeom>
            <a:avLst/>
            <a:gdLst/>
            <a:ahLst/>
            <a:rect l="0" t="0" r="r" b="b"/>
            <a:pathLst>
              <a:path fill="none" w="70" h="192">
                <a:moveTo>
                  <a:pt x="70" y="0"/>
                </a:moveTo>
                <a:cubicBezTo>
                  <a:pt x="57" y="38"/>
                  <a:pt x="41" y="76"/>
                  <a:pt x="0" y="192"/>
                </a:cubicBezTo>
                <a:moveTo>
                  <a:pt x="70" y="0"/>
                </a:moveTo>
                <a:cubicBezTo>
                  <a:pt x="46" y="65"/>
                  <a:pt x="22" y="131"/>
                  <a:pt x="0" y="192"/>
                </a:cubicBezTo>
              </a:path>
            </a:pathLst>
          </a:custGeom>
          <a:ln cap="rnd" w="14400">
            <a:solidFill>
              <a:srgbClr val="1971C2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/>
          <p:nvPr/>
        </p:nvSpPr>
        <p:spPr>
          <a:xfrm>
            <a:off x="2816280" y="2178000"/>
            <a:ext cx="1324440" cy="2036880"/>
          </a:xfrm>
          <a:custGeom>
            <a:avLst/>
            <a:gdLst/>
            <a:ahLst/>
            <a:rect l="0" t="0" r="r" b="b"/>
            <a:pathLst>
              <a:path w="3679" h="5658">
                <a:moveTo>
                  <a:pt x="3653" y="5300"/>
                </a:moveTo>
                <a:cubicBezTo>
                  <a:pt x="3621" y="5300"/>
                  <a:pt x="3571" y="5311"/>
                  <a:pt x="3503" y="5333"/>
                </a:cubicBezTo>
                <a:cubicBezTo>
                  <a:pt x="3497" y="5336"/>
                  <a:pt x="3490" y="5335"/>
                  <a:pt x="3484" y="5332"/>
                </a:cubicBezTo>
                <a:cubicBezTo>
                  <a:pt x="3478" y="5329"/>
                  <a:pt x="3473" y="5324"/>
                  <a:pt x="3471" y="5317"/>
                </a:cubicBezTo>
                <a:cubicBezTo>
                  <a:pt x="3469" y="5311"/>
                  <a:pt x="3469" y="5304"/>
                  <a:pt x="3473" y="5298"/>
                </a:cubicBezTo>
                <a:cubicBezTo>
                  <a:pt x="3476" y="5292"/>
                  <a:pt x="3481" y="5287"/>
                  <a:pt x="3487" y="5285"/>
                </a:cubicBezTo>
                <a:cubicBezTo>
                  <a:pt x="3560" y="5261"/>
                  <a:pt x="3616" y="5249"/>
                  <a:pt x="3653" y="5249"/>
                </a:cubicBezTo>
                <a:cubicBezTo>
                  <a:pt x="3660" y="5249"/>
                  <a:pt x="3666" y="5252"/>
                  <a:pt x="3671" y="5257"/>
                </a:cubicBezTo>
                <a:cubicBezTo>
                  <a:pt x="3676" y="5261"/>
                  <a:pt x="3679" y="5267"/>
                  <a:pt x="3679" y="5275"/>
                </a:cubicBezTo>
                <a:cubicBezTo>
                  <a:pt x="3679" y="5282"/>
                  <a:pt x="3676" y="5288"/>
                  <a:pt x="3671" y="5293"/>
                </a:cubicBezTo>
                <a:cubicBezTo>
                  <a:pt x="3666" y="5297"/>
                  <a:pt x="3660" y="5300"/>
                  <a:pt x="3653" y="5300"/>
                </a:cubicBezTo>
                <a:moveTo>
                  <a:pt x="3316" y="5403"/>
                </a:moveTo>
                <a:lnTo>
                  <a:pt x="3165" y="5462"/>
                </a:lnTo>
                <a:cubicBezTo>
                  <a:pt x="3158" y="5464"/>
                  <a:pt x="3152" y="5464"/>
                  <a:pt x="3146" y="5461"/>
                </a:cubicBezTo>
                <a:cubicBezTo>
                  <a:pt x="3139" y="5459"/>
                  <a:pt x="3135" y="5454"/>
                  <a:pt x="3132" y="5447"/>
                </a:cubicBezTo>
                <a:cubicBezTo>
                  <a:pt x="3129" y="5441"/>
                  <a:pt x="3130" y="5434"/>
                  <a:pt x="3132" y="5428"/>
                </a:cubicBezTo>
                <a:cubicBezTo>
                  <a:pt x="3135" y="5421"/>
                  <a:pt x="3140" y="5417"/>
                  <a:pt x="3146" y="5414"/>
                </a:cubicBezTo>
                <a:lnTo>
                  <a:pt x="3297" y="5356"/>
                </a:lnTo>
                <a:cubicBezTo>
                  <a:pt x="3304" y="5353"/>
                  <a:pt x="3310" y="5353"/>
                  <a:pt x="3316" y="5356"/>
                </a:cubicBezTo>
                <a:cubicBezTo>
                  <a:pt x="3323" y="5359"/>
                  <a:pt x="3327" y="5363"/>
                  <a:pt x="3330" y="5370"/>
                </a:cubicBezTo>
                <a:cubicBezTo>
                  <a:pt x="3333" y="5376"/>
                  <a:pt x="3332" y="5383"/>
                  <a:pt x="3330" y="5389"/>
                </a:cubicBezTo>
                <a:cubicBezTo>
                  <a:pt x="3327" y="5396"/>
                  <a:pt x="3322" y="5400"/>
                  <a:pt x="3316" y="5403"/>
                </a:cubicBezTo>
                <a:moveTo>
                  <a:pt x="2970" y="5534"/>
                </a:moveTo>
                <a:cubicBezTo>
                  <a:pt x="2914" y="5553"/>
                  <a:pt x="2862" y="5570"/>
                  <a:pt x="2813" y="5585"/>
                </a:cubicBezTo>
                <a:cubicBezTo>
                  <a:pt x="2807" y="5587"/>
                  <a:pt x="2800" y="5586"/>
                  <a:pt x="2794" y="5583"/>
                </a:cubicBezTo>
                <a:cubicBezTo>
                  <a:pt x="2788" y="5580"/>
                  <a:pt x="2784" y="5574"/>
                  <a:pt x="2782" y="5568"/>
                </a:cubicBezTo>
                <a:cubicBezTo>
                  <a:pt x="2780" y="5561"/>
                  <a:pt x="2780" y="5555"/>
                  <a:pt x="2784" y="5548"/>
                </a:cubicBezTo>
                <a:cubicBezTo>
                  <a:pt x="2787" y="5542"/>
                  <a:pt x="2792" y="5538"/>
                  <a:pt x="2799" y="5536"/>
                </a:cubicBezTo>
                <a:cubicBezTo>
                  <a:pt x="2847" y="5522"/>
                  <a:pt x="2898" y="5505"/>
                  <a:pt x="2953" y="5486"/>
                </a:cubicBezTo>
                <a:cubicBezTo>
                  <a:pt x="2960" y="5484"/>
                  <a:pt x="2966" y="5484"/>
                  <a:pt x="2973" y="5487"/>
                </a:cubicBezTo>
                <a:cubicBezTo>
                  <a:pt x="2979" y="5490"/>
                  <a:pt x="2983" y="5495"/>
                  <a:pt x="2986" y="5502"/>
                </a:cubicBezTo>
                <a:cubicBezTo>
                  <a:pt x="2988" y="5508"/>
                  <a:pt x="2987" y="5515"/>
                  <a:pt x="2984" y="5521"/>
                </a:cubicBezTo>
                <a:cubicBezTo>
                  <a:pt x="2981" y="5527"/>
                  <a:pt x="2977" y="5532"/>
                  <a:pt x="2970" y="5534"/>
                </a:cubicBezTo>
                <a:moveTo>
                  <a:pt x="2611" y="5636"/>
                </a:moveTo>
                <a:cubicBezTo>
                  <a:pt x="2554" y="5647"/>
                  <a:pt x="2500" y="5654"/>
                  <a:pt x="2449" y="5658"/>
                </a:cubicBezTo>
                <a:cubicBezTo>
                  <a:pt x="2442" y="5659"/>
                  <a:pt x="2436" y="5657"/>
                  <a:pt x="2430" y="5652"/>
                </a:cubicBezTo>
                <a:cubicBezTo>
                  <a:pt x="2425" y="5648"/>
                  <a:pt x="2422" y="5642"/>
                  <a:pt x="2421" y="5635"/>
                </a:cubicBezTo>
                <a:cubicBezTo>
                  <a:pt x="2421" y="5628"/>
                  <a:pt x="2423" y="5622"/>
                  <a:pt x="2427" y="5617"/>
                </a:cubicBezTo>
                <a:cubicBezTo>
                  <a:pt x="2432" y="5611"/>
                  <a:pt x="2438" y="5608"/>
                  <a:pt x="2445" y="5608"/>
                </a:cubicBezTo>
                <a:cubicBezTo>
                  <a:pt x="2494" y="5604"/>
                  <a:pt x="2546" y="5596"/>
                  <a:pt x="2601" y="5586"/>
                </a:cubicBezTo>
                <a:cubicBezTo>
                  <a:pt x="2608" y="5584"/>
                  <a:pt x="2614" y="5585"/>
                  <a:pt x="2620" y="5589"/>
                </a:cubicBezTo>
                <a:cubicBezTo>
                  <a:pt x="2626" y="5593"/>
                  <a:pt x="2630" y="5599"/>
                  <a:pt x="2631" y="5606"/>
                </a:cubicBezTo>
                <a:cubicBezTo>
                  <a:pt x="2632" y="5613"/>
                  <a:pt x="2631" y="5619"/>
                  <a:pt x="2627" y="5625"/>
                </a:cubicBezTo>
                <a:cubicBezTo>
                  <a:pt x="2623" y="5631"/>
                  <a:pt x="2618" y="5634"/>
                  <a:pt x="2611" y="5636"/>
                </a:cubicBezTo>
                <a:moveTo>
                  <a:pt x="2239" y="5653"/>
                </a:moveTo>
                <a:cubicBezTo>
                  <a:pt x="2180" y="5644"/>
                  <a:pt x="2126" y="5628"/>
                  <a:pt x="2077" y="5605"/>
                </a:cubicBezTo>
                <a:cubicBezTo>
                  <a:pt x="2070" y="5602"/>
                  <a:pt x="2066" y="5597"/>
                  <a:pt x="2064" y="5591"/>
                </a:cubicBezTo>
                <a:cubicBezTo>
                  <a:pt x="2061" y="5584"/>
                  <a:pt x="2062" y="5578"/>
                  <a:pt x="2064" y="5571"/>
                </a:cubicBezTo>
                <a:cubicBezTo>
                  <a:pt x="2067" y="5565"/>
                  <a:pt x="2072" y="5561"/>
                  <a:pt x="2079" y="5558"/>
                </a:cubicBezTo>
                <a:cubicBezTo>
                  <a:pt x="2085" y="5556"/>
                  <a:pt x="2092" y="5556"/>
                  <a:pt x="2098" y="5559"/>
                </a:cubicBezTo>
                <a:cubicBezTo>
                  <a:pt x="2143" y="5580"/>
                  <a:pt x="2192" y="5594"/>
                  <a:pt x="2247" y="5603"/>
                </a:cubicBezTo>
                <a:cubicBezTo>
                  <a:pt x="2254" y="5604"/>
                  <a:pt x="2259" y="5607"/>
                  <a:pt x="2263" y="5613"/>
                </a:cubicBezTo>
                <a:cubicBezTo>
                  <a:pt x="2268" y="5618"/>
                  <a:pt x="2269" y="5625"/>
                  <a:pt x="2268" y="5632"/>
                </a:cubicBezTo>
                <a:cubicBezTo>
                  <a:pt x="2267" y="5639"/>
                  <a:pt x="2264" y="5644"/>
                  <a:pt x="2258" y="5648"/>
                </a:cubicBezTo>
                <a:cubicBezTo>
                  <a:pt x="2252" y="5652"/>
                  <a:pt x="2246" y="5654"/>
                  <a:pt x="2239" y="5653"/>
                </a:cubicBezTo>
                <a:moveTo>
                  <a:pt x="1908" y="5477"/>
                </a:moveTo>
                <a:cubicBezTo>
                  <a:pt x="1873" y="5436"/>
                  <a:pt x="1843" y="5389"/>
                  <a:pt x="1818" y="5334"/>
                </a:cubicBezTo>
                <a:cubicBezTo>
                  <a:pt x="1815" y="5328"/>
                  <a:pt x="1815" y="5322"/>
                  <a:pt x="1817" y="5315"/>
                </a:cubicBezTo>
                <a:cubicBezTo>
                  <a:pt x="1820" y="5308"/>
                  <a:pt x="1824" y="5304"/>
                  <a:pt x="1831" y="5301"/>
                </a:cubicBezTo>
                <a:cubicBezTo>
                  <a:pt x="1837" y="5298"/>
                  <a:pt x="1843" y="5297"/>
                  <a:pt x="1850" y="5300"/>
                </a:cubicBezTo>
                <a:cubicBezTo>
                  <a:pt x="1857" y="5302"/>
                  <a:pt x="1861" y="5307"/>
                  <a:pt x="1864" y="5313"/>
                </a:cubicBezTo>
                <a:cubicBezTo>
                  <a:pt x="1887" y="5363"/>
                  <a:pt x="1915" y="5407"/>
                  <a:pt x="1947" y="5444"/>
                </a:cubicBezTo>
                <a:cubicBezTo>
                  <a:pt x="1951" y="5449"/>
                  <a:pt x="1953" y="5456"/>
                  <a:pt x="1953" y="5463"/>
                </a:cubicBezTo>
                <a:cubicBezTo>
                  <a:pt x="1952" y="5470"/>
                  <a:pt x="1949" y="5475"/>
                  <a:pt x="1944" y="5480"/>
                </a:cubicBezTo>
                <a:cubicBezTo>
                  <a:pt x="1939" y="5485"/>
                  <a:pt x="1933" y="5487"/>
                  <a:pt x="1926" y="5486"/>
                </a:cubicBezTo>
                <a:cubicBezTo>
                  <a:pt x="1919" y="5485"/>
                  <a:pt x="1913" y="5483"/>
                  <a:pt x="1908" y="5477"/>
                </a:cubicBezTo>
                <a:moveTo>
                  <a:pt x="1756" y="5135"/>
                </a:moveTo>
                <a:cubicBezTo>
                  <a:pt x="1746" y="5087"/>
                  <a:pt x="1737" y="5033"/>
                  <a:pt x="1730" y="4974"/>
                </a:cubicBezTo>
                <a:cubicBezTo>
                  <a:pt x="1730" y="4967"/>
                  <a:pt x="1731" y="4961"/>
                  <a:pt x="1736" y="4955"/>
                </a:cubicBezTo>
                <a:cubicBezTo>
                  <a:pt x="1740" y="4950"/>
                  <a:pt x="1746" y="4947"/>
                  <a:pt x="1753" y="4946"/>
                </a:cubicBezTo>
                <a:cubicBezTo>
                  <a:pt x="1760" y="4945"/>
                  <a:pt x="1766" y="4947"/>
                  <a:pt x="1772" y="4951"/>
                </a:cubicBezTo>
                <a:cubicBezTo>
                  <a:pt x="1777" y="4956"/>
                  <a:pt x="1780" y="4961"/>
                  <a:pt x="1781" y="4968"/>
                </a:cubicBezTo>
                <a:cubicBezTo>
                  <a:pt x="1788" y="5026"/>
                  <a:pt x="1796" y="5078"/>
                  <a:pt x="1806" y="5125"/>
                </a:cubicBezTo>
                <a:cubicBezTo>
                  <a:pt x="1807" y="5132"/>
                  <a:pt x="1806" y="5138"/>
                  <a:pt x="1802" y="5144"/>
                </a:cubicBezTo>
                <a:cubicBezTo>
                  <a:pt x="1798" y="5150"/>
                  <a:pt x="1793" y="5154"/>
                  <a:pt x="1786" y="5155"/>
                </a:cubicBezTo>
                <a:cubicBezTo>
                  <a:pt x="1779" y="5157"/>
                  <a:pt x="1772" y="5155"/>
                  <a:pt x="1767" y="5152"/>
                </a:cubicBezTo>
                <a:cubicBezTo>
                  <a:pt x="1761" y="5148"/>
                  <a:pt x="1757" y="5142"/>
                  <a:pt x="1756" y="5135"/>
                </a:cubicBezTo>
                <a:moveTo>
                  <a:pt x="1714" y="4769"/>
                </a:moveTo>
                <a:cubicBezTo>
                  <a:pt x="1711" y="4716"/>
                  <a:pt x="1709" y="4660"/>
                  <a:pt x="1708" y="4601"/>
                </a:cubicBezTo>
                <a:cubicBezTo>
                  <a:pt x="1708" y="4594"/>
                  <a:pt x="1710" y="4588"/>
                  <a:pt x="1715" y="4583"/>
                </a:cubicBezTo>
                <a:cubicBezTo>
                  <a:pt x="1720" y="4578"/>
                  <a:pt x="1726" y="4575"/>
                  <a:pt x="1733" y="4575"/>
                </a:cubicBezTo>
                <a:cubicBezTo>
                  <a:pt x="1740" y="4575"/>
                  <a:pt x="1746" y="4577"/>
                  <a:pt x="1751" y="4582"/>
                </a:cubicBezTo>
                <a:cubicBezTo>
                  <a:pt x="1756" y="4587"/>
                  <a:pt x="1759" y="4593"/>
                  <a:pt x="1759" y="4600"/>
                </a:cubicBezTo>
                <a:cubicBezTo>
                  <a:pt x="1760" y="4659"/>
                  <a:pt x="1762" y="4714"/>
                  <a:pt x="1765" y="4766"/>
                </a:cubicBezTo>
                <a:cubicBezTo>
                  <a:pt x="1765" y="4773"/>
                  <a:pt x="1763" y="4779"/>
                  <a:pt x="1758" y="4784"/>
                </a:cubicBezTo>
                <a:cubicBezTo>
                  <a:pt x="1753" y="4790"/>
                  <a:pt x="1748" y="4792"/>
                  <a:pt x="1741" y="4793"/>
                </a:cubicBezTo>
                <a:cubicBezTo>
                  <a:pt x="1734" y="4793"/>
                  <a:pt x="1727" y="4791"/>
                  <a:pt x="1722" y="4786"/>
                </a:cubicBezTo>
                <a:cubicBezTo>
                  <a:pt x="1717" y="4782"/>
                  <a:pt x="1714" y="4776"/>
                  <a:pt x="1714" y="4769"/>
                </a:cubicBezTo>
                <a:moveTo>
                  <a:pt x="1707" y="4400"/>
                </a:moveTo>
                <a:lnTo>
                  <a:pt x="1710" y="4235"/>
                </a:lnTo>
                <a:cubicBezTo>
                  <a:pt x="1711" y="4228"/>
                  <a:pt x="1713" y="4222"/>
                  <a:pt x="1718" y="4217"/>
                </a:cubicBezTo>
                <a:cubicBezTo>
                  <a:pt x="1723" y="4212"/>
                  <a:pt x="1729" y="4210"/>
                  <a:pt x="1736" y="4210"/>
                </a:cubicBezTo>
                <a:cubicBezTo>
                  <a:pt x="1743" y="4210"/>
                  <a:pt x="1749" y="4212"/>
                  <a:pt x="1754" y="4217"/>
                </a:cubicBezTo>
                <a:cubicBezTo>
                  <a:pt x="1759" y="4223"/>
                  <a:pt x="1761" y="4229"/>
                  <a:pt x="1761" y="4236"/>
                </a:cubicBezTo>
                <a:lnTo>
                  <a:pt x="1758" y="4401"/>
                </a:lnTo>
                <a:cubicBezTo>
                  <a:pt x="1758" y="4408"/>
                  <a:pt x="1756" y="4414"/>
                  <a:pt x="1751" y="4418"/>
                </a:cubicBezTo>
                <a:cubicBezTo>
                  <a:pt x="1745" y="4423"/>
                  <a:pt x="1739" y="4426"/>
                  <a:pt x="1732" y="4426"/>
                </a:cubicBezTo>
                <a:cubicBezTo>
                  <a:pt x="1725" y="4425"/>
                  <a:pt x="1719" y="4423"/>
                  <a:pt x="1715" y="4418"/>
                </a:cubicBezTo>
                <a:cubicBezTo>
                  <a:pt x="1710" y="4413"/>
                  <a:pt x="1707" y="4407"/>
                  <a:pt x="1707" y="4400"/>
                </a:cubicBezTo>
                <a:moveTo>
                  <a:pt x="1717" y="4031"/>
                </a:moveTo>
                <a:lnTo>
                  <a:pt x="1725" y="3868"/>
                </a:lnTo>
                <a:cubicBezTo>
                  <a:pt x="1725" y="3861"/>
                  <a:pt x="1728" y="3855"/>
                  <a:pt x="1733" y="3850"/>
                </a:cubicBezTo>
                <a:cubicBezTo>
                  <a:pt x="1739" y="3845"/>
                  <a:pt x="1745" y="3843"/>
                  <a:pt x="1752" y="3843"/>
                </a:cubicBezTo>
                <a:cubicBezTo>
                  <a:pt x="1759" y="3844"/>
                  <a:pt x="1765" y="3847"/>
                  <a:pt x="1769" y="3852"/>
                </a:cubicBezTo>
                <a:cubicBezTo>
                  <a:pt x="1774" y="3857"/>
                  <a:pt x="1776" y="3863"/>
                  <a:pt x="1776" y="3870"/>
                </a:cubicBezTo>
                <a:lnTo>
                  <a:pt x="1768" y="4034"/>
                </a:lnTo>
                <a:cubicBezTo>
                  <a:pt x="1768" y="4041"/>
                  <a:pt x="1765" y="4046"/>
                  <a:pt x="1760" y="4051"/>
                </a:cubicBezTo>
                <a:cubicBezTo>
                  <a:pt x="1755" y="4056"/>
                  <a:pt x="1749" y="4058"/>
                  <a:pt x="1742" y="4058"/>
                </a:cubicBezTo>
                <a:cubicBezTo>
                  <a:pt x="1735" y="4057"/>
                  <a:pt x="1729" y="4055"/>
                  <a:pt x="1724" y="4049"/>
                </a:cubicBezTo>
                <a:cubicBezTo>
                  <a:pt x="1719" y="4044"/>
                  <a:pt x="1717" y="4038"/>
                  <a:pt x="1717" y="4031"/>
                </a:cubicBezTo>
                <a:moveTo>
                  <a:pt x="1737" y="3664"/>
                </a:moveTo>
                <a:lnTo>
                  <a:pt x="1747" y="3502"/>
                </a:lnTo>
                <a:cubicBezTo>
                  <a:pt x="1747" y="3495"/>
                  <a:pt x="1750" y="3489"/>
                  <a:pt x="1755" y="3484"/>
                </a:cubicBezTo>
                <a:cubicBezTo>
                  <a:pt x="1761" y="3479"/>
                  <a:pt x="1767" y="3477"/>
                  <a:pt x="1774" y="3478"/>
                </a:cubicBezTo>
                <a:cubicBezTo>
                  <a:pt x="1781" y="3478"/>
                  <a:pt x="1787" y="3481"/>
                  <a:pt x="1791" y="3486"/>
                </a:cubicBezTo>
                <a:cubicBezTo>
                  <a:pt x="1796" y="3492"/>
                  <a:pt x="1798" y="3498"/>
                  <a:pt x="1798" y="3505"/>
                </a:cubicBezTo>
                <a:lnTo>
                  <a:pt x="1787" y="3667"/>
                </a:lnTo>
                <a:cubicBezTo>
                  <a:pt x="1787" y="3674"/>
                  <a:pt x="1784" y="3680"/>
                  <a:pt x="1779" y="3685"/>
                </a:cubicBezTo>
                <a:cubicBezTo>
                  <a:pt x="1774" y="3689"/>
                  <a:pt x="1767" y="3691"/>
                  <a:pt x="1760" y="3691"/>
                </a:cubicBezTo>
                <a:cubicBezTo>
                  <a:pt x="1753" y="3690"/>
                  <a:pt x="1748" y="3688"/>
                  <a:pt x="1743" y="3682"/>
                </a:cubicBezTo>
                <a:cubicBezTo>
                  <a:pt x="1738" y="3677"/>
                  <a:pt x="1736" y="3671"/>
                  <a:pt x="1737" y="3664"/>
                </a:cubicBezTo>
                <a:moveTo>
                  <a:pt x="1761" y="3300"/>
                </a:moveTo>
                <a:lnTo>
                  <a:pt x="1772" y="3137"/>
                </a:lnTo>
                <a:cubicBezTo>
                  <a:pt x="1773" y="3130"/>
                  <a:pt x="1776" y="3124"/>
                  <a:pt x="1781" y="3120"/>
                </a:cubicBezTo>
                <a:cubicBezTo>
                  <a:pt x="1786" y="3115"/>
                  <a:pt x="1793" y="3113"/>
                  <a:pt x="1800" y="3114"/>
                </a:cubicBezTo>
                <a:cubicBezTo>
                  <a:pt x="1807" y="3114"/>
                  <a:pt x="1812" y="3117"/>
                  <a:pt x="1817" y="3122"/>
                </a:cubicBezTo>
                <a:cubicBezTo>
                  <a:pt x="1822" y="3128"/>
                  <a:pt x="1824" y="3134"/>
                  <a:pt x="1823" y="3141"/>
                </a:cubicBezTo>
                <a:lnTo>
                  <a:pt x="1811" y="3304"/>
                </a:lnTo>
                <a:cubicBezTo>
                  <a:pt x="1811" y="3311"/>
                  <a:pt x="1808" y="3317"/>
                  <a:pt x="1803" y="3321"/>
                </a:cubicBezTo>
                <a:cubicBezTo>
                  <a:pt x="1797" y="3326"/>
                  <a:pt x="1791" y="3328"/>
                  <a:pt x="1784" y="3327"/>
                </a:cubicBezTo>
                <a:cubicBezTo>
                  <a:pt x="1777" y="3327"/>
                  <a:pt x="1771" y="3324"/>
                  <a:pt x="1767" y="3319"/>
                </a:cubicBezTo>
                <a:cubicBezTo>
                  <a:pt x="1762" y="3313"/>
                  <a:pt x="1760" y="3307"/>
                  <a:pt x="1761" y="3300"/>
                </a:cubicBezTo>
                <a:moveTo>
                  <a:pt x="1788" y="2932"/>
                </a:moveTo>
                <a:lnTo>
                  <a:pt x="1795" y="2829"/>
                </a:lnTo>
                <a:lnTo>
                  <a:pt x="1800" y="2767"/>
                </a:lnTo>
                <a:cubicBezTo>
                  <a:pt x="1800" y="2760"/>
                  <a:pt x="1803" y="2755"/>
                  <a:pt x="1809" y="2750"/>
                </a:cubicBezTo>
                <a:cubicBezTo>
                  <a:pt x="1814" y="2746"/>
                  <a:pt x="1820" y="2743"/>
                  <a:pt x="1827" y="2744"/>
                </a:cubicBezTo>
                <a:cubicBezTo>
                  <a:pt x="1834" y="2745"/>
                  <a:pt x="1840" y="2747"/>
                  <a:pt x="1845" y="2753"/>
                </a:cubicBezTo>
                <a:cubicBezTo>
                  <a:pt x="1849" y="2758"/>
                  <a:pt x="1851" y="2764"/>
                  <a:pt x="1851" y="2771"/>
                </a:cubicBezTo>
                <a:lnTo>
                  <a:pt x="1846" y="2833"/>
                </a:lnTo>
                <a:lnTo>
                  <a:pt x="1838" y="2936"/>
                </a:lnTo>
                <a:cubicBezTo>
                  <a:pt x="1838" y="2943"/>
                  <a:pt x="1835" y="2949"/>
                  <a:pt x="1830" y="2953"/>
                </a:cubicBezTo>
                <a:cubicBezTo>
                  <a:pt x="1824" y="2958"/>
                  <a:pt x="1818" y="2960"/>
                  <a:pt x="1811" y="2959"/>
                </a:cubicBezTo>
                <a:cubicBezTo>
                  <a:pt x="1804" y="2959"/>
                  <a:pt x="1798" y="2956"/>
                  <a:pt x="1794" y="2951"/>
                </a:cubicBezTo>
                <a:cubicBezTo>
                  <a:pt x="1789" y="2945"/>
                  <a:pt x="1787" y="2939"/>
                  <a:pt x="1788" y="2932"/>
                </a:cubicBezTo>
                <a:moveTo>
                  <a:pt x="1815" y="2562"/>
                </a:moveTo>
                <a:lnTo>
                  <a:pt x="1827" y="2398"/>
                </a:lnTo>
                <a:cubicBezTo>
                  <a:pt x="1828" y="2391"/>
                  <a:pt x="1830" y="2385"/>
                  <a:pt x="1836" y="2381"/>
                </a:cubicBezTo>
                <a:cubicBezTo>
                  <a:pt x="1841" y="2376"/>
                  <a:pt x="1847" y="2374"/>
                  <a:pt x="1854" y="2374"/>
                </a:cubicBezTo>
                <a:cubicBezTo>
                  <a:pt x="1861" y="2375"/>
                  <a:pt x="1867" y="2378"/>
                  <a:pt x="1872" y="2383"/>
                </a:cubicBezTo>
                <a:cubicBezTo>
                  <a:pt x="1876" y="2389"/>
                  <a:pt x="1878" y="2395"/>
                  <a:pt x="1878" y="2402"/>
                </a:cubicBezTo>
                <a:lnTo>
                  <a:pt x="1866" y="2566"/>
                </a:lnTo>
                <a:cubicBezTo>
                  <a:pt x="1865" y="2573"/>
                  <a:pt x="1863" y="2579"/>
                  <a:pt x="1857" y="2583"/>
                </a:cubicBezTo>
                <a:cubicBezTo>
                  <a:pt x="1852" y="2588"/>
                  <a:pt x="1846" y="2590"/>
                  <a:pt x="1839" y="2590"/>
                </a:cubicBezTo>
                <a:cubicBezTo>
                  <a:pt x="1832" y="2589"/>
                  <a:pt x="1826" y="2586"/>
                  <a:pt x="1821" y="2581"/>
                </a:cubicBezTo>
                <a:cubicBezTo>
                  <a:pt x="1817" y="2575"/>
                  <a:pt x="1815" y="2569"/>
                  <a:pt x="1815" y="2562"/>
                </a:cubicBezTo>
                <a:moveTo>
                  <a:pt x="1841" y="2196"/>
                </a:moveTo>
                <a:lnTo>
                  <a:pt x="1851" y="2035"/>
                </a:lnTo>
                <a:cubicBezTo>
                  <a:pt x="1852" y="2028"/>
                  <a:pt x="1855" y="2023"/>
                  <a:pt x="1860" y="2018"/>
                </a:cubicBezTo>
                <a:cubicBezTo>
                  <a:pt x="1865" y="2013"/>
                  <a:pt x="1871" y="2011"/>
                  <a:pt x="1878" y="2012"/>
                </a:cubicBezTo>
                <a:cubicBezTo>
                  <a:pt x="1885" y="2012"/>
                  <a:pt x="1891" y="2015"/>
                  <a:pt x="1896" y="2020"/>
                </a:cubicBezTo>
                <a:cubicBezTo>
                  <a:pt x="1901" y="2026"/>
                  <a:pt x="1903" y="2032"/>
                  <a:pt x="1902" y="2039"/>
                </a:cubicBezTo>
                <a:lnTo>
                  <a:pt x="1892" y="2200"/>
                </a:lnTo>
                <a:cubicBezTo>
                  <a:pt x="1891" y="2207"/>
                  <a:pt x="1888" y="2212"/>
                  <a:pt x="1883" y="2217"/>
                </a:cubicBezTo>
                <a:cubicBezTo>
                  <a:pt x="1878" y="2222"/>
                  <a:pt x="1872" y="2224"/>
                  <a:pt x="1865" y="2223"/>
                </a:cubicBezTo>
                <a:cubicBezTo>
                  <a:pt x="1858" y="2223"/>
                  <a:pt x="1852" y="2220"/>
                  <a:pt x="1847" y="2215"/>
                </a:cubicBezTo>
                <a:cubicBezTo>
                  <a:pt x="1843" y="2210"/>
                  <a:pt x="1841" y="2203"/>
                  <a:pt x="1841" y="2196"/>
                </a:cubicBezTo>
                <a:moveTo>
                  <a:pt x="1863" y="1831"/>
                </a:moveTo>
                <a:lnTo>
                  <a:pt x="1871" y="1669"/>
                </a:lnTo>
                <a:cubicBezTo>
                  <a:pt x="1872" y="1662"/>
                  <a:pt x="1874" y="1656"/>
                  <a:pt x="1880" y="1652"/>
                </a:cubicBezTo>
                <a:cubicBezTo>
                  <a:pt x="1885" y="1647"/>
                  <a:pt x="1891" y="1645"/>
                  <a:pt x="1898" y="1645"/>
                </a:cubicBezTo>
                <a:cubicBezTo>
                  <a:pt x="1905" y="1645"/>
                  <a:pt x="1911" y="1648"/>
                  <a:pt x="1915" y="1653"/>
                </a:cubicBezTo>
                <a:cubicBezTo>
                  <a:pt x="1920" y="1659"/>
                  <a:pt x="1922" y="1665"/>
                  <a:pt x="1922" y="1672"/>
                </a:cubicBezTo>
                <a:lnTo>
                  <a:pt x="1914" y="1834"/>
                </a:lnTo>
                <a:cubicBezTo>
                  <a:pt x="1914" y="1841"/>
                  <a:pt x="1911" y="1847"/>
                  <a:pt x="1906" y="1851"/>
                </a:cubicBezTo>
                <a:cubicBezTo>
                  <a:pt x="1901" y="1856"/>
                  <a:pt x="1894" y="1858"/>
                  <a:pt x="1887" y="1858"/>
                </a:cubicBezTo>
                <a:cubicBezTo>
                  <a:pt x="1880" y="1858"/>
                  <a:pt x="1874" y="1855"/>
                  <a:pt x="1870" y="1850"/>
                </a:cubicBezTo>
                <a:cubicBezTo>
                  <a:pt x="1865" y="1844"/>
                  <a:pt x="1863" y="1838"/>
                  <a:pt x="1863" y="1831"/>
                </a:cubicBezTo>
                <a:moveTo>
                  <a:pt x="1879" y="1465"/>
                </a:moveTo>
                <a:lnTo>
                  <a:pt x="1883" y="1302"/>
                </a:lnTo>
                <a:cubicBezTo>
                  <a:pt x="1883" y="1295"/>
                  <a:pt x="1885" y="1289"/>
                  <a:pt x="1890" y="1284"/>
                </a:cubicBezTo>
                <a:cubicBezTo>
                  <a:pt x="1895" y="1279"/>
                  <a:pt x="1902" y="1277"/>
                  <a:pt x="1909" y="1277"/>
                </a:cubicBezTo>
                <a:cubicBezTo>
                  <a:pt x="1916" y="1277"/>
                  <a:pt x="1922" y="1280"/>
                  <a:pt x="1926" y="1285"/>
                </a:cubicBezTo>
                <a:cubicBezTo>
                  <a:pt x="1931" y="1290"/>
                  <a:pt x="1934" y="1296"/>
                  <a:pt x="1933" y="1303"/>
                </a:cubicBezTo>
                <a:lnTo>
                  <a:pt x="1930" y="1466"/>
                </a:lnTo>
                <a:cubicBezTo>
                  <a:pt x="1930" y="1473"/>
                  <a:pt x="1927" y="1479"/>
                  <a:pt x="1922" y="1484"/>
                </a:cubicBezTo>
                <a:cubicBezTo>
                  <a:pt x="1917" y="1489"/>
                  <a:pt x="1911" y="1491"/>
                  <a:pt x="1904" y="1491"/>
                </a:cubicBezTo>
                <a:cubicBezTo>
                  <a:pt x="1897" y="1491"/>
                  <a:pt x="1891" y="1489"/>
                  <a:pt x="1886" y="1483"/>
                </a:cubicBezTo>
                <a:cubicBezTo>
                  <a:pt x="1881" y="1478"/>
                  <a:pt x="1879" y="1472"/>
                  <a:pt x="1879" y="1465"/>
                </a:cubicBezTo>
                <a:moveTo>
                  <a:pt x="1883" y="1101"/>
                </a:moveTo>
                <a:cubicBezTo>
                  <a:pt x="1882" y="1042"/>
                  <a:pt x="1881" y="987"/>
                  <a:pt x="1879" y="935"/>
                </a:cubicBezTo>
                <a:cubicBezTo>
                  <a:pt x="1878" y="928"/>
                  <a:pt x="1880" y="922"/>
                  <a:pt x="1885" y="917"/>
                </a:cubicBezTo>
                <a:cubicBezTo>
                  <a:pt x="1890" y="912"/>
                  <a:pt x="1896" y="909"/>
                  <a:pt x="1903" y="909"/>
                </a:cubicBezTo>
                <a:cubicBezTo>
                  <a:pt x="1910" y="908"/>
                  <a:pt x="1916" y="911"/>
                  <a:pt x="1921" y="915"/>
                </a:cubicBezTo>
                <a:cubicBezTo>
                  <a:pt x="1926" y="920"/>
                  <a:pt x="1929" y="926"/>
                  <a:pt x="1929" y="933"/>
                </a:cubicBezTo>
                <a:cubicBezTo>
                  <a:pt x="1932" y="986"/>
                  <a:pt x="1933" y="1041"/>
                  <a:pt x="1934" y="1100"/>
                </a:cubicBezTo>
                <a:cubicBezTo>
                  <a:pt x="1934" y="1107"/>
                  <a:pt x="1931" y="1113"/>
                  <a:pt x="1927" y="1118"/>
                </a:cubicBezTo>
                <a:cubicBezTo>
                  <a:pt x="1922" y="1123"/>
                  <a:pt x="1916" y="1126"/>
                  <a:pt x="1909" y="1126"/>
                </a:cubicBezTo>
                <a:cubicBezTo>
                  <a:pt x="1902" y="1126"/>
                  <a:pt x="1896" y="1123"/>
                  <a:pt x="1891" y="1119"/>
                </a:cubicBezTo>
                <a:cubicBezTo>
                  <a:pt x="1886" y="1114"/>
                  <a:pt x="1883" y="1108"/>
                  <a:pt x="1883" y="1101"/>
                </a:cubicBezTo>
                <a:moveTo>
                  <a:pt x="1865" y="734"/>
                </a:moveTo>
                <a:cubicBezTo>
                  <a:pt x="1859" y="677"/>
                  <a:pt x="1852" y="625"/>
                  <a:pt x="1844" y="578"/>
                </a:cubicBezTo>
                <a:cubicBezTo>
                  <a:pt x="1843" y="571"/>
                  <a:pt x="1844" y="565"/>
                  <a:pt x="1848" y="559"/>
                </a:cubicBezTo>
                <a:cubicBezTo>
                  <a:pt x="1852" y="553"/>
                  <a:pt x="1858" y="550"/>
                  <a:pt x="1865" y="548"/>
                </a:cubicBezTo>
                <a:cubicBezTo>
                  <a:pt x="1871" y="547"/>
                  <a:pt x="1878" y="549"/>
                  <a:pt x="1884" y="553"/>
                </a:cubicBezTo>
                <a:cubicBezTo>
                  <a:pt x="1889" y="557"/>
                  <a:pt x="1893" y="562"/>
                  <a:pt x="1894" y="569"/>
                </a:cubicBezTo>
                <a:cubicBezTo>
                  <a:pt x="1902" y="618"/>
                  <a:pt x="1910" y="671"/>
                  <a:pt x="1915" y="729"/>
                </a:cubicBezTo>
                <a:cubicBezTo>
                  <a:pt x="1916" y="736"/>
                  <a:pt x="1914" y="742"/>
                  <a:pt x="1910" y="748"/>
                </a:cubicBezTo>
                <a:cubicBezTo>
                  <a:pt x="1905" y="753"/>
                  <a:pt x="1900" y="756"/>
                  <a:pt x="1893" y="757"/>
                </a:cubicBezTo>
                <a:cubicBezTo>
                  <a:pt x="1886" y="758"/>
                  <a:pt x="1879" y="756"/>
                  <a:pt x="1874" y="751"/>
                </a:cubicBezTo>
                <a:cubicBezTo>
                  <a:pt x="1869" y="747"/>
                  <a:pt x="1865" y="741"/>
                  <a:pt x="1865" y="734"/>
                </a:cubicBezTo>
                <a:moveTo>
                  <a:pt x="1793" y="386"/>
                </a:moveTo>
                <a:cubicBezTo>
                  <a:pt x="1773" y="334"/>
                  <a:pt x="1748" y="288"/>
                  <a:pt x="1719" y="248"/>
                </a:cubicBezTo>
                <a:cubicBezTo>
                  <a:pt x="1715" y="242"/>
                  <a:pt x="1714" y="236"/>
                  <a:pt x="1715" y="229"/>
                </a:cubicBezTo>
                <a:cubicBezTo>
                  <a:pt x="1716" y="222"/>
                  <a:pt x="1719" y="217"/>
                  <a:pt x="1725" y="212"/>
                </a:cubicBezTo>
                <a:cubicBezTo>
                  <a:pt x="1731" y="208"/>
                  <a:pt x="1737" y="207"/>
                  <a:pt x="1744" y="208"/>
                </a:cubicBezTo>
                <a:cubicBezTo>
                  <a:pt x="1751" y="209"/>
                  <a:pt x="1756" y="212"/>
                  <a:pt x="1760" y="218"/>
                </a:cubicBezTo>
                <a:cubicBezTo>
                  <a:pt x="1792" y="261"/>
                  <a:pt x="1819" y="311"/>
                  <a:pt x="1841" y="367"/>
                </a:cubicBezTo>
                <a:cubicBezTo>
                  <a:pt x="1843" y="374"/>
                  <a:pt x="1843" y="381"/>
                  <a:pt x="1840" y="387"/>
                </a:cubicBezTo>
                <a:cubicBezTo>
                  <a:pt x="1838" y="393"/>
                  <a:pt x="1833" y="398"/>
                  <a:pt x="1826" y="400"/>
                </a:cubicBezTo>
                <a:cubicBezTo>
                  <a:pt x="1820" y="403"/>
                  <a:pt x="1813" y="403"/>
                  <a:pt x="1807" y="400"/>
                </a:cubicBezTo>
                <a:cubicBezTo>
                  <a:pt x="1800" y="397"/>
                  <a:pt x="1796" y="393"/>
                  <a:pt x="1793" y="386"/>
                </a:cubicBezTo>
                <a:moveTo>
                  <a:pt x="1577" y="120"/>
                </a:moveTo>
                <a:cubicBezTo>
                  <a:pt x="1534" y="95"/>
                  <a:pt x="1486" y="77"/>
                  <a:pt x="1433" y="65"/>
                </a:cubicBezTo>
                <a:cubicBezTo>
                  <a:pt x="1426" y="64"/>
                  <a:pt x="1421" y="60"/>
                  <a:pt x="1417" y="54"/>
                </a:cubicBezTo>
                <a:cubicBezTo>
                  <a:pt x="1413" y="48"/>
                  <a:pt x="1412" y="42"/>
                  <a:pt x="1414" y="35"/>
                </a:cubicBezTo>
                <a:cubicBezTo>
                  <a:pt x="1415" y="28"/>
                  <a:pt x="1419" y="23"/>
                  <a:pt x="1425" y="19"/>
                </a:cubicBezTo>
                <a:cubicBezTo>
                  <a:pt x="1431" y="15"/>
                  <a:pt x="1437" y="14"/>
                  <a:pt x="1444" y="15"/>
                </a:cubicBezTo>
                <a:cubicBezTo>
                  <a:pt x="1502" y="28"/>
                  <a:pt x="1555" y="48"/>
                  <a:pt x="1603" y="75"/>
                </a:cubicBezTo>
                <a:cubicBezTo>
                  <a:pt x="1609" y="79"/>
                  <a:pt x="1613" y="84"/>
                  <a:pt x="1615" y="91"/>
                </a:cubicBezTo>
                <a:cubicBezTo>
                  <a:pt x="1616" y="98"/>
                  <a:pt x="1616" y="104"/>
                  <a:pt x="1612" y="110"/>
                </a:cubicBezTo>
                <a:cubicBezTo>
                  <a:pt x="1609" y="116"/>
                  <a:pt x="1604" y="120"/>
                  <a:pt x="1597" y="122"/>
                </a:cubicBezTo>
                <a:cubicBezTo>
                  <a:pt x="1590" y="124"/>
                  <a:pt x="1584" y="123"/>
                  <a:pt x="1577" y="120"/>
                </a:cubicBezTo>
                <a:moveTo>
                  <a:pt x="1236" y="51"/>
                </a:moveTo>
                <a:cubicBezTo>
                  <a:pt x="1187" y="53"/>
                  <a:pt x="1135" y="58"/>
                  <a:pt x="1079" y="68"/>
                </a:cubicBezTo>
                <a:cubicBezTo>
                  <a:pt x="1072" y="69"/>
                  <a:pt x="1066" y="68"/>
                  <a:pt x="1060" y="64"/>
                </a:cubicBezTo>
                <a:cubicBezTo>
                  <a:pt x="1054" y="60"/>
                  <a:pt x="1051" y="54"/>
                  <a:pt x="1050" y="47"/>
                </a:cubicBezTo>
                <a:cubicBezTo>
                  <a:pt x="1049" y="40"/>
                  <a:pt x="1050" y="34"/>
                  <a:pt x="1054" y="28"/>
                </a:cubicBezTo>
                <a:cubicBezTo>
                  <a:pt x="1058" y="22"/>
                  <a:pt x="1064" y="19"/>
                  <a:pt x="1071" y="18"/>
                </a:cubicBezTo>
                <a:cubicBezTo>
                  <a:pt x="1128" y="8"/>
                  <a:pt x="1183" y="2"/>
                  <a:pt x="1234" y="0"/>
                </a:cubicBezTo>
                <a:cubicBezTo>
                  <a:pt x="1241" y="-1"/>
                  <a:pt x="1247" y="2"/>
                  <a:pt x="1252" y="6"/>
                </a:cubicBezTo>
                <a:cubicBezTo>
                  <a:pt x="1258" y="11"/>
                  <a:pt x="1260" y="17"/>
                  <a:pt x="1261" y="24"/>
                </a:cubicBezTo>
                <a:cubicBezTo>
                  <a:pt x="1261" y="31"/>
                  <a:pt x="1259" y="37"/>
                  <a:pt x="1254" y="42"/>
                </a:cubicBezTo>
                <a:cubicBezTo>
                  <a:pt x="1249" y="48"/>
                  <a:pt x="1243" y="50"/>
                  <a:pt x="1236" y="51"/>
                </a:cubicBezTo>
                <a:moveTo>
                  <a:pt x="881" y="113"/>
                </a:moveTo>
                <a:cubicBezTo>
                  <a:pt x="832" y="127"/>
                  <a:pt x="781" y="143"/>
                  <a:pt x="726" y="161"/>
                </a:cubicBezTo>
                <a:cubicBezTo>
                  <a:pt x="719" y="164"/>
                  <a:pt x="713" y="163"/>
                  <a:pt x="706" y="160"/>
                </a:cubicBezTo>
                <a:cubicBezTo>
                  <a:pt x="700" y="157"/>
                  <a:pt x="696" y="152"/>
                  <a:pt x="694" y="145"/>
                </a:cubicBezTo>
                <a:cubicBezTo>
                  <a:pt x="691" y="139"/>
                  <a:pt x="692" y="132"/>
                  <a:pt x="695" y="126"/>
                </a:cubicBezTo>
                <a:cubicBezTo>
                  <a:pt x="698" y="120"/>
                  <a:pt x="703" y="115"/>
                  <a:pt x="710" y="113"/>
                </a:cubicBezTo>
                <a:cubicBezTo>
                  <a:pt x="765" y="94"/>
                  <a:pt x="818" y="78"/>
                  <a:pt x="867" y="64"/>
                </a:cubicBezTo>
                <a:cubicBezTo>
                  <a:pt x="874" y="62"/>
                  <a:pt x="880" y="63"/>
                  <a:pt x="886" y="67"/>
                </a:cubicBezTo>
                <a:cubicBezTo>
                  <a:pt x="892" y="70"/>
                  <a:pt x="896" y="75"/>
                  <a:pt x="898" y="82"/>
                </a:cubicBezTo>
                <a:cubicBezTo>
                  <a:pt x="900" y="89"/>
                  <a:pt x="899" y="95"/>
                  <a:pt x="896" y="101"/>
                </a:cubicBezTo>
                <a:cubicBezTo>
                  <a:pt x="893" y="107"/>
                  <a:pt x="887" y="111"/>
                  <a:pt x="881" y="113"/>
                </a:cubicBezTo>
                <a:moveTo>
                  <a:pt x="533" y="231"/>
                </a:moveTo>
                <a:lnTo>
                  <a:pt x="383" y="290"/>
                </a:lnTo>
                <a:cubicBezTo>
                  <a:pt x="377" y="292"/>
                  <a:pt x="370" y="292"/>
                  <a:pt x="364" y="289"/>
                </a:cubicBezTo>
                <a:cubicBezTo>
                  <a:pt x="357" y="286"/>
                  <a:pt x="353" y="282"/>
                  <a:pt x="350" y="275"/>
                </a:cubicBezTo>
                <a:cubicBezTo>
                  <a:pt x="348" y="269"/>
                  <a:pt x="348" y="262"/>
                  <a:pt x="351" y="256"/>
                </a:cubicBezTo>
                <a:cubicBezTo>
                  <a:pt x="353" y="249"/>
                  <a:pt x="358" y="245"/>
                  <a:pt x="365" y="242"/>
                </a:cubicBezTo>
                <a:lnTo>
                  <a:pt x="514" y="184"/>
                </a:lnTo>
                <a:cubicBezTo>
                  <a:pt x="521" y="181"/>
                  <a:pt x="527" y="182"/>
                  <a:pt x="534" y="184"/>
                </a:cubicBezTo>
                <a:cubicBezTo>
                  <a:pt x="540" y="187"/>
                  <a:pt x="545" y="192"/>
                  <a:pt x="547" y="198"/>
                </a:cubicBezTo>
                <a:cubicBezTo>
                  <a:pt x="550" y="205"/>
                  <a:pt x="550" y="212"/>
                  <a:pt x="547" y="218"/>
                </a:cubicBezTo>
                <a:cubicBezTo>
                  <a:pt x="544" y="224"/>
                  <a:pt x="539" y="229"/>
                  <a:pt x="533" y="231"/>
                </a:cubicBezTo>
                <a:moveTo>
                  <a:pt x="188" y="364"/>
                </a:moveTo>
                <a:cubicBezTo>
                  <a:pt x="121" y="387"/>
                  <a:pt x="68" y="402"/>
                  <a:pt x="29" y="408"/>
                </a:cubicBezTo>
                <a:cubicBezTo>
                  <a:pt x="22" y="409"/>
                  <a:pt x="16" y="408"/>
                  <a:pt x="10" y="403"/>
                </a:cubicBezTo>
                <a:cubicBezTo>
                  <a:pt x="5" y="399"/>
                  <a:pt x="1" y="394"/>
                  <a:pt x="0" y="387"/>
                </a:cubicBezTo>
                <a:cubicBezTo>
                  <a:pt x="-1" y="380"/>
                  <a:pt x="1" y="374"/>
                  <a:pt x="5" y="368"/>
                </a:cubicBezTo>
                <a:cubicBezTo>
                  <a:pt x="9" y="362"/>
                  <a:pt x="14" y="359"/>
                  <a:pt x="21" y="358"/>
                </a:cubicBezTo>
                <a:cubicBezTo>
                  <a:pt x="57" y="352"/>
                  <a:pt x="107" y="338"/>
                  <a:pt x="171" y="316"/>
                </a:cubicBezTo>
                <a:cubicBezTo>
                  <a:pt x="178" y="313"/>
                  <a:pt x="184" y="314"/>
                  <a:pt x="191" y="317"/>
                </a:cubicBezTo>
                <a:cubicBezTo>
                  <a:pt x="197" y="320"/>
                  <a:pt x="201" y="325"/>
                  <a:pt x="204" y="331"/>
                </a:cubicBezTo>
                <a:cubicBezTo>
                  <a:pt x="206" y="338"/>
                  <a:pt x="206" y="344"/>
                  <a:pt x="203" y="351"/>
                </a:cubicBezTo>
                <a:cubicBezTo>
                  <a:pt x="200" y="357"/>
                  <a:pt x="195" y="361"/>
                  <a:pt x="188" y="364"/>
                </a:cubicBezTo>
                <a:close/>
              </a:path>
            </a:pathLst>
          </a:custGeom>
          <a:solidFill>
            <a:srgbClr val="1971C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2811600" y="2181600"/>
            <a:ext cx="173520" cy="135720"/>
          </a:xfrm>
          <a:custGeom>
            <a:avLst/>
            <a:gdLst/>
            <a:ahLst/>
            <a:rect l="0" t="0" r="r" b="b"/>
            <a:pathLst>
              <a:path fill="none" w="482" h="377">
                <a:moveTo>
                  <a:pt x="482" y="0"/>
                </a:moveTo>
                <a:cubicBezTo>
                  <a:pt x="386" y="75"/>
                  <a:pt x="289" y="151"/>
                  <a:pt x="0" y="377"/>
                </a:cubicBezTo>
              </a:path>
            </a:pathLst>
          </a:custGeom>
          <a:ln cap="rnd" w="18000">
            <a:solidFill>
              <a:srgbClr val="1971C2"/>
            </a:solidFill>
            <a:miter/>
          </a:ln>
        </p:spPr>
        <p:txBody>
          <a:bodyPr lIns="9000" tIns="9000" rIns="9000" bIns="90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2811600" y="2316960"/>
            <a:ext cx="219960" cy="7920"/>
          </a:xfrm>
          <a:custGeom>
            <a:avLst/>
            <a:gdLst/>
            <a:ahLst/>
            <a:rect l="0" t="0" r="r" b="b"/>
            <a:pathLst>
              <a:path fill="none" w="611" h="22">
                <a:moveTo>
                  <a:pt x="611" y="22"/>
                </a:moveTo>
                <a:cubicBezTo>
                  <a:pt x="489" y="18"/>
                  <a:pt x="366" y="13"/>
                  <a:pt x="0" y="0"/>
                </a:cubicBezTo>
              </a:path>
            </a:pathLst>
          </a:custGeom>
          <a:ln cap="rnd" w="18000">
            <a:solidFill>
              <a:srgbClr val="1971C2"/>
            </a:solidFill>
            <a:miter/>
          </a:ln>
        </p:spPr>
        <p:txBody>
          <a:bodyPr lIns="9000" tIns="-1080" rIns="9000" bIns="-10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9357120" y="6269400"/>
            <a:ext cx="109224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750" b="0" u="none" strike="noStrike">
                <a:solidFill>
                  <a:srgbClr val="1E1E1E"/>
                </a:solidFill>
                <a:effectLst/>
                <a:uFillTx/>
                <a:latin typeface="Virgil3YOFF"/>
                <a:ea typeface="Virgil3YOFF"/>
              </a:rPr>
              <a:t>with outcome + resolution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2225160" y="4008600"/>
            <a:ext cx="220320" cy="1052280"/>
          </a:xfrm>
          <a:custGeom>
            <a:avLst/>
            <a:gdLst/>
            <a:ahLst/>
            <a:rect l="0" t="0" r="r" b="b"/>
            <a:pathLst>
              <a:path fill="none" w="612" h="2923">
                <a:moveTo>
                  <a:pt x="0" y="189"/>
                </a:moveTo>
                <a:cubicBezTo>
                  <a:pt x="51" y="189"/>
                  <a:pt x="255" y="-236"/>
                  <a:pt x="306" y="189"/>
                </a:cubicBezTo>
                <a:cubicBezTo>
                  <a:pt x="357" y="613"/>
                  <a:pt x="255" y="2311"/>
                  <a:pt x="306" y="2735"/>
                </a:cubicBezTo>
                <a:cubicBezTo>
                  <a:pt x="357" y="3159"/>
                  <a:pt x="561" y="2735"/>
                  <a:pt x="612" y="2735"/>
                </a:cubicBezTo>
                <a:moveTo>
                  <a:pt x="0" y="189"/>
                </a:moveTo>
                <a:cubicBezTo>
                  <a:pt x="51" y="189"/>
                  <a:pt x="255" y="-236"/>
                  <a:pt x="306" y="189"/>
                </a:cubicBezTo>
                <a:cubicBezTo>
                  <a:pt x="357" y="613"/>
                  <a:pt x="255" y="2311"/>
                  <a:pt x="306" y="2735"/>
                </a:cubicBezTo>
                <a:cubicBezTo>
                  <a:pt x="357" y="3159"/>
                  <a:pt x="561" y="2735"/>
                  <a:pt x="612" y="2735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2422080" y="4992840"/>
            <a:ext cx="23400" cy="50400"/>
          </a:xfrm>
          <a:custGeom>
            <a:avLst/>
            <a:gdLst/>
            <a:ahLst/>
            <a:rect l="0" t="0" r="r" b="b"/>
            <a:pathLst>
              <a:path fill="none" w="65" h="140">
                <a:moveTo>
                  <a:pt x="0" y="140"/>
                </a:moveTo>
                <a:cubicBezTo>
                  <a:pt x="13" y="111"/>
                  <a:pt x="26" y="83"/>
                  <a:pt x="65" y="0"/>
                </a:cubicBezTo>
                <a:moveTo>
                  <a:pt x="0" y="140"/>
                </a:moveTo>
                <a:cubicBezTo>
                  <a:pt x="13" y="110"/>
                  <a:pt x="26" y="82"/>
                  <a:pt x="65" y="0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2395440" y="4992840"/>
            <a:ext cx="50040" cy="24120"/>
          </a:xfrm>
          <a:custGeom>
            <a:avLst/>
            <a:gdLst/>
            <a:ahLst/>
            <a:rect l="0" t="0" r="r" b="b"/>
            <a:pathLst>
              <a:path fill="none" w="139" h="67">
                <a:moveTo>
                  <a:pt x="0" y="67"/>
                </a:moveTo>
                <a:cubicBezTo>
                  <a:pt x="27" y="54"/>
                  <a:pt x="55" y="40"/>
                  <a:pt x="139" y="0"/>
                </a:cubicBezTo>
                <a:moveTo>
                  <a:pt x="0" y="67"/>
                </a:moveTo>
                <a:cubicBezTo>
                  <a:pt x="28" y="53"/>
                  <a:pt x="57" y="40"/>
                  <a:pt x="139" y="0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/>
          <p:nvPr/>
        </p:nvSpPr>
        <p:spPr>
          <a:xfrm>
            <a:off x="3911040" y="4992840"/>
            <a:ext cx="219960" cy="0"/>
          </a:xfrm>
          <a:custGeom>
            <a:avLst/>
            <a:gdLst/>
            <a:ahLst/>
            <a:rect l="0" t="0" r="r" b="b"/>
            <a:pathLst>
              <a:path fill="none" w="611" h="0">
                <a:moveTo>
                  <a:pt x="0" y="0"/>
                </a:moveTo>
                <a:cubicBezTo>
                  <a:pt x="51" y="0"/>
                  <a:pt x="255" y="0"/>
                  <a:pt x="306" y="0"/>
                </a:cubicBezTo>
                <a:cubicBezTo>
                  <a:pt x="357" y="0"/>
                  <a:pt x="255" y="0"/>
                  <a:pt x="306" y="0"/>
                </a:cubicBezTo>
                <a:cubicBezTo>
                  <a:pt x="357" y="0"/>
                  <a:pt x="560" y="0"/>
                  <a:pt x="611" y="0"/>
                </a:cubicBezTo>
                <a:moveTo>
                  <a:pt x="0" y="0"/>
                </a:moveTo>
                <a:cubicBezTo>
                  <a:pt x="51" y="0"/>
                  <a:pt x="255" y="0"/>
                  <a:pt x="306" y="0"/>
                </a:cubicBezTo>
                <a:cubicBezTo>
                  <a:pt x="357" y="0"/>
                  <a:pt x="255" y="0"/>
                  <a:pt x="306" y="0"/>
                </a:cubicBezTo>
                <a:cubicBezTo>
                  <a:pt x="357" y="0"/>
                  <a:pt x="560" y="0"/>
                  <a:pt x="611" y="0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-7200" rIns="7200" bIns="-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/>
          <p:nvPr/>
        </p:nvSpPr>
        <p:spPr>
          <a:xfrm>
            <a:off x="4079520" y="4992840"/>
            <a:ext cx="51840" cy="19080"/>
          </a:xfrm>
          <a:custGeom>
            <a:avLst/>
            <a:gdLst/>
            <a:ahLst/>
            <a:rect l="0" t="0" r="r" b="b"/>
            <a:pathLst>
              <a:path fill="none" w="144" h="53">
                <a:moveTo>
                  <a:pt x="0" y="53"/>
                </a:moveTo>
                <a:cubicBezTo>
                  <a:pt x="29" y="43"/>
                  <a:pt x="58" y="31"/>
                  <a:pt x="144" y="0"/>
                </a:cubicBezTo>
                <a:moveTo>
                  <a:pt x="0" y="53"/>
                </a:moveTo>
                <a:cubicBezTo>
                  <a:pt x="32" y="40"/>
                  <a:pt x="66" y="28"/>
                  <a:pt x="144" y="0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4079520" y="4974120"/>
            <a:ext cx="51840" cy="19080"/>
          </a:xfrm>
          <a:custGeom>
            <a:avLst/>
            <a:gdLst/>
            <a:ahLst/>
            <a:rect l="0" t="0" r="r" b="b"/>
            <a:pathLst>
              <a:path fill="none" w="144" h="53">
                <a:moveTo>
                  <a:pt x="0" y="0"/>
                </a:moveTo>
                <a:cubicBezTo>
                  <a:pt x="29" y="10"/>
                  <a:pt x="58" y="21"/>
                  <a:pt x="144" y="53"/>
                </a:cubicBezTo>
                <a:moveTo>
                  <a:pt x="0" y="0"/>
                </a:moveTo>
                <a:cubicBezTo>
                  <a:pt x="32" y="12"/>
                  <a:pt x="66" y="23"/>
                  <a:pt x="144" y="53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5743800" y="4992840"/>
            <a:ext cx="219960" cy="0"/>
          </a:xfrm>
          <a:custGeom>
            <a:avLst/>
            <a:gdLst/>
            <a:ahLst/>
            <a:rect l="0" t="0" r="r" b="b"/>
            <a:pathLst>
              <a:path fill="none" w="611" h="0">
                <a:moveTo>
                  <a:pt x="0" y="0"/>
                </a:moveTo>
                <a:cubicBezTo>
                  <a:pt x="51" y="0"/>
                  <a:pt x="255" y="0"/>
                  <a:pt x="306" y="0"/>
                </a:cubicBezTo>
                <a:cubicBezTo>
                  <a:pt x="357" y="0"/>
                  <a:pt x="255" y="0"/>
                  <a:pt x="306" y="0"/>
                </a:cubicBezTo>
                <a:cubicBezTo>
                  <a:pt x="357" y="0"/>
                  <a:pt x="560" y="0"/>
                  <a:pt x="611" y="0"/>
                </a:cubicBezTo>
                <a:moveTo>
                  <a:pt x="0" y="0"/>
                </a:moveTo>
                <a:cubicBezTo>
                  <a:pt x="51" y="0"/>
                  <a:pt x="255" y="0"/>
                  <a:pt x="306" y="0"/>
                </a:cubicBezTo>
                <a:cubicBezTo>
                  <a:pt x="357" y="0"/>
                  <a:pt x="255" y="0"/>
                  <a:pt x="306" y="0"/>
                </a:cubicBezTo>
                <a:cubicBezTo>
                  <a:pt x="357" y="0"/>
                  <a:pt x="560" y="0"/>
                  <a:pt x="611" y="0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-7200" rIns="7200" bIns="-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5912280" y="4992840"/>
            <a:ext cx="51840" cy="19080"/>
          </a:xfrm>
          <a:custGeom>
            <a:avLst/>
            <a:gdLst/>
            <a:ahLst/>
            <a:rect l="0" t="0" r="r" b="b"/>
            <a:pathLst>
              <a:path fill="none" w="144" h="53">
                <a:moveTo>
                  <a:pt x="0" y="53"/>
                </a:moveTo>
                <a:cubicBezTo>
                  <a:pt x="28" y="43"/>
                  <a:pt x="57" y="31"/>
                  <a:pt x="144" y="0"/>
                </a:cubicBezTo>
                <a:moveTo>
                  <a:pt x="0" y="53"/>
                </a:moveTo>
                <a:cubicBezTo>
                  <a:pt x="35" y="39"/>
                  <a:pt x="71" y="26"/>
                  <a:pt x="144" y="0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5912280" y="4974120"/>
            <a:ext cx="51840" cy="19080"/>
          </a:xfrm>
          <a:custGeom>
            <a:avLst/>
            <a:gdLst/>
            <a:ahLst/>
            <a:rect l="0" t="0" r="r" b="b"/>
            <a:pathLst>
              <a:path fill="none" w="144" h="53">
                <a:moveTo>
                  <a:pt x="0" y="0"/>
                </a:moveTo>
                <a:cubicBezTo>
                  <a:pt x="28" y="10"/>
                  <a:pt x="57" y="21"/>
                  <a:pt x="144" y="53"/>
                </a:cubicBezTo>
                <a:moveTo>
                  <a:pt x="0" y="0"/>
                </a:moveTo>
                <a:cubicBezTo>
                  <a:pt x="35" y="13"/>
                  <a:pt x="71" y="26"/>
                  <a:pt x="144" y="53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7430040" y="4992840"/>
            <a:ext cx="219960" cy="0"/>
          </a:xfrm>
          <a:custGeom>
            <a:avLst/>
            <a:gdLst/>
            <a:ahLst/>
            <a:rect l="0" t="0" r="r" b="b"/>
            <a:pathLst>
              <a:path fill="none" w="611" h="0">
                <a:moveTo>
                  <a:pt x="0" y="0"/>
                </a:moveTo>
                <a:cubicBezTo>
                  <a:pt x="51" y="0"/>
                  <a:pt x="255" y="0"/>
                  <a:pt x="305" y="0"/>
                </a:cubicBezTo>
                <a:cubicBezTo>
                  <a:pt x="356" y="0"/>
                  <a:pt x="255" y="0"/>
                  <a:pt x="305" y="0"/>
                </a:cubicBezTo>
                <a:cubicBezTo>
                  <a:pt x="356" y="0"/>
                  <a:pt x="560" y="0"/>
                  <a:pt x="611" y="0"/>
                </a:cubicBezTo>
                <a:moveTo>
                  <a:pt x="0" y="0"/>
                </a:moveTo>
                <a:cubicBezTo>
                  <a:pt x="51" y="0"/>
                  <a:pt x="255" y="0"/>
                  <a:pt x="305" y="0"/>
                </a:cubicBezTo>
                <a:cubicBezTo>
                  <a:pt x="356" y="0"/>
                  <a:pt x="255" y="0"/>
                  <a:pt x="305" y="0"/>
                </a:cubicBezTo>
                <a:cubicBezTo>
                  <a:pt x="356" y="0"/>
                  <a:pt x="560" y="0"/>
                  <a:pt x="611" y="0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-7200" rIns="7200" bIns="-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7598160" y="4992840"/>
            <a:ext cx="52200" cy="19080"/>
          </a:xfrm>
          <a:custGeom>
            <a:avLst/>
            <a:gdLst/>
            <a:ahLst/>
            <a:rect l="0" t="0" r="r" b="b"/>
            <a:pathLst>
              <a:path fill="none" w="145" h="53">
                <a:moveTo>
                  <a:pt x="0" y="53"/>
                </a:moveTo>
                <a:cubicBezTo>
                  <a:pt x="29" y="43"/>
                  <a:pt x="58" y="31"/>
                  <a:pt x="145" y="0"/>
                </a:cubicBezTo>
                <a:moveTo>
                  <a:pt x="0" y="53"/>
                </a:moveTo>
                <a:cubicBezTo>
                  <a:pt x="39" y="38"/>
                  <a:pt x="78" y="24"/>
                  <a:pt x="145" y="0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7598160" y="4974120"/>
            <a:ext cx="52200" cy="19080"/>
          </a:xfrm>
          <a:custGeom>
            <a:avLst/>
            <a:gdLst/>
            <a:ahLst/>
            <a:rect l="0" t="0" r="r" b="b"/>
            <a:pathLst>
              <a:path fill="none" w="145" h="53">
                <a:moveTo>
                  <a:pt x="0" y="0"/>
                </a:moveTo>
                <a:cubicBezTo>
                  <a:pt x="29" y="10"/>
                  <a:pt x="58" y="21"/>
                  <a:pt x="145" y="53"/>
                </a:cubicBezTo>
                <a:moveTo>
                  <a:pt x="0" y="0"/>
                </a:moveTo>
                <a:cubicBezTo>
                  <a:pt x="39" y="14"/>
                  <a:pt x="78" y="28"/>
                  <a:pt x="145" y="53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9702720" y="4992840"/>
            <a:ext cx="219960" cy="0"/>
          </a:xfrm>
          <a:custGeom>
            <a:avLst/>
            <a:gdLst/>
            <a:ahLst/>
            <a:rect l="0" t="0" r="r" b="b"/>
            <a:pathLst>
              <a:path fill="none" w="611" h="0">
                <a:moveTo>
                  <a:pt x="0" y="0"/>
                </a:moveTo>
                <a:cubicBezTo>
                  <a:pt x="51" y="0"/>
                  <a:pt x="254" y="0"/>
                  <a:pt x="305" y="0"/>
                </a:cubicBezTo>
                <a:cubicBezTo>
                  <a:pt x="356" y="0"/>
                  <a:pt x="254" y="0"/>
                  <a:pt x="305" y="0"/>
                </a:cubicBezTo>
                <a:cubicBezTo>
                  <a:pt x="356" y="0"/>
                  <a:pt x="560" y="0"/>
                  <a:pt x="611" y="0"/>
                </a:cubicBezTo>
                <a:moveTo>
                  <a:pt x="0" y="0"/>
                </a:moveTo>
                <a:cubicBezTo>
                  <a:pt x="51" y="0"/>
                  <a:pt x="254" y="0"/>
                  <a:pt x="305" y="0"/>
                </a:cubicBezTo>
                <a:cubicBezTo>
                  <a:pt x="356" y="0"/>
                  <a:pt x="254" y="0"/>
                  <a:pt x="305" y="0"/>
                </a:cubicBezTo>
                <a:cubicBezTo>
                  <a:pt x="356" y="0"/>
                  <a:pt x="560" y="0"/>
                  <a:pt x="611" y="0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-7200" rIns="7200" bIns="-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9870840" y="4992840"/>
            <a:ext cx="52200" cy="19080"/>
          </a:xfrm>
          <a:custGeom>
            <a:avLst/>
            <a:gdLst/>
            <a:ahLst/>
            <a:rect l="0" t="0" r="r" b="b"/>
            <a:pathLst>
              <a:path fill="none" w="145" h="53">
                <a:moveTo>
                  <a:pt x="0" y="53"/>
                </a:moveTo>
                <a:cubicBezTo>
                  <a:pt x="29" y="43"/>
                  <a:pt x="57" y="31"/>
                  <a:pt x="145" y="0"/>
                </a:cubicBezTo>
                <a:moveTo>
                  <a:pt x="0" y="53"/>
                </a:moveTo>
                <a:cubicBezTo>
                  <a:pt x="42" y="37"/>
                  <a:pt x="84" y="22"/>
                  <a:pt x="145" y="0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/>
          <p:nvPr/>
        </p:nvSpPr>
        <p:spPr>
          <a:xfrm>
            <a:off x="9870840" y="4974120"/>
            <a:ext cx="52200" cy="19080"/>
          </a:xfrm>
          <a:custGeom>
            <a:avLst/>
            <a:gdLst/>
            <a:ahLst/>
            <a:rect l="0" t="0" r="r" b="b"/>
            <a:pathLst>
              <a:path fill="none" w="145" h="53">
                <a:moveTo>
                  <a:pt x="0" y="0"/>
                </a:moveTo>
                <a:cubicBezTo>
                  <a:pt x="29" y="10"/>
                  <a:pt x="57" y="21"/>
                  <a:pt x="145" y="53"/>
                </a:cubicBezTo>
                <a:moveTo>
                  <a:pt x="0" y="0"/>
                </a:moveTo>
                <a:cubicBezTo>
                  <a:pt x="42" y="15"/>
                  <a:pt x="84" y="30"/>
                  <a:pt x="145" y="53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9907560" y="5322600"/>
            <a:ext cx="799920" cy="440280"/>
          </a:xfrm>
          <a:custGeom>
            <a:avLst/>
            <a:gdLst/>
            <a:ahLst/>
            <a:rect l="0" t="0" r="r" b="b"/>
            <a:pathLst>
              <a:path fill="none" w="2222" h="1223">
                <a:moveTo>
                  <a:pt x="2079" y="0"/>
                </a:moveTo>
                <a:cubicBezTo>
                  <a:pt x="2079" y="102"/>
                  <a:pt x="2401" y="510"/>
                  <a:pt x="2079" y="612"/>
                </a:cubicBezTo>
                <a:cubicBezTo>
                  <a:pt x="1757" y="714"/>
                  <a:pt x="467" y="510"/>
                  <a:pt x="143" y="612"/>
                </a:cubicBezTo>
                <a:cubicBezTo>
                  <a:pt x="-179" y="714"/>
                  <a:pt x="143" y="1121"/>
                  <a:pt x="143" y="1223"/>
                </a:cubicBezTo>
                <a:moveTo>
                  <a:pt x="2079" y="0"/>
                </a:moveTo>
                <a:cubicBezTo>
                  <a:pt x="2079" y="102"/>
                  <a:pt x="2401" y="510"/>
                  <a:pt x="2079" y="612"/>
                </a:cubicBezTo>
                <a:cubicBezTo>
                  <a:pt x="1757" y="714"/>
                  <a:pt x="467" y="510"/>
                  <a:pt x="143" y="612"/>
                </a:cubicBezTo>
                <a:cubicBezTo>
                  <a:pt x="-179" y="714"/>
                  <a:pt x="143" y="1121"/>
                  <a:pt x="143" y="1223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9886680" y="5679720"/>
            <a:ext cx="72720" cy="83160"/>
          </a:xfrm>
          <a:custGeom>
            <a:avLst/>
            <a:gdLst/>
            <a:ahLst/>
            <a:rect l="0" t="0" r="r" b="b"/>
            <a:pathLst>
              <a:path fill="none" w="202" h="231">
                <a:moveTo>
                  <a:pt x="0" y="0"/>
                </a:moveTo>
                <a:cubicBezTo>
                  <a:pt x="42" y="46"/>
                  <a:pt x="82" y="92"/>
                  <a:pt x="202" y="231"/>
                </a:cubicBezTo>
                <a:moveTo>
                  <a:pt x="0" y="0"/>
                </a:moveTo>
                <a:cubicBezTo>
                  <a:pt x="64" y="72"/>
                  <a:pt x="127" y="144"/>
                  <a:pt x="202" y="231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9956880" y="5652720"/>
            <a:ext cx="2520" cy="110160"/>
          </a:xfrm>
          <a:custGeom>
            <a:avLst/>
            <a:gdLst/>
            <a:ahLst/>
            <a:rect l="0" t="0" r="r" b="b"/>
            <a:pathLst>
              <a:path fill="none" w="7" h="306">
                <a:moveTo>
                  <a:pt x="0" y="0"/>
                </a:moveTo>
                <a:cubicBezTo>
                  <a:pt x="2" y="62"/>
                  <a:pt x="3" y="123"/>
                  <a:pt x="7" y="306"/>
                </a:cubicBezTo>
                <a:moveTo>
                  <a:pt x="0" y="0"/>
                </a:moveTo>
                <a:cubicBezTo>
                  <a:pt x="2" y="96"/>
                  <a:pt x="4" y="192"/>
                  <a:pt x="7" y="306"/>
                </a:cubicBezTo>
              </a:path>
            </a:pathLst>
          </a:custGeom>
          <a:ln cap="rnd" w="14400">
            <a:solidFill>
              <a:srgbClr val="2F9E44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3156480" y="4369680"/>
            <a:ext cx="336960" cy="1393200"/>
          </a:xfrm>
          <a:custGeom>
            <a:avLst/>
            <a:gdLst/>
            <a:ahLst/>
            <a:rect l="0" t="0" r="r" b="b"/>
            <a:pathLst>
              <a:path fill="none" w="936" h="3870">
                <a:moveTo>
                  <a:pt x="60" y="0"/>
                </a:moveTo>
                <a:cubicBezTo>
                  <a:pt x="60" y="322"/>
                  <a:pt x="-76" y="1613"/>
                  <a:pt x="60" y="1936"/>
                </a:cubicBezTo>
                <a:cubicBezTo>
                  <a:pt x="197" y="2258"/>
                  <a:pt x="740" y="1613"/>
                  <a:pt x="876" y="1936"/>
                </a:cubicBezTo>
                <a:cubicBezTo>
                  <a:pt x="1011" y="2258"/>
                  <a:pt x="876" y="3548"/>
                  <a:pt x="876" y="3870"/>
                </a:cubicBezTo>
                <a:moveTo>
                  <a:pt x="60" y="0"/>
                </a:moveTo>
                <a:cubicBezTo>
                  <a:pt x="60" y="322"/>
                  <a:pt x="-76" y="1613"/>
                  <a:pt x="60" y="1936"/>
                </a:cubicBezTo>
                <a:cubicBezTo>
                  <a:pt x="197" y="2258"/>
                  <a:pt x="740" y="1613"/>
                  <a:pt x="876" y="1936"/>
                </a:cubicBezTo>
                <a:cubicBezTo>
                  <a:pt x="1011" y="2258"/>
                  <a:pt x="876" y="3548"/>
                  <a:pt x="876" y="3870"/>
                </a:cubicBezTo>
              </a:path>
            </a:pathLst>
          </a:custGeom>
          <a:ln cap="rnd" w="14400">
            <a:solidFill>
              <a:srgbClr val="E03131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3406680" y="5552280"/>
            <a:ext cx="65160" cy="210600"/>
          </a:xfrm>
          <a:custGeom>
            <a:avLst/>
            <a:gdLst/>
            <a:ahLst/>
            <a:rect l="0" t="0" r="r" b="b"/>
            <a:pathLst>
              <a:path fill="none" w="181" h="585">
                <a:moveTo>
                  <a:pt x="0" y="0"/>
                </a:moveTo>
                <a:cubicBezTo>
                  <a:pt x="36" y="118"/>
                  <a:pt x="72" y="235"/>
                  <a:pt x="181" y="585"/>
                </a:cubicBezTo>
                <a:moveTo>
                  <a:pt x="0" y="0"/>
                </a:moveTo>
                <a:cubicBezTo>
                  <a:pt x="60" y="196"/>
                  <a:pt x="121" y="391"/>
                  <a:pt x="181" y="585"/>
                </a:cubicBezTo>
              </a:path>
            </a:pathLst>
          </a:custGeom>
          <a:ln cap="rnd" w="14400">
            <a:solidFill>
              <a:srgbClr val="E03131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3471480" y="5560200"/>
            <a:ext cx="86040" cy="202680"/>
          </a:xfrm>
          <a:custGeom>
            <a:avLst/>
            <a:gdLst/>
            <a:ahLst/>
            <a:rect l="0" t="0" r="r" b="b"/>
            <a:pathLst>
              <a:path fill="none" w="239" h="563">
                <a:moveTo>
                  <a:pt x="239" y="0"/>
                </a:moveTo>
                <a:cubicBezTo>
                  <a:pt x="190" y="113"/>
                  <a:pt x="142" y="226"/>
                  <a:pt x="0" y="563"/>
                </a:cubicBezTo>
                <a:moveTo>
                  <a:pt x="239" y="0"/>
                </a:moveTo>
                <a:cubicBezTo>
                  <a:pt x="158" y="188"/>
                  <a:pt x="79" y="376"/>
                  <a:pt x="0" y="563"/>
                </a:cubicBezTo>
              </a:path>
            </a:pathLst>
          </a:custGeom>
          <a:ln cap="rnd" w="14400">
            <a:solidFill>
              <a:srgbClr val="E03131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4488480" y="6041160"/>
            <a:ext cx="4034880" cy="102960"/>
          </a:xfrm>
          <a:custGeom>
            <a:avLst/>
            <a:gdLst/>
            <a:ahLst/>
            <a:rect l="0" t="0" r="r" b="b"/>
            <a:pathLst>
              <a:path w="11208" h="286">
                <a:moveTo>
                  <a:pt x="26" y="15"/>
                </a:moveTo>
                <a:lnTo>
                  <a:pt x="187" y="15"/>
                </a:lnTo>
                <a:cubicBezTo>
                  <a:pt x="194" y="15"/>
                  <a:pt x="200" y="17"/>
                  <a:pt x="205" y="22"/>
                </a:cubicBezTo>
                <a:cubicBezTo>
                  <a:pt x="210" y="27"/>
                  <a:pt x="212" y="33"/>
                  <a:pt x="212" y="40"/>
                </a:cubicBezTo>
                <a:cubicBezTo>
                  <a:pt x="212" y="47"/>
                  <a:pt x="210" y="53"/>
                  <a:pt x="205" y="58"/>
                </a:cubicBezTo>
                <a:cubicBezTo>
                  <a:pt x="200" y="63"/>
                  <a:pt x="194" y="66"/>
                  <a:pt x="187" y="66"/>
                </a:cubicBezTo>
                <a:lnTo>
                  <a:pt x="26" y="66"/>
                </a:lnTo>
                <a:cubicBezTo>
                  <a:pt x="19" y="66"/>
                  <a:pt x="13" y="64"/>
                  <a:pt x="8" y="59"/>
                </a:cubicBezTo>
                <a:cubicBezTo>
                  <a:pt x="3" y="54"/>
                  <a:pt x="0" y="48"/>
                  <a:pt x="0" y="41"/>
                </a:cubicBezTo>
                <a:cubicBezTo>
                  <a:pt x="0" y="34"/>
                  <a:pt x="3" y="28"/>
                  <a:pt x="8" y="23"/>
                </a:cubicBezTo>
                <a:cubicBezTo>
                  <a:pt x="13" y="18"/>
                  <a:pt x="19" y="15"/>
                  <a:pt x="26" y="15"/>
                </a:cubicBezTo>
                <a:moveTo>
                  <a:pt x="386" y="14"/>
                </a:moveTo>
                <a:lnTo>
                  <a:pt x="551" y="14"/>
                </a:lnTo>
                <a:cubicBezTo>
                  <a:pt x="558" y="14"/>
                  <a:pt x="564" y="16"/>
                  <a:pt x="569" y="21"/>
                </a:cubicBezTo>
                <a:cubicBezTo>
                  <a:pt x="574" y="26"/>
                  <a:pt x="577" y="32"/>
                  <a:pt x="577" y="39"/>
                </a:cubicBezTo>
                <a:cubicBezTo>
                  <a:pt x="577" y="46"/>
                  <a:pt x="575" y="52"/>
                  <a:pt x="570" y="57"/>
                </a:cubicBezTo>
                <a:cubicBezTo>
                  <a:pt x="565" y="62"/>
                  <a:pt x="559" y="64"/>
                  <a:pt x="552" y="64"/>
                </a:cubicBezTo>
                <a:lnTo>
                  <a:pt x="386" y="65"/>
                </a:lnTo>
                <a:cubicBezTo>
                  <a:pt x="379" y="65"/>
                  <a:pt x="373" y="63"/>
                  <a:pt x="368" y="58"/>
                </a:cubicBezTo>
                <a:cubicBezTo>
                  <a:pt x="363" y="53"/>
                  <a:pt x="360" y="47"/>
                  <a:pt x="360" y="40"/>
                </a:cubicBezTo>
                <a:cubicBezTo>
                  <a:pt x="360" y="33"/>
                  <a:pt x="363" y="27"/>
                  <a:pt x="368" y="22"/>
                </a:cubicBezTo>
                <a:cubicBezTo>
                  <a:pt x="373" y="17"/>
                  <a:pt x="379" y="14"/>
                  <a:pt x="386" y="14"/>
                </a:cubicBezTo>
                <a:moveTo>
                  <a:pt x="756" y="13"/>
                </a:moveTo>
                <a:lnTo>
                  <a:pt x="917" y="12"/>
                </a:lnTo>
                <a:cubicBezTo>
                  <a:pt x="924" y="12"/>
                  <a:pt x="930" y="14"/>
                  <a:pt x="935" y="19"/>
                </a:cubicBezTo>
                <a:cubicBezTo>
                  <a:pt x="940" y="24"/>
                  <a:pt x="943" y="30"/>
                  <a:pt x="943" y="37"/>
                </a:cubicBezTo>
                <a:cubicBezTo>
                  <a:pt x="943" y="44"/>
                  <a:pt x="941" y="50"/>
                  <a:pt x="936" y="55"/>
                </a:cubicBezTo>
                <a:cubicBezTo>
                  <a:pt x="931" y="60"/>
                  <a:pt x="925" y="63"/>
                  <a:pt x="918" y="63"/>
                </a:cubicBezTo>
                <a:lnTo>
                  <a:pt x="756" y="64"/>
                </a:lnTo>
                <a:cubicBezTo>
                  <a:pt x="749" y="64"/>
                  <a:pt x="743" y="61"/>
                  <a:pt x="738" y="56"/>
                </a:cubicBezTo>
                <a:cubicBezTo>
                  <a:pt x="733" y="51"/>
                  <a:pt x="730" y="45"/>
                  <a:pt x="730" y="38"/>
                </a:cubicBezTo>
                <a:cubicBezTo>
                  <a:pt x="730" y="31"/>
                  <a:pt x="733" y="25"/>
                  <a:pt x="738" y="20"/>
                </a:cubicBezTo>
                <a:cubicBezTo>
                  <a:pt x="743" y="15"/>
                  <a:pt x="749" y="13"/>
                  <a:pt x="756" y="13"/>
                </a:cubicBezTo>
                <a:moveTo>
                  <a:pt x="1123" y="11"/>
                </a:moveTo>
                <a:lnTo>
                  <a:pt x="1285" y="10"/>
                </a:lnTo>
                <a:cubicBezTo>
                  <a:pt x="1292" y="10"/>
                  <a:pt x="1298" y="12"/>
                  <a:pt x="1303" y="17"/>
                </a:cubicBezTo>
                <a:cubicBezTo>
                  <a:pt x="1308" y="22"/>
                  <a:pt x="1310" y="28"/>
                  <a:pt x="1310" y="35"/>
                </a:cubicBezTo>
                <a:cubicBezTo>
                  <a:pt x="1310" y="42"/>
                  <a:pt x="1308" y="48"/>
                  <a:pt x="1303" y="53"/>
                </a:cubicBezTo>
                <a:cubicBezTo>
                  <a:pt x="1298" y="58"/>
                  <a:pt x="1292" y="61"/>
                  <a:pt x="1285" y="61"/>
                </a:cubicBezTo>
                <a:lnTo>
                  <a:pt x="1124" y="62"/>
                </a:lnTo>
                <a:cubicBezTo>
                  <a:pt x="1117" y="62"/>
                  <a:pt x="1111" y="59"/>
                  <a:pt x="1106" y="54"/>
                </a:cubicBezTo>
                <a:cubicBezTo>
                  <a:pt x="1101" y="49"/>
                  <a:pt x="1098" y="43"/>
                  <a:pt x="1098" y="36"/>
                </a:cubicBezTo>
                <a:cubicBezTo>
                  <a:pt x="1098" y="29"/>
                  <a:pt x="1100" y="23"/>
                  <a:pt x="1105" y="18"/>
                </a:cubicBezTo>
                <a:cubicBezTo>
                  <a:pt x="1110" y="13"/>
                  <a:pt x="1116" y="11"/>
                  <a:pt x="1123" y="11"/>
                </a:cubicBezTo>
                <a:moveTo>
                  <a:pt x="1490" y="9"/>
                </a:moveTo>
                <a:lnTo>
                  <a:pt x="1652" y="8"/>
                </a:lnTo>
                <a:cubicBezTo>
                  <a:pt x="1660" y="8"/>
                  <a:pt x="1666" y="10"/>
                  <a:pt x="1671" y="15"/>
                </a:cubicBezTo>
                <a:cubicBezTo>
                  <a:pt x="1676" y="20"/>
                  <a:pt x="1678" y="26"/>
                  <a:pt x="1678" y="33"/>
                </a:cubicBezTo>
                <a:cubicBezTo>
                  <a:pt x="1678" y="40"/>
                  <a:pt x="1676" y="46"/>
                  <a:pt x="1671" y="51"/>
                </a:cubicBezTo>
                <a:cubicBezTo>
                  <a:pt x="1666" y="56"/>
                  <a:pt x="1660" y="59"/>
                  <a:pt x="1653" y="59"/>
                </a:cubicBezTo>
                <a:lnTo>
                  <a:pt x="1490" y="60"/>
                </a:lnTo>
                <a:cubicBezTo>
                  <a:pt x="1483" y="60"/>
                  <a:pt x="1477" y="57"/>
                  <a:pt x="1472" y="52"/>
                </a:cubicBezTo>
                <a:cubicBezTo>
                  <a:pt x="1467" y="47"/>
                  <a:pt x="1465" y="41"/>
                  <a:pt x="1465" y="34"/>
                </a:cubicBezTo>
                <a:cubicBezTo>
                  <a:pt x="1464" y="27"/>
                  <a:pt x="1467" y="21"/>
                  <a:pt x="1472" y="16"/>
                </a:cubicBezTo>
                <a:cubicBezTo>
                  <a:pt x="1477" y="11"/>
                  <a:pt x="1483" y="9"/>
                  <a:pt x="1490" y="9"/>
                </a:cubicBezTo>
                <a:moveTo>
                  <a:pt x="1856" y="7"/>
                </a:moveTo>
                <a:lnTo>
                  <a:pt x="2020" y="6"/>
                </a:lnTo>
                <a:cubicBezTo>
                  <a:pt x="2027" y="6"/>
                  <a:pt x="2033" y="8"/>
                  <a:pt x="2038" y="13"/>
                </a:cubicBezTo>
                <a:cubicBezTo>
                  <a:pt x="2043" y="18"/>
                  <a:pt x="2045" y="24"/>
                  <a:pt x="2045" y="31"/>
                </a:cubicBezTo>
                <a:cubicBezTo>
                  <a:pt x="2045" y="38"/>
                  <a:pt x="2043" y="44"/>
                  <a:pt x="2038" y="49"/>
                </a:cubicBezTo>
                <a:cubicBezTo>
                  <a:pt x="2033" y="54"/>
                  <a:pt x="2027" y="57"/>
                  <a:pt x="2020" y="57"/>
                </a:cubicBezTo>
                <a:lnTo>
                  <a:pt x="1857" y="58"/>
                </a:lnTo>
                <a:cubicBezTo>
                  <a:pt x="1850" y="58"/>
                  <a:pt x="1843" y="55"/>
                  <a:pt x="1838" y="50"/>
                </a:cubicBezTo>
                <a:cubicBezTo>
                  <a:pt x="1834" y="45"/>
                  <a:pt x="1831" y="39"/>
                  <a:pt x="1831" y="32"/>
                </a:cubicBezTo>
                <a:cubicBezTo>
                  <a:pt x="1831" y="25"/>
                  <a:pt x="1833" y="19"/>
                  <a:pt x="1838" y="14"/>
                </a:cubicBezTo>
                <a:cubicBezTo>
                  <a:pt x="1843" y="9"/>
                  <a:pt x="1849" y="7"/>
                  <a:pt x="1856" y="7"/>
                </a:cubicBezTo>
                <a:moveTo>
                  <a:pt x="2221" y="5"/>
                </a:moveTo>
                <a:lnTo>
                  <a:pt x="2383" y="4"/>
                </a:lnTo>
                <a:cubicBezTo>
                  <a:pt x="2391" y="4"/>
                  <a:pt x="2397" y="7"/>
                  <a:pt x="2402" y="12"/>
                </a:cubicBezTo>
                <a:cubicBezTo>
                  <a:pt x="2407" y="17"/>
                  <a:pt x="2409" y="23"/>
                  <a:pt x="2409" y="30"/>
                </a:cubicBezTo>
                <a:cubicBezTo>
                  <a:pt x="2409" y="37"/>
                  <a:pt x="2407" y="43"/>
                  <a:pt x="2402" y="48"/>
                </a:cubicBezTo>
                <a:cubicBezTo>
                  <a:pt x="2397" y="53"/>
                  <a:pt x="2391" y="55"/>
                  <a:pt x="2384" y="55"/>
                </a:cubicBezTo>
                <a:lnTo>
                  <a:pt x="2221" y="56"/>
                </a:lnTo>
                <a:cubicBezTo>
                  <a:pt x="2214" y="56"/>
                  <a:pt x="2208" y="54"/>
                  <a:pt x="2203" y="49"/>
                </a:cubicBezTo>
                <a:cubicBezTo>
                  <a:pt x="2198" y="44"/>
                  <a:pt x="2195" y="38"/>
                  <a:pt x="2195" y="31"/>
                </a:cubicBezTo>
                <a:cubicBezTo>
                  <a:pt x="2195" y="24"/>
                  <a:pt x="2198" y="18"/>
                  <a:pt x="2203" y="13"/>
                </a:cubicBezTo>
                <a:cubicBezTo>
                  <a:pt x="2208" y="8"/>
                  <a:pt x="2214" y="5"/>
                  <a:pt x="2221" y="5"/>
                </a:cubicBezTo>
                <a:moveTo>
                  <a:pt x="2589" y="3"/>
                </a:moveTo>
                <a:lnTo>
                  <a:pt x="2753" y="3"/>
                </a:lnTo>
                <a:cubicBezTo>
                  <a:pt x="2760" y="3"/>
                  <a:pt x="2766" y="5"/>
                  <a:pt x="2771" y="10"/>
                </a:cubicBezTo>
                <a:cubicBezTo>
                  <a:pt x="2776" y="15"/>
                  <a:pt x="2779" y="21"/>
                  <a:pt x="2779" y="28"/>
                </a:cubicBezTo>
                <a:cubicBezTo>
                  <a:pt x="2779" y="35"/>
                  <a:pt x="2776" y="41"/>
                  <a:pt x="2771" y="46"/>
                </a:cubicBezTo>
                <a:cubicBezTo>
                  <a:pt x="2766" y="51"/>
                  <a:pt x="2760" y="54"/>
                  <a:pt x="2753" y="54"/>
                </a:cubicBezTo>
                <a:lnTo>
                  <a:pt x="2589" y="54"/>
                </a:lnTo>
                <a:cubicBezTo>
                  <a:pt x="2582" y="54"/>
                  <a:pt x="2576" y="52"/>
                  <a:pt x="2571" y="47"/>
                </a:cubicBezTo>
                <a:cubicBezTo>
                  <a:pt x="2566" y="42"/>
                  <a:pt x="2563" y="36"/>
                  <a:pt x="2563" y="29"/>
                </a:cubicBezTo>
                <a:cubicBezTo>
                  <a:pt x="2563" y="22"/>
                  <a:pt x="2566" y="16"/>
                  <a:pt x="2571" y="11"/>
                </a:cubicBezTo>
                <a:cubicBezTo>
                  <a:pt x="2575" y="6"/>
                  <a:pt x="2581" y="3"/>
                  <a:pt x="2589" y="3"/>
                </a:cubicBezTo>
                <a:moveTo>
                  <a:pt x="2959" y="2"/>
                </a:moveTo>
                <a:lnTo>
                  <a:pt x="3124" y="1"/>
                </a:lnTo>
                <a:cubicBezTo>
                  <a:pt x="3131" y="1"/>
                  <a:pt x="3137" y="4"/>
                  <a:pt x="3142" y="9"/>
                </a:cubicBezTo>
                <a:cubicBezTo>
                  <a:pt x="3147" y="14"/>
                  <a:pt x="3150" y="20"/>
                  <a:pt x="3150" y="27"/>
                </a:cubicBezTo>
                <a:cubicBezTo>
                  <a:pt x="3150" y="34"/>
                  <a:pt x="3147" y="40"/>
                  <a:pt x="3142" y="45"/>
                </a:cubicBezTo>
                <a:cubicBezTo>
                  <a:pt x="3137" y="50"/>
                  <a:pt x="3131" y="52"/>
                  <a:pt x="3124" y="52"/>
                </a:cubicBezTo>
                <a:lnTo>
                  <a:pt x="2960" y="53"/>
                </a:lnTo>
                <a:cubicBezTo>
                  <a:pt x="2953" y="53"/>
                  <a:pt x="2947" y="50"/>
                  <a:pt x="2942" y="46"/>
                </a:cubicBezTo>
                <a:cubicBezTo>
                  <a:pt x="2937" y="41"/>
                  <a:pt x="2934" y="35"/>
                  <a:pt x="2934" y="28"/>
                </a:cubicBezTo>
                <a:cubicBezTo>
                  <a:pt x="2934" y="21"/>
                  <a:pt x="2937" y="15"/>
                  <a:pt x="2941" y="10"/>
                </a:cubicBezTo>
                <a:cubicBezTo>
                  <a:pt x="2946" y="5"/>
                  <a:pt x="2952" y="2"/>
                  <a:pt x="2959" y="2"/>
                </a:cubicBezTo>
                <a:moveTo>
                  <a:pt x="3329" y="1"/>
                </a:moveTo>
                <a:lnTo>
                  <a:pt x="3491" y="1"/>
                </a:lnTo>
                <a:cubicBezTo>
                  <a:pt x="3498" y="1"/>
                  <a:pt x="3504" y="3"/>
                  <a:pt x="3509" y="8"/>
                </a:cubicBezTo>
                <a:cubicBezTo>
                  <a:pt x="3514" y="13"/>
                  <a:pt x="3516" y="19"/>
                  <a:pt x="3516" y="26"/>
                </a:cubicBezTo>
                <a:cubicBezTo>
                  <a:pt x="3516" y="33"/>
                  <a:pt x="3514" y="39"/>
                  <a:pt x="3509" y="44"/>
                </a:cubicBezTo>
                <a:cubicBezTo>
                  <a:pt x="3504" y="49"/>
                  <a:pt x="3498" y="51"/>
                  <a:pt x="3491" y="52"/>
                </a:cubicBezTo>
                <a:lnTo>
                  <a:pt x="3329" y="52"/>
                </a:lnTo>
                <a:cubicBezTo>
                  <a:pt x="3322" y="52"/>
                  <a:pt x="3316" y="49"/>
                  <a:pt x="3311" y="44"/>
                </a:cubicBezTo>
                <a:cubicBezTo>
                  <a:pt x="3306" y="39"/>
                  <a:pt x="3303" y="33"/>
                  <a:pt x="3303" y="26"/>
                </a:cubicBezTo>
                <a:cubicBezTo>
                  <a:pt x="3303" y="19"/>
                  <a:pt x="3306" y="13"/>
                  <a:pt x="3311" y="8"/>
                </a:cubicBezTo>
                <a:cubicBezTo>
                  <a:pt x="3316" y="3"/>
                  <a:pt x="3322" y="1"/>
                  <a:pt x="3329" y="1"/>
                </a:cubicBezTo>
                <a:moveTo>
                  <a:pt x="3691" y="0"/>
                </a:moveTo>
                <a:lnTo>
                  <a:pt x="3856" y="0"/>
                </a:lnTo>
                <a:cubicBezTo>
                  <a:pt x="3863" y="0"/>
                  <a:pt x="3869" y="3"/>
                  <a:pt x="3874" y="8"/>
                </a:cubicBezTo>
                <a:cubicBezTo>
                  <a:pt x="3879" y="13"/>
                  <a:pt x="3882" y="19"/>
                  <a:pt x="3882" y="26"/>
                </a:cubicBezTo>
                <a:cubicBezTo>
                  <a:pt x="3882" y="33"/>
                  <a:pt x="3879" y="39"/>
                  <a:pt x="3874" y="44"/>
                </a:cubicBezTo>
                <a:cubicBezTo>
                  <a:pt x="3869" y="49"/>
                  <a:pt x="3863" y="51"/>
                  <a:pt x="3856" y="51"/>
                </a:cubicBezTo>
                <a:lnTo>
                  <a:pt x="3691" y="51"/>
                </a:lnTo>
                <a:cubicBezTo>
                  <a:pt x="3684" y="51"/>
                  <a:pt x="3678" y="49"/>
                  <a:pt x="3673" y="44"/>
                </a:cubicBezTo>
                <a:cubicBezTo>
                  <a:pt x="3668" y="39"/>
                  <a:pt x="3666" y="33"/>
                  <a:pt x="3666" y="26"/>
                </a:cubicBezTo>
                <a:cubicBezTo>
                  <a:pt x="3666" y="19"/>
                  <a:pt x="3668" y="13"/>
                  <a:pt x="3673" y="8"/>
                </a:cubicBezTo>
                <a:cubicBezTo>
                  <a:pt x="3678" y="3"/>
                  <a:pt x="3684" y="0"/>
                  <a:pt x="3691" y="0"/>
                </a:cubicBezTo>
                <a:moveTo>
                  <a:pt x="4059" y="0"/>
                </a:moveTo>
                <a:lnTo>
                  <a:pt x="4223" y="0"/>
                </a:lnTo>
                <a:cubicBezTo>
                  <a:pt x="4230" y="0"/>
                  <a:pt x="4236" y="3"/>
                  <a:pt x="4241" y="8"/>
                </a:cubicBezTo>
                <a:cubicBezTo>
                  <a:pt x="4246" y="13"/>
                  <a:pt x="4249" y="19"/>
                  <a:pt x="4249" y="26"/>
                </a:cubicBezTo>
                <a:cubicBezTo>
                  <a:pt x="4249" y="33"/>
                  <a:pt x="4246" y="39"/>
                  <a:pt x="4241" y="44"/>
                </a:cubicBezTo>
                <a:cubicBezTo>
                  <a:pt x="4236" y="49"/>
                  <a:pt x="4230" y="51"/>
                  <a:pt x="4223" y="51"/>
                </a:cubicBezTo>
                <a:lnTo>
                  <a:pt x="4059" y="51"/>
                </a:lnTo>
                <a:cubicBezTo>
                  <a:pt x="4051" y="51"/>
                  <a:pt x="4046" y="49"/>
                  <a:pt x="4041" y="44"/>
                </a:cubicBezTo>
                <a:cubicBezTo>
                  <a:pt x="4036" y="39"/>
                  <a:pt x="4033" y="33"/>
                  <a:pt x="4033" y="26"/>
                </a:cubicBezTo>
                <a:cubicBezTo>
                  <a:pt x="4033" y="19"/>
                  <a:pt x="4036" y="13"/>
                  <a:pt x="4041" y="8"/>
                </a:cubicBezTo>
                <a:cubicBezTo>
                  <a:pt x="4046" y="3"/>
                  <a:pt x="4052" y="0"/>
                  <a:pt x="4059" y="0"/>
                </a:cubicBezTo>
                <a:moveTo>
                  <a:pt x="4427" y="1"/>
                </a:moveTo>
                <a:lnTo>
                  <a:pt x="4592" y="1"/>
                </a:lnTo>
                <a:cubicBezTo>
                  <a:pt x="4599" y="1"/>
                  <a:pt x="4605" y="4"/>
                  <a:pt x="4610" y="9"/>
                </a:cubicBezTo>
                <a:cubicBezTo>
                  <a:pt x="4615" y="14"/>
                  <a:pt x="4617" y="20"/>
                  <a:pt x="4617" y="27"/>
                </a:cubicBezTo>
                <a:cubicBezTo>
                  <a:pt x="4617" y="34"/>
                  <a:pt x="4615" y="40"/>
                  <a:pt x="4610" y="45"/>
                </a:cubicBezTo>
                <a:cubicBezTo>
                  <a:pt x="4605" y="50"/>
                  <a:pt x="4599" y="52"/>
                  <a:pt x="4592" y="52"/>
                </a:cubicBezTo>
                <a:lnTo>
                  <a:pt x="4427" y="52"/>
                </a:lnTo>
                <a:cubicBezTo>
                  <a:pt x="4420" y="52"/>
                  <a:pt x="4414" y="49"/>
                  <a:pt x="4409" y="44"/>
                </a:cubicBezTo>
                <a:cubicBezTo>
                  <a:pt x="4404" y="39"/>
                  <a:pt x="4402" y="33"/>
                  <a:pt x="4402" y="26"/>
                </a:cubicBezTo>
                <a:cubicBezTo>
                  <a:pt x="4402" y="19"/>
                  <a:pt x="4404" y="13"/>
                  <a:pt x="4409" y="8"/>
                </a:cubicBezTo>
                <a:cubicBezTo>
                  <a:pt x="4414" y="3"/>
                  <a:pt x="4420" y="1"/>
                  <a:pt x="4427" y="1"/>
                </a:cubicBezTo>
                <a:moveTo>
                  <a:pt x="4794" y="2"/>
                </a:moveTo>
                <a:lnTo>
                  <a:pt x="4960" y="3"/>
                </a:lnTo>
                <a:cubicBezTo>
                  <a:pt x="4967" y="4"/>
                  <a:pt x="4973" y="6"/>
                  <a:pt x="4978" y="11"/>
                </a:cubicBezTo>
                <a:cubicBezTo>
                  <a:pt x="4983" y="16"/>
                  <a:pt x="4985" y="22"/>
                  <a:pt x="4985" y="29"/>
                </a:cubicBezTo>
                <a:cubicBezTo>
                  <a:pt x="4985" y="36"/>
                  <a:pt x="4983" y="42"/>
                  <a:pt x="4978" y="47"/>
                </a:cubicBezTo>
                <a:cubicBezTo>
                  <a:pt x="4973" y="52"/>
                  <a:pt x="4966" y="54"/>
                  <a:pt x="4959" y="54"/>
                </a:cubicBezTo>
                <a:lnTo>
                  <a:pt x="4794" y="53"/>
                </a:lnTo>
                <a:cubicBezTo>
                  <a:pt x="4787" y="53"/>
                  <a:pt x="4781" y="51"/>
                  <a:pt x="4776" y="46"/>
                </a:cubicBezTo>
                <a:cubicBezTo>
                  <a:pt x="4771" y="41"/>
                  <a:pt x="4768" y="35"/>
                  <a:pt x="4769" y="28"/>
                </a:cubicBezTo>
                <a:cubicBezTo>
                  <a:pt x="4769" y="21"/>
                  <a:pt x="4771" y="15"/>
                  <a:pt x="4776" y="10"/>
                </a:cubicBezTo>
                <a:cubicBezTo>
                  <a:pt x="4781" y="5"/>
                  <a:pt x="4787" y="2"/>
                  <a:pt x="4794" y="2"/>
                </a:cubicBezTo>
                <a:moveTo>
                  <a:pt x="5159" y="6"/>
                </a:moveTo>
                <a:lnTo>
                  <a:pt x="5328" y="8"/>
                </a:lnTo>
                <a:cubicBezTo>
                  <a:pt x="5335" y="8"/>
                  <a:pt x="5341" y="11"/>
                  <a:pt x="5346" y="16"/>
                </a:cubicBezTo>
                <a:cubicBezTo>
                  <a:pt x="5350" y="21"/>
                  <a:pt x="5353" y="27"/>
                  <a:pt x="5353" y="34"/>
                </a:cubicBezTo>
                <a:cubicBezTo>
                  <a:pt x="5353" y="41"/>
                  <a:pt x="5350" y="47"/>
                  <a:pt x="5345" y="52"/>
                </a:cubicBezTo>
                <a:cubicBezTo>
                  <a:pt x="5340" y="57"/>
                  <a:pt x="5334" y="59"/>
                  <a:pt x="5327" y="59"/>
                </a:cubicBezTo>
                <a:lnTo>
                  <a:pt x="5158" y="56"/>
                </a:lnTo>
                <a:cubicBezTo>
                  <a:pt x="5151" y="56"/>
                  <a:pt x="5145" y="54"/>
                  <a:pt x="5140" y="49"/>
                </a:cubicBezTo>
                <a:cubicBezTo>
                  <a:pt x="5135" y="44"/>
                  <a:pt x="5133" y="38"/>
                  <a:pt x="5133" y="31"/>
                </a:cubicBezTo>
                <a:cubicBezTo>
                  <a:pt x="5133" y="24"/>
                  <a:pt x="5136" y="18"/>
                  <a:pt x="5141" y="13"/>
                </a:cubicBezTo>
                <a:cubicBezTo>
                  <a:pt x="5146" y="8"/>
                  <a:pt x="5152" y="5"/>
                  <a:pt x="5159" y="6"/>
                </a:cubicBezTo>
                <a:moveTo>
                  <a:pt x="5526" y="12"/>
                </a:moveTo>
                <a:lnTo>
                  <a:pt x="5627" y="15"/>
                </a:lnTo>
                <a:lnTo>
                  <a:pt x="5690" y="18"/>
                </a:lnTo>
                <a:cubicBezTo>
                  <a:pt x="5697" y="18"/>
                  <a:pt x="5703" y="21"/>
                  <a:pt x="5708" y="26"/>
                </a:cubicBezTo>
                <a:cubicBezTo>
                  <a:pt x="5712" y="31"/>
                  <a:pt x="5715" y="37"/>
                  <a:pt x="5714" y="44"/>
                </a:cubicBezTo>
                <a:cubicBezTo>
                  <a:pt x="5714" y="51"/>
                  <a:pt x="5711" y="57"/>
                  <a:pt x="5706" y="62"/>
                </a:cubicBezTo>
                <a:cubicBezTo>
                  <a:pt x="5701" y="67"/>
                  <a:pt x="5695" y="69"/>
                  <a:pt x="5688" y="69"/>
                </a:cubicBezTo>
                <a:lnTo>
                  <a:pt x="5626" y="66"/>
                </a:lnTo>
                <a:lnTo>
                  <a:pt x="5524" y="63"/>
                </a:lnTo>
                <a:cubicBezTo>
                  <a:pt x="5517" y="63"/>
                  <a:pt x="5511" y="60"/>
                  <a:pt x="5506" y="55"/>
                </a:cubicBezTo>
                <a:cubicBezTo>
                  <a:pt x="5502" y="50"/>
                  <a:pt x="5499" y="44"/>
                  <a:pt x="5500" y="37"/>
                </a:cubicBezTo>
                <a:cubicBezTo>
                  <a:pt x="5500" y="30"/>
                  <a:pt x="5502" y="24"/>
                  <a:pt x="5508" y="19"/>
                </a:cubicBezTo>
                <a:cubicBezTo>
                  <a:pt x="5513" y="14"/>
                  <a:pt x="5519" y="12"/>
                  <a:pt x="5526" y="12"/>
                </a:cubicBezTo>
                <a:moveTo>
                  <a:pt x="5904" y="46"/>
                </a:moveTo>
                <a:cubicBezTo>
                  <a:pt x="5914" y="52"/>
                  <a:pt x="5920" y="60"/>
                  <a:pt x="5921" y="70"/>
                </a:cubicBezTo>
                <a:cubicBezTo>
                  <a:pt x="5923" y="81"/>
                  <a:pt x="5919" y="90"/>
                  <a:pt x="5910" y="98"/>
                </a:cubicBezTo>
                <a:cubicBezTo>
                  <a:pt x="5903" y="104"/>
                  <a:pt x="5891" y="110"/>
                  <a:pt x="5874" y="116"/>
                </a:cubicBezTo>
                <a:cubicBezTo>
                  <a:pt x="5851" y="125"/>
                  <a:pt x="5812" y="134"/>
                  <a:pt x="5758" y="145"/>
                </a:cubicBezTo>
                <a:cubicBezTo>
                  <a:pt x="5751" y="146"/>
                  <a:pt x="5745" y="145"/>
                  <a:pt x="5739" y="141"/>
                </a:cubicBezTo>
                <a:cubicBezTo>
                  <a:pt x="5733" y="137"/>
                  <a:pt x="5729" y="132"/>
                  <a:pt x="5728" y="125"/>
                </a:cubicBezTo>
                <a:cubicBezTo>
                  <a:pt x="5727" y="118"/>
                  <a:pt x="5728" y="111"/>
                  <a:pt x="5732" y="105"/>
                </a:cubicBezTo>
                <a:cubicBezTo>
                  <a:pt x="5736" y="99"/>
                  <a:pt x="5741" y="95"/>
                  <a:pt x="5748" y="94"/>
                </a:cubicBezTo>
                <a:cubicBezTo>
                  <a:pt x="5800" y="84"/>
                  <a:pt x="5837" y="75"/>
                  <a:pt x="5858" y="68"/>
                </a:cubicBezTo>
                <a:cubicBezTo>
                  <a:pt x="5861" y="67"/>
                  <a:pt x="5864" y="66"/>
                  <a:pt x="5866" y="65"/>
                </a:cubicBezTo>
                <a:cubicBezTo>
                  <a:pt x="5866" y="61"/>
                  <a:pt x="5867" y="58"/>
                  <a:pt x="5869" y="55"/>
                </a:cubicBezTo>
                <a:cubicBezTo>
                  <a:pt x="5873" y="49"/>
                  <a:pt x="5878" y="45"/>
                  <a:pt x="5885" y="43"/>
                </a:cubicBezTo>
                <a:cubicBezTo>
                  <a:pt x="5892" y="41"/>
                  <a:pt x="5898" y="42"/>
                  <a:pt x="5904" y="46"/>
                </a:cubicBezTo>
                <a:moveTo>
                  <a:pt x="5550" y="183"/>
                </a:moveTo>
                <a:cubicBezTo>
                  <a:pt x="5473" y="198"/>
                  <a:pt x="5422" y="209"/>
                  <a:pt x="5396" y="218"/>
                </a:cubicBezTo>
                <a:cubicBezTo>
                  <a:pt x="5389" y="220"/>
                  <a:pt x="5382" y="220"/>
                  <a:pt x="5376" y="217"/>
                </a:cubicBezTo>
                <a:cubicBezTo>
                  <a:pt x="5370" y="214"/>
                  <a:pt x="5366" y="209"/>
                  <a:pt x="5363" y="202"/>
                </a:cubicBezTo>
                <a:cubicBezTo>
                  <a:pt x="5361" y="195"/>
                  <a:pt x="5362" y="189"/>
                  <a:pt x="5365" y="183"/>
                </a:cubicBezTo>
                <a:cubicBezTo>
                  <a:pt x="5368" y="176"/>
                  <a:pt x="5373" y="172"/>
                  <a:pt x="5380" y="170"/>
                </a:cubicBezTo>
                <a:cubicBezTo>
                  <a:pt x="5408" y="160"/>
                  <a:pt x="5462" y="148"/>
                  <a:pt x="5541" y="133"/>
                </a:cubicBezTo>
                <a:cubicBezTo>
                  <a:pt x="5547" y="132"/>
                  <a:pt x="5554" y="133"/>
                  <a:pt x="5560" y="137"/>
                </a:cubicBezTo>
                <a:cubicBezTo>
                  <a:pt x="5565" y="141"/>
                  <a:pt x="5569" y="147"/>
                  <a:pt x="5570" y="154"/>
                </a:cubicBezTo>
                <a:cubicBezTo>
                  <a:pt x="5572" y="161"/>
                  <a:pt x="5570" y="167"/>
                  <a:pt x="5566" y="173"/>
                </a:cubicBezTo>
                <a:cubicBezTo>
                  <a:pt x="5562" y="179"/>
                  <a:pt x="5557" y="182"/>
                  <a:pt x="5550" y="183"/>
                </a:cubicBezTo>
                <a:moveTo>
                  <a:pt x="5519" y="215"/>
                </a:moveTo>
                <a:cubicBezTo>
                  <a:pt x="5551" y="217"/>
                  <a:pt x="5587" y="218"/>
                  <a:pt x="5627" y="220"/>
                </a:cubicBezTo>
                <a:lnTo>
                  <a:pt x="5681" y="222"/>
                </a:lnTo>
                <a:cubicBezTo>
                  <a:pt x="5688" y="222"/>
                  <a:pt x="5694" y="225"/>
                  <a:pt x="5699" y="230"/>
                </a:cubicBezTo>
                <a:cubicBezTo>
                  <a:pt x="5704" y="235"/>
                  <a:pt x="5706" y="241"/>
                  <a:pt x="5706" y="248"/>
                </a:cubicBezTo>
                <a:cubicBezTo>
                  <a:pt x="5706" y="255"/>
                  <a:pt x="5703" y="261"/>
                  <a:pt x="5698" y="266"/>
                </a:cubicBezTo>
                <a:cubicBezTo>
                  <a:pt x="5693" y="271"/>
                  <a:pt x="5687" y="273"/>
                  <a:pt x="5680" y="273"/>
                </a:cubicBezTo>
                <a:lnTo>
                  <a:pt x="5626" y="271"/>
                </a:lnTo>
                <a:cubicBezTo>
                  <a:pt x="5584" y="269"/>
                  <a:pt x="5548" y="268"/>
                  <a:pt x="5516" y="266"/>
                </a:cubicBezTo>
                <a:cubicBezTo>
                  <a:pt x="5509" y="265"/>
                  <a:pt x="5503" y="262"/>
                  <a:pt x="5499" y="257"/>
                </a:cubicBezTo>
                <a:cubicBezTo>
                  <a:pt x="5494" y="252"/>
                  <a:pt x="5492" y="246"/>
                  <a:pt x="5492" y="239"/>
                </a:cubicBezTo>
                <a:cubicBezTo>
                  <a:pt x="5493" y="232"/>
                  <a:pt x="5496" y="226"/>
                  <a:pt x="5501" y="221"/>
                </a:cubicBezTo>
                <a:cubicBezTo>
                  <a:pt x="5506" y="216"/>
                  <a:pt x="5512" y="214"/>
                  <a:pt x="5519" y="215"/>
                </a:cubicBezTo>
                <a:moveTo>
                  <a:pt x="5882" y="226"/>
                </a:moveTo>
                <a:lnTo>
                  <a:pt x="6045" y="229"/>
                </a:lnTo>
                <a:cubicBezTo>
                  <a:pt x="6052" y="229"/>
                  <a:pt x="6058" y="232"/>
                  <a:pt x="6063" y="237"/>
                </a:cubicBezTo>
                <a:cubicBezTo>
                  <a:pt x="6068" y="242"/>
                  <a:pt x="6070" y="248"/>
                  <a:pt x="6070" y="255"/>
                </a:cubicBezTo>
                <a:cubicBezTo>
                  <a:pt x="6070" y="262"/>
                  <a:pt x="6068" y="268"/>
                  <a:pt x="6063" y="273"/>
                </a:cubicBezTo>
                <a:cubicBezTo>
                  <a:pt x="6058" y="278"/>
                  <a:pt x="6052" y="280"/>
                  <a:pt x="6044" y="280"/>
                </a:cubicBezTo>
                <a:lnTo>
                  <a:pt x="5881" y="277"/>
                </a:lnTo>
                <a:cubicBezTo>
                  <a:pt x="5874" y="277"/>
                  <a:pt x="5868" y="275"/>
                  <a:pt x="5863" y="270"/>
                </a:cubicBezTo>
                <a:cubicBezTo>
                  <a:pt x="5858" y="265"/>
                  <a:pt x="5856" y="259"/>
                  <a:pt x="5856" y="251"/>
                </a:cubicBezTo>
                <a:cubicBezTo>
                  <a:pt x="5856" y="244"/>
                  <a:pt x="5859" y="238"/>
                  <a:pt x="5864" y="234"/>
                </a:cubicBezTo>
                <a:cubicBezTo>
                  <a:pt x="5869" y="229"/>
                  <a:pt x="5875" y="226"/>
                  <a:pt x="5882" y="226"/>
                </a:cubicBezTo>
                <a:moveTo>
                  <a:pt x="6247" y="231"/>
                </a:moveTo>
                <a:lnTo>
                  <a:pt x="6415" y="233"/>
                </a:lnTo>
                <a:cubicBezTo>
                  <a:pt x="6422" y="233"/>
                  <a:pt x="6428" y="235"/>
                  <a:pt x="6433" y="240"/>
                </a:cubicBezTo>
                <a:cubicBezTo>
                  <a:pt x="6438" y="245"/>
                  <a:pt x="6441" y="251"/>
                  <a:pt x="6440" y="258"/>
                </a:cubicBezTo>
                <a:cubicBezTo>
                  <a:pt x="6440" y="265"/>
                  <a:pt x="6438" y="271"/>
                  <a:pt x="6433" y="276"/>
                </a:cubicBezTo>
                <a:cubicBezTo>
                  <a:pt x="6428" y="281"/>
                  <a:pt x="6422" y="284"/>
                  <a:pt x="6415" y="283"/>
                </a:cubicBezTo>
                <a:lnTo>
                  <a:pt x="6247" y="282"/>
                </a:lnTo>
                <a:cubicBezTo>
                  <a:pt x="6240" y="282"/>
                  <a:pt x="6234" y="280"/>
                  <a:pt x="6229" y="275"/>
                </a:cubicBezTo>
                <a:cubicBezTo>
                  <a:pt x="6224" y="270"/>
                  <a:pt x="6221" y="263"/>
                  <a:pt x="6221" y="256"/>
                </a:cubicBezTo>
                <a:cubicBezTo>
                  <a:pt x="6221" y="249"/>
                  <a:pt x="6224" y="243"/>
                  <a:pt x="6229" y="239"/>
                </a:cubicBezTo>
                <a:cubicBezTo>
                  <a:pt x="6234" y="234"/>
                  <a:pt x="6240" y="231"/>
                  <a:pt x="6247" y="231"/>
                </a:cubicBezTo>
                <a:moveTo>
                  <a:pt x="6615" y="234"/>
                </a:moveTo>
                <a:lnTo>
                  <a:pt x="6781" y="234"/>
                </a:lnTo>
                <a:cubicBezTo>
                  <a:pt x="6788" y="234"/>
                  <a:pt x="6794" y="237"/>
                  <a:pt x="6799" y="242"/>
                </a:cubicBezTo>
                <a:cubicBezTo>
                  <a:pt x="6804" y="247"/>
                  <a:pt x="6807" y="253"/>
                  <a:pt x="6807" y="260"/>
                </a:cubicBezTo>
                <a:cubicBezTo>
                  <a:pt x="6807" y="267"/>
                  <a:pt x="6804" y="273"/>
                  <a:pt x="6799" y="278"/>
                </a:cubicBezTo>
                <a:cubicBezTo>
                  <a:pt x="6794" y="283"/>
                  <a:pt x="6788" y="285"/>
                  <a:pt x="6781" y="285"/>
                </a:cubicBezTo>
                <a:lnTo>
                  <a:pt x="6614" y="285"/>
                </a:lnTo>
                <a:cubicBezTo>
                  <a:pt x="6607" y="285"/>
                  <a:pt x="6601" y="282"/>
                  <a:pt x="6596" y="277"/>
                </a:cubicBezTo>
                <a:cubicBezTo>
                  <a:pt x="6591" y="272"/>
                  <a:pt x="6589" y="266"/>
                  <a:pt x="6589" y="259"/>
                </a:cubicBezTo>
                <a:cubicBezTo>
                  <a:pt x="6589" y="252"/>
                  <a:pt x="6592" y="246"/>
                  <a:pt x="6597" y="241"/>
                </a:cubicBezTo>
                <a:cubicBezTo>
                  <a:pt x="6602" y="236"/>
                  <a:pt x="6608" y="234"/>
                  <a:pt x="6615" y="234"/>
                </a:cubicBezTo>
                <a:moveTo>
                  <a:pt x="6982" y="235"/>
                </a:moveTo>
                <a:lnTo>
                  <a:pt x="7148" y="235"/>
                </a:lnTo>
                <a:cubicBezTo>
                  <a:pt x="7155" y="235"/>
                  <a:pt x="7161" y="237"/>
                  <a:pt x="7166" y="242"/>
                </a:cubicBezTo>
                <a:cubicBezTo>
                  <a:pt x="7171" y="247"/>
                  <a:pt x="7174" y="253"/>
                  <a:pt x="7174" y="260"/>
                </a:cubicBezTo>
                <a:cubicBezTo>
                  <a:pt x="7174" y="267"/>
                  <a:pt x="7171" y="273"/>
                  <a:pt x="7166" y="278"/>
                </a:cubicBezTo>
                <a:cubicBezTo>
                  <a:pt x="7161" y="283"/>
                  <a:pt x="7155" y="286"/>
                  <a:pt x="7148" y="286"/>
                </a:cubicBezTo>
                <a:lnTo>
                  <a:pt x="6982" y="286"/>
                </a:lnTo>
                <a:cubicBezTo>
                  <a:pt x="6975" y="286"/>
                  <a:pt x="6969" y="283"/>
                  <a:pt x="6964" y="278"/>
                </a:cubicBezTo>
                <a:cubicBezTo>
                  <a:pt x="6959" y="273"/>
                  <a:pt x="6957" y="267"/>
                  <a:pt x="6957" y="260"/>
                </a:cubicBezTo>
                <a:cubicBezTo>
                  <a:pt x="6957" y="253"/>
                  <a:pt x="6959" y="247"/>
                  <a:pt x="6964" y="242"/>
                </a:cubicBezTo>
                <a:cubicBezTo>
                  <a:pt x="6969" y="237"/>
                  <a:pt x="6975" y="235"/>
                  <a:pt x="6982" y="235"/>
                </a:cubicBezTo>
                <a:moveTo>
                  <a:pt x="7349" y="235"/>
                </a:moveTo>
                <a:lnTo>
                  <a:pt x="7514" y="235"/>
                </a:lnTo>
                <a:cubicBezTo>
                  <a:pt x="7521" y="235"/>
                  <a:pt x="7527" y="237"/>
                  <a:pt x="7532" y="242"/>
                </a:cubicBezTo>
                <a:cubicBezTo>
                  <a:pt x="7537" y="247"/>
                  <a:pt x="7539" y="253"/>
                  <a:pt x="7539" y="260"/>
                </a:cubicBezTo>
                <a:cubicBezTo>
                  <a:pt x="7539" y="267"/>
                  <a:pt x="7537" y="273"/>
                  <a:pt x="7532" y="278"/>
                </a:cubicBezTo>
                <a:cubicBezTo>
                  <a:pt x="7527" y="283"/>
                  <a:pt x="7521" y="286"/>
                  <a:pt x="7514" y="286"/>
                </a:cubicBezTo>
                <a:lnTo>
                  <a:pt x="7349" y="286"/>
                </a:lnTo>
                <a:cubicBezTo>
                  <a:pt x="7342" y="286"/>
                  <a:pt x="7336" y="283"/>
                  <a:pt x="7331" y="278"/>
                </a:cubicBezTo>
                <a:cubicBezTo>
                  <a:pt x="7326" y="273"/>
                  <a:pt x="7324" y="267"/>
                  <a:pt x="7324" y="260"/>
                </a:cubicBezTo>
                <a:cubicBezTo>
                  <a:pt x="7324" y="253"/>
                  <a:pt x="7326" y="247"/>
                  <a:pt x="7331" y="242"/>
                </a:cubicBezTo>
                <a:cubicBezTo>
                  <a:pt x="7336" y="237"/>
                  <a:pt x="7342" y="235"/>
                  <a:pt x="7349" y="235"/>
                </a:cubicBezTo>
                <a:moveTo>
                  <a:pt x="7716" y="235"/>
                </a:moveTo>
                <a:lnTo>
                  <a:pt x="7877" y="234"/>
                </a:lnTo>
                <a:cubicBezTo>
                  <a:pt x="7884" y="234"/>
                  <a:pt x="7890" y="237"/>
                  <a:pt x="7895" y="242"/>
                </a:cubicBezTo>
                <a:cubicBezTo>
                  <a:pt x="7900" y="247"/>
                  <a:pt x="7903" y="253"/>
                  <a:pt x="7903" y="260"/>
                </a:cubicBezTo>
                <a:cubicBezTo>
                  <a:pt x="7903" y="267"/>
                  <a:pt x="7900" y="273"/>
                  <a:pt x="7895" y="278"/>
                </a:cubicBezTo>
                <a:cubicBezTo>
                  <a:pt x="7890" y="283"/>
                  <a:pt x="7884" y="285"/>
                  <a:pt x="7877" y="285"/>
                </a:cubicBezTo>
                <a:lnTo>
                  <a:pt x="7716" y="286"/>
                </a:lnTo>
                <a:cubicBezTo>
                  <a:pt x="7709" y="286"/>
                  <a:pt x="7703" y="283"/>
                  <a:pt x="7698" y="278"/>
                </a:cubicBezTo>
                <a:cubicBezTo>
                  <a:pt x="7693" y="273"/>
                  <a:pt x="7690" y="267"/>
                  <a:pt x="7690" y="260"/>
                </a:cubicBezTo>
                <a:cubicBezTo>
                  <a:pt x="7690" y="253"/>
                  <a:pt x="7693" y="247"/>
                  <a:pt x="7698" y="242"/>
                </a:cubicBezTo>
                <a:cubicBezTo>
                  <a:pt x="7703" y="237"/>
                  <a:pt x="7709" y="235"/>
                  <a:pt x="7716" y="235"/>
                </a:cubicBezTo>
                <a:moveTo>
                  <a:pt x="8081" y="234"/>
                </a:moveTo>
                <a:lnTo>
                  <a:pt x="8246" y="233"/>
                </a:lnTo>
                <a:cubicBezTo>
                  <a:pt x="8253" y="233"/>
                  <a:pt x="8259" y="236"/>
                  <a:pt x="8264" y="241"/>
                </a:cubicBezTo>
                <a:cubicBezTo>
                  <a:pt x="8269" y="246"/>
                  <a:pt x="8271" y="252"/>
                  <a:pt x="8271" y="259"/>
                </a:cubicBezTo>
                <a:cubicBezTo>
                  <a:pt x="8271" y="266"/>
                  <a:pt x="8269" y="272"/>
                  <a:pt x="8264" y="277"/>
                </a:cubicBezTo>
                <a:cubicBezTo>
                  <a:pt x="8259" y="282"/>
                  <a:pt x="8253" y="284"/>
                  <a:pt x="8246" y="284"/>
                </a:cubicBezTo>
                <a:lnTo>
                  <a:pt x="8082" y="285"/>
                </a:lnTo>
                <a:cubicBezTo>
                  <a:pt x="8075" y="285"/>
                  <a:pt x="8069" y="282"/>
                  <a:pt x="8064" y="277"/>
                </a:cubicBezTo>
                <a:cubicBezTo>
                  <a:pt x="8059" y="272"/>
                  <a:pt x="8056" y="266"/>
                  <a:pt x="8056" y="259"/>
                </a:cubicBezTo>
                <a:cubicBezTo>
                  <a:pt x="8056" y="252"/>
                  <a:pt x="8058" y="246"/>
                  <a:pt x="8063" y="241"/>
                </a:cubicBezTo>
                <a:cubicBezTo>
                  <a:pt x="8068" y="236"/>
                  <a:pt x="8074" y="234"/>
                  <a:pt x="8081" y="234"/>
                </a:cubicBezTo>
                <a:moveTo>
                  <a:pt x="8452" y="233"/>
                </a:moveTo>
                <a:lnTo>
                  <a:pt x="8617" y="232"/>
                </a:lnTo>
                <a:cubicBezTo>
                  <a:pt x="8624" y="232"/>
                  <a:pt x="8630" y="234"/>
                  <a:pt x="8635" y="239"/>
                </a:cubicBezTo>
                <a:cubicBezTo>
                  <a:pt x="8640" y="244"/>
                  <a:pt x="8642" y="250"/>
                  <a:pt x="8642" y="257"/>
                </a:cubicBezTo>
                <a:cubicBezTo>
                  <a:pt x="8642" y="264"/>
                  <a:pt x="8640" y="270"/>
                  <a:pt x="8635" y="275"/>
                </a:cubicBezTo>
                <a:cubicBezTo>
                  <a:pt x="8630" y="280"/>
                  <a:pt x="8624" y="283"/>
                  <a:pt x="8617" y="283"/>
                </a:cubicBezTo>
                <a:lnTo>
                  <a:pt x="8452" y="283"/>
                </a:lnTo>
                <a:cubicBezTo>
                  <a:pt x="8445" y="283"/>
                  <a:pt x="8439" y="281"/>
                  <a:pt x="8434" y="276"/>
                </a:cubicBezTo>
                <a:cubicBezTo>
                  <a:pt x="8429" y="271"/>
                  <a:pt x="8427" y="265"/>
                  <a:pt x="8427" y="258"/>
                </a:cubicBezTo>
                <a:cubicBezTo>
                  <a:pt x="8426" y="251"/>
                  <a:pt x="8429" y="245"/>
                  <a:pt x="8434" y="240"/>
                </a:cubicBezTo>
                <a:cubicBezTo>
                  <a:pt x="8439" y="235"/>
                  <a:pt x="8445" y="233"/>
                  <a:pt x="8452" y="233"/>
                </a:cubicBezTo>
                <a:moveTo>
                  <a:pt x="8822" y="231"/>
                </a:moveTo>
                <a:lnTo>
                  <a:pt x="8985" y="230"/>
                </a:lnTo>
                <a:cubicBezTo>
                  <a:pt x="8992" y="230"/>
                  <a:pt x="8998" y="233"/>
                  <a:pt x="9003" y="238"/>
                </a:cubicBezTo>
                <a:cubicBezTo>
                  <a:pt x="9008" y="243"/>
                  <a:pt x="9011" y="249"/>
                  <a:pt x="9011" y="256"/>
                </a:cubicBezTo>
                <a:cubicBezTo>
                  <a:pt x="9011" y="263"/>
                  <a:pt x="9008" y="269"/>
                  <a:pt x="9003" y="274"/>
                </a:cubicBezTo>
                <a:cubicBezTo>
                  <a:pt x="8998" y="279"/>
                  <a:pt x="8992" y="281"/>
                  <a:pt x="8985" y="281"/>
                </a:cubicBezTo>
                <a:lnTo>
                  <a:pt x="8822" y="282"/>
                </a:lnTo>
                <a:cubicBezTo>
                  <a:pt x="8815" y="282"/>
                  <a:pt x="8809" y="280"/>
                  <a:pt x="8804" y="275"/>
                </a:cubicBezTo>
                <a:cubicBezTo>
                  <a:pt x="8799" y="270"/>
                  <a:pt x="8797" y="264"/>
                  <a:pt x="8797" y="257"/>
                </a:cubicBezTo>
                <a:cubicBezTo>
                  <a:pt x="8797" y="250"/>
                  <a:pt x="8799" y="244"/>
                  <a:pt x="8804" y="239"/>
                </a:cubicBezTo>
                <a:cubicBezTo>
                  <a:pt x="8809" y="234"/>
                  <a:pt x="8815" y="231"/>
                  <a:pt x="8822" y="231"/>
                </a:cubicBezTo>
                <a:moveTo>
                  <a:pt x="9187" y="229"/>
                </a:moveTo>
                <a:lnTo>
                  <a:pt x="9349" y="229"/>
                </a:lnTo>
                <a:cubicBezTo>
                  <a:pt x="9356" y="229"/>
                  <a:pt x="9362" y="231"/>
                  <a:pt x="9367" y="236"/>
                </a:cubicBezTo>
                <a:cubicBezTo>
                  <a:pt x="9372" y="241"/>
                  <a:pt x="9374" y="247"/>
                  <a:pt x="9374" y="254"/>
                </a:cubicBezTo>
                <a:cubicBezTo>
                  <a:pt x="9374" y="261"/>
                  <a:pt x="9372" y="267"/>
                  <a:pt x="9367" y="272"/>
                </a:cubicBezTo>
                <a:cubicBezTo>
                  <a:pt x="9362" y="277"/>
                  <a:pt x="9356" y="279"/>
                  <a:pt x="9349" y="279"/>
                </a:cubicBezTo>
                <a:lnTo>
                  <a:pt x="9187" y="280"/>
                </a:lnTo>
                <a:cubicBezTo>
                  <a:pt x="9180" y="280"/>
                  <a:pt x="9174" y="278"/>
                  <a:pt x="9169" y="273"/>
                </a:cubicBezTo>
                <a:cubicBezTo>
                  <a:pt x="9164" y="268"/>
                  <a:pt x="9162" y="262"/>
                  <a:pt x="9161" y="255"/>
                </a:cubicBezTo>
                <a:cubicBezTo>
                  <a:pt x="9161" y="248"/>
                  <a:pt x="9164" y="242"/>
                  <a:pt x="9169" y="237"/>
                </a:cubicBezTo>
                <a:cubicBezTo>
                  <a:pt x="9174" y="232"/>
                  <a:pt x="9180" y="229"/>
                  <a:pt x="9187" y="229"/>
                </a:cubicBezTo>
                <a:moveTo>
                  <a:pt x="9554" y="228"/>
                </a:moveTo>
                <a:lnTo>
                  <a:pt x="9714" y="227"/>
                </a:lnTo>
                <a:cubicBezTo>
                  <a:pt x="9721" y="227"/>
                  <a:pt x="9728" y="229"/>
                  <a:pt x="9733" y="234"/>
                </a:cubicBezTo>
                <a:cubicBezTo>
                  <a:pt x="9737" y="239"/>
                  <a:pt x="9740" y="245"/>
                  <a:pt x="9740" y="252"/>
                </a:cubicBezTo>
                <a:cubicBezTo>
                  <a:pt x="9740" y="259"/>
                  <a:pt x="9738" y="265"/>
                  <a:pt x="9733" y="270"/>
                </a:cubicBezTo>
                <a:cubicBezTo>
                  <a:pt x="9728" y="275"/>
                  <a:pt x="9722" y="278"/>
                  <a:pt x="9715" y="278"/>
                </a:cubicBezTo>
                <a:lnTo>
                  <a:pt x="9554" y="278"/>
                </a:lnTo>
                <a:cubicBezTo>
                  <a:pt x="9547" y="278"/>
                  <a:pt x="9541" y="276"/>
                  <a:pt x="9536" y="271"/>
                </a:cubicBezTo>
                <a:cubicBezTo>
                  <a:pt x="9531" y="266"/>
                  <a:pt x="9528" y="260"/>
                  <a:pt x="9528" y="253"/>
                </a:cubicBezTo>
                <a:cubicBezTo>
                  <a:pt x="9528" y="246"/>
                  <a:pt x="9531" y="240"/>
                  <a:pt x="9536" y="235"/>
                </a:cubicBezTo>
                <a:cubicBezTo>
                  <a:pt x="9541" y="230"/>
                  <a:pt x="9547" y="228"/>
                  <a:pt x="9554" y="228"/>
                </a:cubicBezTo>
                <a:moveTo>
                  <a:pt x="9921" y="226"/>
                </a:moveTo>
                <a:lnTo>
                  <a:pt x="10081" y="225"/>
                </a:lnTo>
                <a:cubicBezTo>
                  <a:pt x="10088" y="225"/>
                  <a:pt x="10094" y="227"/>
                  <a:pt x="10099" y="232"/>
                </a:cubicBezTo>
                <a:cubicBezTo>
                  <a:pt x="10104" y="237"/>
                  <a:pt x="10106" y="243"/>
                  <a:pt x="10106" y="250"/>
                </a:cubicBezTo>
                <a:cubicBezTo>
                  <a:pt x="10107" y="257"/>
                  <a:pt x="10104" y="263"/>
                  <a:pt x="10099" y="268"/>
                </a:cubicBezTo>
                <a:cubicBezTo>
                  <a:pt x="10094" y="273"/>
                  <a:pt x="10088" y="276"/>
                  <a:pt x="10081" y="276"/>
                </a:cubicBezTo>
                <a:lnTo>
                  <a:pt x="9922" y="276"/>
                </a:lnTo>
                <a:cubicBezTo>
                  <a:pt x="9914" y="277"/>
                  <a:pt x="9908" y="274"/>
                  <a:pt x="9903" y="269"/>
                </a:cubicBezTo>
                <a:cubicBezTo>
                  <a:pt x="9898" y="264"/>
                  <a:pt x="9896" y="258"/>
                  <a:pt x="9896" y="251"/>
                </a:cubicBezTo>
                <a:cubicBezTo>
                  <a:pt x="9896" y="244"/>
                  <a:pt x="9898" y="238"/>
                  <a:pt x="9903" y="233"/>
                </a:cubicBezTo>
                <a:cubicBezTo>
                  <a:pt x="9908" y="228"/>
                  <a:pt x="9914" y="226"/>
                  <a:pt x="9921" y="226"/>
                </a:cubicBezTo>
                <a:moveTo>
                  <a:pt x="10289" y="224"/>
                </a:moveTo>
                <a:lnTo>
                  <a:pt x="10447" y="223"/>
                </a:lnTo>
                <a:cubicBezTo>
                  <a:pt x="10454" y="223"/>
                  <a:pt x="10460" y="225"/>
                  <a:pt x="10465" y="230"/>
                </a:cubicBezTo>
                <a:cubicBezTo>
                  <a:pt x="10470" y="235"/>
                  <a:pt x="10473" y="241"/>
                  <a:pt x="10473" y="248"/>
                </a:cubicBezTo>
                <a:cubicBezTo>
                  <a:pt x="10473" y="255"/>
                  <a:pt x="10471" y="261"/>
                  <a:pt x="10466" y="266"/>
                </a:cubicBezTo>
                <a:cubicBezTo>
                  <a:pt x="10461" y="271"/>
                  <a:pt x="10455" y="274"/>
                  <a:pt x="10448" y="274"/>
                </a:cubicBezTo>
                <a:lnTo>
                  <a:pt x="10289" y="275"/>
                </a:lnTo>
                <a:cubicBezTo>
                  <a:pt x="10282" y="275"/>
                  <a:pt x="10276" y="272"/>
                  <a:pt x="10271" y="267"/>
                </a:cubicBezTo>
                <a:cubicBezTo>
                  <a:pt x="10266" y="262"/>
                  <a:pt x="10264" y="256"/>
                  <a:pt x="10263" y="249"/>
                </a:cubicBezTo>
                <a:cubicBezTo>
                  <a:pt x="10263" y="242"/>
                  <a:pt x="10266" y="236"/>
                  <a:pt x="10271" y="231"/>
                </a:cubicBezTo>
                <a:cubicBezTo>
                  <a:pt x="10276" y="226"/>
                  <a:pt x="10282" y="224"/>
                  <a:pt x="10289" y="224"/>
                </a:cubicBezTo>
                <a:moveTo>
                  <a:pt x="10656" y="222"/>
                </a:moveTo>
                <a:lnTo>
                  <a:pt x="10818" y="221"/>
                </a:lnTo>
                <a:cubicBezTo>
                  <a:pt x="10825" y="221"/>
                  <a:pt x="10831" y="223"/>
                  <a:pt x="10836" y="228"/>
                </a:cubicBezTo>
                <a:cubicBezTo>
                  <a:pt x="10841" y="233"/>
                  <a:pt x="10844" y="239"/>
                  <a:pt x="10844" y="246"/>
                </a:cubicBezTo>
                <a:cubicBezTo>
                  <a:pt x="10844" y="253"/>
                  <a:pt x="10841" y="259"/>
                  <a:pt x="10836" y="264"/>
                </a:cubicBezTo>
                <a:cubicBezTo>
                  <a:pt x="10831" y="269"/>
                  <a:pt x="10825" y="272"/>
                  <a:pt x="10818" y="272"/>
                </a:cubicBezTo>
                <a:lnTo>
                  <a:pt x="10656" y="273"/>
                </a:lnTo>
                <a:cubicBezTo>
                  <a:pt x="10649" y="273"/>
                  <a:pt x="10643" y="270"/>
                  <a:pt x="10638" y="265"/>
                </a:cubicBezTo>
                <a:cubicBezTo>
                  <a:pt x="10633" y="260"/>
                  <a:pt x="10631" y="254"/>
                  <a:pt x="10631" y="247"/>
                </a:cubicBezTo>
                <a:cubicBezTo>
                  <a:pt x="10630" y="240"/>
                  <a:pt x="10633" y="234"/>
                  <a:pt x="10638" y="229"/>
                </a:cubicBezTo>
                <a:cubicBezTo>
                  <a:pt x="10643" y="224"/>
                  <a:pt x="10649" y="222"/>
                  <a:pt x="10656" y="222"/>
                </a:cubicBezTo>
                <a:moveTo>
                  <a:pt x="11018" y="220"/>
                </a:moveTo>
                <a:lnTo>
                  <a:pt x="11182" y="220"/>
                </a:lnTo>
                <a:cubicBezTo>
                  <a:pt x="11189" y="220"/>
                  <a:pt x="11195" y="222"/>
                  <a:pt x="11200" y="227"/>
                </a:cubicBezTo>
                <a:cubicBezTo>
                  <a:pt x="11205" y="232"/>
                  <a:pt x="11208" y="238"/>
                  <a:pt x="11208" y="245"/>
                </a:cubicBezTo>
                <a:cubicBezTo>
                  <a:pt x="11208" y="252"/>
                  <a:pt x="11205" y="258"/>
                  <a:pt x="11200" y="263"/>
                </a:cubicBezTo>
                <a:cubicBezTo>
                  <a:pt x="11195" y="268"/>
                  <a:pt x="11189" y="271"/>
                  <a:pt x="11182" y="271"/>
                </a:cubicBezTo>
                <a:lnTo>
                  <a:pt x="11018" y="271"/>
                </a:lnTo>
                <a:cubicBezTo>
                  <a:pt x="11011" y="271"/>
                  <a:pt x="11005" y="269"/>
                  <a:pt x="11000" y="264"/>
                </a:cubicBezTo>
                <a:cubicBezTo>
                  <a:pt x="10995" y="259"/>
                  <a:pt x="10992" y="253"/>
                  <a:pt x="10992" y="246"/>
                </a:cubicBezTo>
                <a:cubicBezTo>
                  <a:pt x="10992" y="239"/>
                  <a:pt x="10995" y="233"/>
                  <a:pt x="11000" y="228"/>
                </a:cubicBezTo>
                <a:cubicBezTo>
                  <a:pt x="11005" y="223"/>
                  <a:pt x="11011" y="220"/>
                  <a:pt x="11018" y="220"/>
                </a:cubicBezTo>
                <a:close/>
              </a:path>
            </a:pathLst>
          </a:custGeom>
          <a:solidFill>
            <a:srgbClr val="E031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8323560" y="6129000"/>
            <a:ext cx="206640" cy="76680"/>
          </a:xfrm>
          <a:custGeom>
            <a:avLst/>
            <a:gdLst/>
            <a:ahLst/>
            <a:rect l="0" t="0" r="r" b="b"/>
            <a:pathLst>
              <a:path fill="none" w="574" h="213">
                <a:moveTo>
                  <a:pt x="0" y="213"/>
                </a:moveTo>
                <a:cubicBezTo>
                  <a:pt x="115" y="170"/>
                  <a:pt x="230" y="127"/>
                  <a:pt x="574" y="0"/>
                </a:cubicBezTo>
              </a:path>
            </a:pathLst>
          </a:custGeom>
          <a:ln cap="rnd" w="18000">
            <a:solidFill>
              <a:srgbClr val="E03131"/>
            </a:solidFill>
            <a:miter/>
          </a:ln>
        </p:spPr>
        <p:txBody>
          <a:bodyPr lIns="9000" tIns="9000" rIns="9000" bIns="90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8322480" y="6054840"/>
            <a:ext cx="207720" cy="74520"/>
          </a:xfrm>
          <a:custGeom>
            <a:avLst/>
            <a:gdLst/>
            <a:ahLst/>
            <a:rect l="0" t="0" r="r" b="b"/>
            <a:pathLst>
              <a:path fill="none" w="577" h="207">
                <a:moveTo>
                  <a:pt x="0" y="0"/>
                </a:moveTo>
                <a:cubicBezTo>
                  <a:pt x="116" y="41"/>
                  <a:pt x="232" y="83"/>
                  <a:pt x="577" y="207"/>
                </a:cubicBezTo>
              </a:path>
            </a:pathLst>
          </a:custGeom>
          <a:ln cap="rnd" w="18000">
            <a:solidFill>
              <a:srgbClr val="E03131"/>
            </a:solidFill>
            <a:miter/>
          </a:ln>
        </p:spPr>
        <p:txBody>
          <a:bodyPr lIns="9000" tIns="9000" rIns="9000" bIns="900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3530160" y="3022200"/>
            <a:ext cx="5223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90" b="0" u="none" strike="noStrike">
                <a:solidFill>
                  <a:srgbClr val="1971C2"/>
                </a:solidFill>
                <a:effectLst/>
                <a:uFillTx/>
                <a:latin typeface="Virgil3YOFF"/>
                <a:ea typeface="Virgil3YOFF"/>
              </a:rPr>
              <a:t>back to triage</a:t>
            </a:r>
            <a:endParaRPr lang="en-GB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1178748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14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685440" y="2628720"/>
            <a:ext cx="1753200" cy="19440"/>
          </a:xfrm>
          <a:custGeom>
            <a:avLst/>
            <a:gdLst/>
            <a:ahLst/>
            <a:rect l="0" t="0" r="r" b="b"/>
            <a:pathLst>
              <a:path w="4870" h="54">
                <a:moveTo>
                  <a:pt x="0" y="0"/>
                </a:moveTo>
                <a:lnTo>
                  <a:pt x="4870" y="0"/>
                </a:lnTo>
                <a:lnTo>
                  <a:pt x="487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2438280" y="2628720"/>
            <a:ext cx="1095840" cy="19440"/>
          </a:xfrm>
          <a:custGeom>
            <a:avLst/>
            <a:gdLst/>
            <a:ahLst/>
            <a:rect l="0" t="0" r="r" b="b"/>
            <a:pathLst>
              <a:path w="3044" h="54">
                <a:moveTo>
                  <a:pt x="0" y="0"/>
                </a:moveTo>
                <a:lnTo>
                  <a:pt x="3044" y="0"/>
                </a:lnTo>
                <a:lnTo>
                  <a:pt x="304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3533760" y="2628720"/>
            <a:ext cx="1866960" cy="19440"/>
          </a:xfrm>
          <a:custGeom>
            <a:avLst/>
            <a:gdLst/>
            <a:ahLst/>
            <a:rect l="0" t="0" r="r" b="b"/>
            <a:pathLst>
              <a:path w="5186" h="54">
                <a:moveTo>
                  <a:pt x="0" y="0"/>
                </a:moveTo>
                <a:lnTo>
                  <a:pt x="5186" y="0"/>
                </a:lnTo>
                <a:lnTo>
                  <a:pt x="518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5400360" y="2628720"/>
            <a:ext cx="3991320" cy="19440"/>
          </a:xfrm>
          <a:custGeom>
            <a:avLst/>
            <a:gdLst/>
            <a:ahLst/>
            <a:rect l="0" t="0" r="r" b="b"/>
            <a:pathLst>
              <a:path w="11087" h="54">
                <a:moveTo>
                  <a:pt x="0" y="0"/>
                </a:moveTo>
                <a:lnTo>
                  <a:pt x="11087" y="0"/>
                </a:lnTo>
                <a:lnTo>
                  <a:pt x="1108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685440" y="3095280"/>
            <a:ext cx="1753200" cy="10080"/>
          </a:xfrm>
          <a:custGeom>
            <a:avLst/>
            <a:gdLst/>
            <a:ahLst/>
            <a:rect l="0" t="0" r="r" b="b"/>
            <a:pathLst>
              <a:path w="4870" h="28">
                <a:moveTo>
                  <a:pt x="0" y="0"/>
                </a:moveTo>
                <a:lnTo>
                  <a:pt x="4870" y="0"/>
                </a:lnTo>
                <a:lnTo>
                  <a:pt x="48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2438280" y="3095280"/>
            <a:ext cx="1095840" cy="10080"/>
          </a:xfrm>
          <a:custGeom>
            <a:avLst/>
            <a:gdLst/>
            <a:ahLst/>
            <a:rect l="0" t="0" r="r" b="b"/>
            <a:pathLst>
              <a:path w="3044" h="28">
                <a:moveTo>
                  <a:pt x="0" y="0"/>
                </a:moveTo>
                <a:lnTo>
                  <a:pt x="3044" y="0"/>
                </a:lnTo>
                <a:lnTo>
                  <a:pt x="3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3533760" y="3095280"/>
            <a:ext cx="1866960" cy="10080"/>
          </a:xfrm>
          <a:custGeom>
            <a:avLst/>
            <a:gdLst/>
            <a:ahLst/>
            <a:rect l="0" t="0" r="r" b="b"/>
            <a:pathLst>
              <a:path w="5186" h="28">
                <a:moveTo>
                  <a:pt x="0" y="0"/>
                </a:moveTo>
                <a:lnTo>
                  <a:pt x="5186" y="0"/>
                </a:lnTo>
                <a:lnTo>
                  <a:pt x="51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5400360" y="3095280"/>
            <a:ext cx="3991320" cy="10080"/>
          </a:xfrm>
          <a:custGeom>
            <a:avLst/>
            <a:gdLst/>
            <a:ahLst/>
            <a:rect l="0" t="0" r="r" b="b"/>
            <a:pathLst>
              <a:path w="11087" h="28">
                <a:moveTo>
                  <a:pt x="0" y="0"/>
                </a:moveTo>
                <a:lnTo>
                  <a:pt x="11087" y="0"/>
                </a:lnTo>
                <a:lnTo>
                  <a:pt x="110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685440" y="3543120"/>
            <a:ext cx="1753200" cy="9720"/>
          </a:xfrm>
          <a:custGeom>
            <a:avLst/>
            <a:gdLst/>
            <a:ahLst/>
            <a:rect l="0" t="0" r="r" b="b"/>
            <a:pathLst>
              <a:path w="4870" h="27">
                <a:moveTo>
                  <a:pt x="0" y="0"/>
                </a:moveTo>
                <a:lnTo>
                  <a:pt x="4870" y="0"/>
                </a:lnTo>
                <a:lnTo>
                  <a:pt x="48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2438280" y="354312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3533760" y="3543120"/>
            <a:ext cx="1866960" cy="9720"/>
          </a:xfrm>
          <a:custGeom>
            <a:avLst/>
            <a:gdLst/>
            <a:ahLst/>
            <a:rect l="0" t="0" r="r" b="b"/>
            <a:pathLst>
              <a:path w="5186" h="27">
                <a:moveTo>
                  <a:pt x="0" y="0"/>
                </a:moveTo>
                <a:lnTo>
                  <a:pt x="5186" y="0"/>
                </a:lnTo>
                <a:lnTo>
                  <a:pt x="51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5400360" y="3543120"/>
            <a:ext cx="3991320" cy="9720"/>
          </a:xfrm>
          <a:custGeom>
            <a:avLst/>
            <a:gdLst/>
            <a:ahLst/>
            <a:rect l="0" t="0" r="r" b="b"/>
            <a:pathLst>
              <a:path w="11087" h="27">
                <a:moveTo>
                  <a:pt x="0" y="0"/>
                </a:moveTo>
                <a:lnTo>
                  <a:pt x="11087" y="0"/>
                </a:lnTo>
                <a:lnTo>
                  <a:pt x="11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685440" y="4000320"/>
            <a:ext cx="1753200" cy="9720"/>
          </a:xfrm>
          <a:custGeom>
            <a:avLst/>
            <a:gdLst/>
            <a:ahLst/>
            <a:rect l="0" t="0" r="r" b="b"/>
            <a:pathLst>
              <a:path w="4870" h="27">
                <a:moveTo>
                  <a:pt x="0" y="0"/>
                </a:moveTo>
                <a:lnTo>
                  <a:pt x="4870" y="0"/>
                </a:lnTo>
                <a:lnTo>
                  <a:pt x="48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2438280" y="400032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3533760" y="4000320"/>
            <a:ext cx="1866960" cy="9720"/>
          </a:xfrm>
          <a:custGeom>
            <a:avLst/>
            <a:gdLst/>
            <a:ahLst/>
            <a:rect l="0" t="0" r="r" b="b"/>
            <a:pathLst>
              <a:path w="5186" h="27">
                <a:moveTo>
                  <a:pt x="0" y="0"/>
                </a:moveTo>
                <a:lnTo>
                  <a:pt x="5186" y="0"/>
                </a:lnTo>
                <a:lnTo>
                  <a:pt x="51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5400360" y="4000320"/>
            <a:ext cx="3991320" cy="9720"/>
          </a:xfrm>
          <a:custGeom>
            <a:avLst/>
            <a:gdLst/>
            <a:ahLst/>
            <a:rect l="0" t="0" r="r" b="b"/>
            <a:pathLst>
              <a:path w="11087" h="27">
                <a:moveTo>
                  <a:pt x="0" y="0"/>
                </a:moveTo>
                <a:lnTo>
                  <a:pt x="11087" y="0"/>
                </a:lnTo>
                <a:lnTo>
                  <a:pt x="11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685440" y="4448160"/>
            <a:ext cx="1753200" cy="9720"/>
          </a:xfrm>
          <a:custGeom>
            <a:avLst/>
            <a:gdLst/>
            <a:ahLst/>
            <a:rect l="0" t="0" r="r" b="b"/>
            <a:pathLst>
              <a:path w="4870" h="27">
                <a:moveTo>
                  <a:pt x="0" y="0"/>
                </a:moveTo>
                <a:lnTo>
                  <a:pt x="4870" y="0"/>
                </a:lnTo>
                <a:lnTo>
                  <a:pt x="48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2438280" y="444816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3533760" y="4448160"/>
            <a:ext cx="1866960" cy="9720"/>
          </a:xfrm>
          <a:custGeom>
            <a:avLst/>
            <a:gdLst/>
            <a:ahLst/>
            <a:rect l="0" t="0" r="r" b="b"/>
            <a:pathLst>
              <a:path w="5186" h="27">
                <a:moveTo>
                  <a:pt x="0" y="0"/>
                </a:moveTo>
                <a:lnTo>
                  <a:pt x="5186" y="0"/>
                </a:lnTo>
                <a:lnTo>
                  <a:pt x="51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5400360" y="4448160"/>
            <a:ext cx="3991320" cy="9720"/>
          </a:xfrm>
          <a:custGeom>
            <a:avLst/>
            <a:gdLst/>
            <a:ahLst/>
            <a:rect l="0" t="0" r="r" b="b"/>
            <a:pathLst>
              <a:path w="11087" h="27">
                <a:moveTo>
                  <a:pt x="0" y="0"/>
                </a:moveTo>
                <a:lnTo>
                  <a:pt x="11087" y="0"/>
                </a:lnTo>
                <a:lnTo>
                  <a:pt x="11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685440" y="4905360"/>
            <a:ext cx="1753200" cy="9720"/>
          </a:xfrm>
          <a:custGeom>
            <a:avLst/>
            <a:gdLst/>
            <a:ahLst/>
            <a:rect l="0" t="0" r="r" b="b"/>
            <a:pathLst>
              <a:path w="4870" h="27">
                <a:moveTo>
                  <a:pt x="0" y="0"/>
                </a:moveTo>
                <a:lnTo>
                  <a:pt x="4870" y="0"/>
                </a:lnTo>
                <a:lnTo>
                  <a:pt x="48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2438280" y="490536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3533760" y="4905360"/>
            <a:ext cx="1866960" cy="9720"/>
          </a:xfrm>
          <a:custGeom>
            <a:avLst/>
            <a:gdLst/>
            <a:ahLst/>
            <a:rect l="0" t="0" r="r" b="b"/>
            <a:pathLst>
              <a:path w="5186" h="27">
                <a:moveTo>
                  <a:pt x="0" y="0"/>
                </a:moveTo>
                <a:lnTo>
                  <a:pt x="5186" y="0"/>
                </a:lnTo>
                <a:lnTo>
                  <a:pt x="51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5400360" y="4905360"/>
            <a:ext cx="3991320" cy="9720"/>
          </a:xfrm>
          <a:custGeom>
            <a:avLst/>
            <a:gdLst/>
            <a:ahLst/>
            <a:rect l="0" t="0" r="r" b="b"/>
            <a:pathLst>
              <a:path w="11087" h="27">
                <a:moveTo>
                  <a:pt x="0" y="0"/>
                </a:moveTo>
                <a:lnTo>
                  <a:pt x="11087" y="0"/>
                </a:lnTo>
                <a:lnTo>
                  <a:pt x="11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685800" y="1091520"/>
            <a:ext cx="30337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T I C K E T I N G   I N T E G R A T I O N S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685800" y="1291320"/>
            <a:ext cx="516996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Where triage lands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685800" y="2343240"/>
            <a:ext cx="12168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I N T E G RAT I O N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2442240" y="2343240"/>
            <a:ext cx="59904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STAT U S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3537360" y="2343240"/>
            <a:ext cx="9979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M EC H AN IS M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5399640" y="2343240"/>
            <a:ext cx="92088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U S E   C A S E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2438280" y="2752560"/>
            <a:ext cx="943200" cy="248040"/>
          </a:xfrm>
          <a:custGeom>
            <a:avLst/>
            <a:gdLst/>
            <a:ahLst/>
            <a:rect l="0" t="0" r="r" b="b"/>
            <a:pathLst>
              <a:path w="2620" h="689">
                <a:moveTo>
                  <a:pt x="39" y="39"/>
                </a:moveTo>
                <a:cubicBezTo>
                  <a:pt x="64" y="13"/>
                  <a:pt x="96" y="0"/>
                  <a:pt x="132" y="0"/>
                </a:cubicBezTo>
                <a:lnTo>
                  <a:pt x="2488" y="0"/>
                </a:lnTo>
                <a:cubicBezTo>
                  <a:pt x="2524" y="0"/>
                  <a:pt x="2556" y="13"/>
                  <a:pt x="2581" y="39"/>
                </a:cubicBezTo>
                <a:cubicBezTo>
                  <a:pt x="2607" y="65"/>
                  <a:pt x="2620" y="96"/>
                  <a:pt x="2620" y="132"/>
                </a:cubicBezTo>
                <a:lnTo>
                  <a:pt x="2620" y="557"/>
                </a:lnTo>
                <a:cubicBezTo>
                  <a:pt x="2620" y="593"/>
                  <a:pt x="2607" y="624"/>
                  <a:pt x="2581" y="650"/>
                </a:cubicBezTo>
                <a:cubicBezTo>
                  <a:pt x="2556" y="676"/>
                  <a:pt x="2524" y="689"/>
                  <a:pt x="2488" y="689"/>
                </a:cubicBezTo>
                <a:lnTo>
                  <a:pt x="132" y="689"/>
                </a:lnTo>
                <a:cubicBezTo>
                  <a:pt x="96" y="689"/>
                  <a:pt x="64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22C55E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2447640" y="2761920"/>
            <a:ext cx="924480" cy="228960"/>
          </a:xfrm>
          <a:custGeom>
            <a:avLst/>
            <a:gdLst/>
            <a:ahLst/>
            <a:rect l="0" t="0" r="r" b="b"/>
            <a:pathLst>
              <a:path w="2568" h="636">
                <a:moveTo>
                  <a:pt x="0" y="106"/>
                </a:moveTo>
                <a:lnTo>
                  <a:pt x="0" y="531"/>
                </a:lnTo>
                <a:cubicBezTo>
                  <a:pt x="0" y="545"/>
                  <a:pt x="3" y="558"/>
                  <a:pt x="8" y="571"/>
                </a:cubicBezTo>
                <a:cubicBezTo>
                  <a:pt x="14" y="584"/>
                  <a:pt x="21" y="595"/>
                  <a:pt x="31" y="605"/>
                </a:cubicBezTo>
                <a:cubicBezTo>
                  <a:pt x="41" y="615"/>
                  <a:pt x="53" y="623"/>
                  <a:pt x="66" y="628"/>
                </a:cubicBezTo>
                <a:cubicBezTo>
                  <a:pt x="79" y="634"/>
                  <a:pt x="92" y="636"/>
                  <a:pt x="106" y="636"/>
                </a:cubicBezTo>
                <a:lnTo>
                  <a:pt x="2462" y="636"/>
                </a:lnTo>
                <a:cubicBezTo>
                  <a:pt x="2476" y="636"/>
                  <a:pt x="2489" y="634"/>
                  <a:pt x="2502" y="628"/>
                </a:cubicBezTo>
                <a:cubicBezTo>
                  <a:pt x="2515" y="623"/>
                  <a:pt x="2527" y="615"/>
                  <a:pt x="2537" y="605"/>
                </a:cubicBezTo>
                <a:cubicBezTo>
                  <a:pt x="2547" y="595"/>
                  <a:pt x="2554" y="584"/>
                  <a:pt x="2560" y="571"/>
                </a:cubicBezTo>
                <a:cubicBezTo>
                  <a:pt x="2565" y="558"/>
                  <a:pt x="2568" y="545"/>
                  <a:pt x="2568" y="531"/>
                </a:cubicBezTo>
                <a:lnTo>
                  <a:pt x="2568" y="106"/>
                </a:lnTo>
                <a:cubicBezTo>
                  <a:pt x="2568" y="92"/>
                  <a:pt x="2565" y="79"/>
                  <a:pt x="2560" y="66"/>
                </a:cubicBezTo>
                <a:cubicBezTo>
                  <a:pt x="2554" y="53"/>
                  <a:pt x="2547" y="41"/>
                  <a:pt x="2537" y="31"/>
                </a:cubicBezTo>
                <a:cubicBezTo>
                  <a:pt x="2527" y="21"/>
                  <a:pt x="2515" y="14"/>
                  <a:pt x="2502" y="8"/>
                </a:cubicBezTo>
                <a:cubicBezTo>
                  <a:pt x="2489" y="3"/>
                  <a:pt x="2476" y="0"/>
                  <a:pt x="2462" y="0"/>
                </a:cubicBezTo>
                <a:lnTo>
                  <a:pt x="106" y="0"/>
                </a:lnTo>
                <a:cubicBezTo>
                  <a:pt x="92" y="0"/>
                  <a:pt x="79" y="3"/>
                  <a:pt x="66" y="8"/>
                </a:cubicBezTo>
                <a:cubicBezTo>
                  <a:pt x="53" y="14"/>
                  <a:pt x="41" y="21"/>
                  <a:pt x="31" y="31"/>
                </a:cubicBezTo>
                <a:cubicBezTo>
                  <a:pt x="21" y="41"/>
                  <a:pt x="14" y="53"/>
                  <a:pt x="8" y="66"/>
                </a:cubicBezTo>
                <a:cubicBezTo>
                  <a:pt x="3" y="79"/>
                  <a:pt x="0" y="92"/>
                  <a:pt x="0" y="106"/>
                </a:cubicBezTo>
                <a:close/>
              </a:path>
            </a:pathLst>
          </a:custGeom>
          <a:solidFill>
            <a:srgbClr val="22C55E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 txBox="1"/>
          <p:nvPr/>
        </p:nvSpPr>
        <p:spPr>
          <a:xfrm>
            <a:off x="685800" y="2746440"/>
            <a:ext cx="1635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GitLab </a:t>
            </a:r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(REST API today)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2566080" y="2813040"/>
            <a:ext cx="8258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22C55E"/>
                </a:solidFill>
                <a:effectLst/>
                <a:uFillTx/>
                <a:latin typeface="Outfit-Thin_"/>
                <a:ea typeface="Outfit-Thin_"/>
              </a:rPr>
              <a:t>PRO D U CT I O N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 txBox="1"/>
          <p:nvPr/>
        </p:nvSpPr>
        <p:spPr>
          <a:xfrm>
            <a:off x="3537360" y="2746440"/>
            <a:ext cx="1710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Direct API · workflow step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 txBox="1"/>
          <p:nvPr/>
        </p:nvSpPr>
        <p:spPr>
          <a:xfrm>
            <a:off x="5399640" y="2746440"/>
            <a:ext cx="3362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Default ticket destination · round-robin assignment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2438280" y="3209760"/>
            <a:ext cx="943200" cy="238320"/>
          </a:xfrm>
          <a:custGeom>
            <a:avLst/>
            <a:gdLst/>
            <a:ahLst/>
            <a:rect l="0" t="0" r="r" b="b"/>
            <a:pathLst>
              <a:path w="2620" h="662">
                <a:moveTo>
                  <a:pt x="39" y="40"/>
                </a:moveTo>
                <a:cubicBezTo>
                  <a:pt x="64" y="14"/>
                  <a:pt x="96" y="0"/>
                  <a:pt x="132" y="0"/>
                </a:cubicBezTo>
                <a:lnTo>
                  <a:pt x="2488" y="0"/>
                </a:lnTo>
                <a:cubicBezTo>
                  <a:pt x="2524" y="0"/>
                  <a:pt x="2556" y="14"/>
                  <a:pt x="2581" y="40"/>
                </a:cubicBezTo>
                <a:cubicBezTo>
                  <a:pt x="2607" y="66"/>
                  <a:pt x="2620" y="97"/>
                  <a:pt x="2620" y="133"/>
                </a:cubicBezTo>
                <a:lnTo>
                  <a:pt x="2620" y="530"/>
                </a:lnTo>
                <a:cubicBezTo>
                  <a:pt x="2620" y="567"/>
                  <a:pt x="2607" y="598"/>
                  <a:pt x="2581" y="624"/>
                </a:cubicBezTo>
                <a:cubicBezTo>
                  <a:pt x="2556" y="649"/>
                  <a:pt x="2524" y="662"/>
                  <a:pt x="2488" y="662"/>
                </a:cubicBezTo>
                <a:lnTo>
                  <a:pt x="132" y="662"/>
                </a:lnTo>
                <a:cubicBezTo>
                  <a:pt x="96" y="662"/>
                  <a:pt x="64" y="649"/>
                  <a:pt x="39" y="624"/>
                </a:cubicBezTo>
                <a:cubicBezTo>
                  <a:pt x="13" y="598"/>
                  <a:pt x="0" y="567"/>
                  <a:pt x="0" y="530"/>
                </a:cubicBezTo>
                <a:lnTo>
                  <a:pt x="0" y="133"/>
                </a:lnTo>
                <a:cubicBezTo>
                  <a:pt x="0" y="97"/>
                  <a:pt x="13" y="66"/>
                  <a:pt x="39" y="40"/>
                </a:cubicBezTo>
                <a:close/>
              </a:path>
            </a:pathLst>
          </a:custGeom>
          <a:solidFill>
            <a:srgbClr val="22C55E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2447640" y="3219120"/>
            <a:ext cx="924480" cy="219600"/>
          </a:xfrm>
          <a:custGeom>
            <a:avLst/>
            <a:gdLst/>
            <a:ahLst/>
            <a:rect l="0" t="0" r="r" b="b"/>
            <a:pathLst>
              <a:path w="2568" h="610">
                <a:moveTo>
                  <a:pt x="0" y="106"/>
                </a:moveTo>
                <a:lnTo>
                  <a:pt x="0" y="504"/>
                </a:lnTo>
                <a:cubicBezTo>
                  <a:pt x="0" y="518"/>
                  <a:pt x="3" y="532"/>
                  <a:pt x="8" y="545"/>
                </a:cubicBezTo>
                <a:cubicBezTo>
                  <a:pt x="14" y="558"/>
                  <a:pt x="21" y="569"/>
                  <a:pt x="31" y="579"/>
                </a:cubicBezTo>
                <a:cubicBezTo>
                  <a:pt x="41" y="589"/>
                  <a:pt x="53" y="597"/>
                  <a:pt x="66" y="602"/>
                </a:cubicBezTo>
                <a:cubicBezTo>
                  <a:pt x="79" y="607"/>
                  <a:pt x="92" y="610"/>
                  <a:pt x="106" y="610"/>
                </a:cubicBezTo>
                <a:lnTo>
                  <a:pt x="2462" y="610"/>
                </a:lnTo>
                <a:cubicBezTo>
                  <a:pt x="2476" y="610"/>
                  <a:pt x="2489" y="607"/>
                  <a:pt x="2502" y="602"/>
                </a:cubicBezTo>
                <a:cubicBezTo>
                  <a:pt x="2515" y="597"/>
                  <a:pt x="2527" y="589"/>
                  <a:pt x="2537" y="579"/>
                </a:cubicBezTo>
                <a:cubicBezTo>
                  <a:pt x="2547" y="569"/>
                  <a:pt x="2554" y="558"/>
                  <a:pt x="2560" y="545"/>
                </a:cubicBezTo>
                <a:cubicBezTo>
                  <a:pt x="2565" y="532"/>
                  <a:pt x="2568" y="518"/>
                  <a:pt x="2568" y="504"/>
                </a:cubicBezTo>
                <a:lnTo>
                  <a:pt x="2568" y="106"/>
                </a:lnTo>
                <a:cubicBezTo>
                  <a:pt x="2568" y="92"/>
                  <a:pt x="2565" y="79"/>
                  <a:pt x="2560" y="66"/>
                </a:cubicBezTo>
                <a:cubicBezTo>
                  <a:pt x="2554" y="53"/>
                  <a:pt x="2547" y="41"/>
                  <a:pt x="2537" y="31"/>
                </a:cubicBezTo>
                <a:cubicBezTo>
                  <a:pt x="2527" y="21"/>
                  <a:pt x="2515" y="14"/>
                  <a:pt x="2502" y="8"/>
                </a:cubicBezTo>
                <a:cubicBezTo>
                  <a:pt x="2489" y="3"/>
                  <a:pt x="2476" y="0"/>
                  <a:pt x="2462" y="0"/>
                </a:cubicBezTo>
                <a:lnTo>
                  <a:pt x="106" y="0"/>
                </a:lnTo>
                <a:cubicBezTo>
                  <a:pt x="92" y="0"/>
                  <a:pt x="79" y="3"/>
                  <a:pt x="66" y="8"/>
                </a:cubicBezTo>
                <a:cubicBezTo>
                  <a:pt x="53" y="14"/>
                  <a:pt x="41" y="21"/>
                  <a:pt x="31" y="31"/>
                </a:cubicBezTo>
                <a:cubicBezTo>
                  <a:pt x="21" y="41"/>
                  <a:pt x="14" y="53"/>
                  <a:pt x="8" y="66"/>
                </a:cubicBezTo>
                <a:cubicBezTo>
                  <a:pt x="3" y="79"/>
                  <a:pt x="0" y="92"/>
                  <a:pt x="0" y="106"/>
                </a:cubicBezTo>
                <a:close/>
              </a:path>
            </a:pathLst>
          </a:custGeom>
          <a:solidFill>
            <a:srgbClr val="22C55E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685800" y="3203640"/>
            <a:ext cx="1104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Microsoft Teams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 txBox="1"/>
          <p:nvPr/>
        </p:nvSpPr>
        <p:spPr>
          <a:xfrm>
            <a:off x="2566080" y="3270240"/>
            <a:ext cx="8258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22C55E"/>
                </a:solidFill>
                <a:effectLst/>
                <a:uFillTx/>
                <a:latin typeface="Outfit-Thin_"/>
                <a:ea typeface="Outfit-Thin_"/>
              </a:rPr>
              <a:t>PRO D U CT I O N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 txBox="1"/>
          <p:nvPr/>
        </p:nvSpPr>
        <p:spPr>
          <a:xfrm>
            <a:off x="3537360" y="3203640"/>
            <a:ext cx="1345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Logic App webhook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 txBox="1"/>
          <p:nvPr/>
        </p:nvSpPr>
        <p:spPr>
          <a:xfrm>
            <a:off x="5399640" y="3203640"/>
            <a:ext cx="27896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Adaptive Card notifications · HITL surface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2438280" y="3657240"/>
            <a:ext cx="657360" cy="248040"/>
          </a:xfrm>
          <a:custGeom>
            <a:avLst/>
            <a:gdLst/>
            <a:ahLst/>
            <a:rect l="0" t="0" r="r" b="b"/>
            <a:pathLst>
              <a:path w="1826" h="689">
                <a:moveTo>
                  <a:pt x="39" y="39"/>
                </a:moveTo>
                <a:cubicBezTo>
                  <a:pt x="64" y="13"/>
                  <a:pt x="96" y="1"/>
                  <a:pt x="132" y="0"/>
                </a:cubicBezTo>
                <a:lnTo>
                  <a:pt x="1694" y="0"/>
                </a:lnTo>
                <a:cubicBezTo>
                  <a:pt x="1731" y="1"/>
                  <a:pt x="1762" y="13"/>
                  <a:pt x="1788" y="39"/>
                </a:cubicBezTo>
                <a:cubicBezTo>
                  <a:pt x="1814" y="65"/>
                  <a:pt x="1826" y="96"/>
                  <a:pt x="1826" y="133"/>
                </a:cubicBezTo>
                <a:lnTo>
                  <a:pt x="1826" y="557"/>
                </a:lnTo>
                <a:cubicBezTo>
                  <a:pt x="1826" y="594"/>
                  <a:pt x="1814" y="625"/>
                  <a:pt x="1788" y="651"/>
                </a:cubicBezTo>
                <a:cubicBezTo>
                  <a:pt x="1762" y="676"/>
                  <a:pt x="1731" y="689"/>
                  <a:pt x="1694" y="689"/>
                </a:cubicBezTo>
                <a:lnTo>
                  <a:pt x="132" y="689"/>
                </a:lnTo>
                <a:cubicBezTo>
                  <a:pt x="96" y="689"/>
                  <a:pt x="64" y="676"/>
                  <a:pt x="39" y="651"/>
                </a:cubicBezTo>
                <a:cubicBezTo>
                  <a:pt x="13" y="625"/>
                  <a:pt x="0" y="594"/>
                  <a:pt x="0" y="557"/>
                </a:cubicBezTo>
                <a:lnTo>
                  <a:pt x="0" y="133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2447640" y="3666960"/>
            <a:ext cx="638640" cy="228960"/>
          </a:xfrm>
          <a:custGeom>
            <a:avLst/>
            <a:gdLst/>
            <a:ahLst/>
            <a:rect l="0" t="0" r="r" b="b"/>
            <a:pathLst>
              <a:path w="1774" h="636">
                <a:moveTo>
                  <a:pt x="0" y="106"/>
                </a:moveTo>
                <a:lnTo>
                  <a:pt x="0" y="530"/>
                </a:lnTo>
                <a:cubicBezTo>
                  <a:pt x="0" y="544"/>
                  <a:pt x="3" y="558"/>
                  <a:pt x="8" y="571"/>
                </a:cubicBezTo>
                <a:cubicBezTo>
                  <a:pt x="14" y="584"/>
                  <a:pt x="21" y="595"/>
                  <a:pt x="31" y="605"/>
                </a:cubicBezTo>
                <a:cubicBezTo>
                  <a:pt x="41" y="615"/>
                  <a:pt x="53" y="623"/>
                  <a:pt x="66" y="628"/>
                </a:cubicBezTo>
                <a:cubicBezTo>
                  <a:pt x="79" y="633"/>
                  <a:pt x="92" y="636"/>
                  <a:pt x="106" y="636"/>
                </a:cubicBezTo>
                <a:lnTo>
                  <a:pt x="1668" y="636"/>
                </a:lnTo>
                <a:cubicBezTo>
                  <a:pt x="1682" y="636"/>
                  <a:pt x="1696" y="633"/>
                  <a:pt x="1709" y="628"/>
                </a:cubicBezTo>
                <a:cubicBezTo>
                  <a:pt x="1722" y="623"/>
                  <a:pt x="1733" y="615"/>
                  <a:pt x="1743" y="605"/>
                </a:cubicBezTo>
                <a:cubicBezTo>
                  <a:pt x="1753" y="595"/>
                  <a:pt x="1761" y="584"/>
                  <a:pt x="1766" y="571"/>
                </a:cubicBezTo>
                <a:cubicBezTo>
                  <a:pt x="1771" y="558"/>
                  <a:pt x="1774" y="544"/>
                  <a:pt x="1774" y="530"/>
                </a:cubicBezTo>
                <a:lnTo>
                  <a:pt x="1774" y="106"/>
                </a:lnTo>
                <a:cubicBezTo>
                  <a:pt x="1774" y="92"/>
                  <a:pt x="1771" y="78"/>
                  <a:pt x="1766" y="65"/>
                </a:cubicBezTo>
                <a:cubicBezTo>
                  <a:pt x="1761" y="52"/>
                  <a:pt x="1753" y="41"/>
                  <a:pt x="1743" y="31"/>
                </a:cubicBezTo>
                <a:cubicBezTo>
                  <a:pt x="1733" y="21"/>
                  <a:pt x="1722" y="13"/>
                  <a:pt x="1709" y="8"/>
                </a:cubicBezTo>
                <a:cubicBezTo>
                  <a:pt x="1696" y="3"/>
                  <a:pt x="1682" y="0"/>
                  <a:pt x="1668" y="0"/>
                </a:cubicBezTo>
                <a:lnTo>
                  <a:pt x="106" y="0"/>
                </a:lnTo>
                <a:cubicBezTo>
                  <a:pt x="92" y="0"/>
                  <a:pt x="79" y="3"/>
                  <a:pt x="66" y="8"/>
                </a:cubicBezTo>
                <a:cubicBezTo>
                  <a:pt x="53" y="13"/>
                  <a:pt x="41" y="21"/>
                  <a:pt x="31" y="31"/>
                </a:cubicBezTo>
                <a:cubicBezTo>
                  <a:pt x="21" y="41"/>
                  <a:pt x="14" y="52"/>
                  <a:pt x="8" y="65"/>
                </a:cubicBezTo>
                <a:cubicBezTo>
                  <a:pt x="3" y="78"/>
                  <a:pt x="0" y="92"/>
                  <a:pt x="0" y="106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 txBox="1"/>
          <p:nvPr/>
        </p:nvSpPr>
        <p:spPr>
          <a:xfrm>
            <a:off x="685800" y="3651120"/>
            <a:ext cx="8139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GitLab MCP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3533760" y="3657240"/>
            <a:ext cx="1495440" cy="210240"/>
          </a:xfrm>
          <a:custGeom>
            <a:avLst/>
            <a:gdLst/>
            <a:ahLst/>
            <a:rect l="0" t="0" r="r" b="b"/>
            <a:pathLst>
              <a:path w="4154" h="584">
                <a:moveTo>
                  <a:pt x="0" y="478"/>
                </a:moveTo>
                <a:lnTo>
                  <a:pt x="0" y="107"/>
                </a:ln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0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lnTo>
                  <a:pt x="4049" y="0"/>
                </a:lnTo>
                <a:cubicBezTo>
                  <a:pt x="4063" y="0"/>
                  <a:pt x="4076" y="3"/>
                  <a:pt x="4089" y="9"/>
                </a:cubicBezTo>
                <a:cubicBezTo>
                  <a:pt x="4102" y="14"/>
                  <a:pt x="4114" y="22"/>
                  <a:pt x="4124" y="32"/>
                </a:cubicBezTo>
                <a:cubicBezTo>
                  <a:pt x="4133" y="42"/>
                  <a:pt x="4141" y="54"/>
                  <a:pt x="4146" y="67"/>
                </a:cubicBezTo>
                <a:cubicBezTo>
                  <a:pt x="4152" y="80"/>
                  <a:pt x="4154" y="93"/>
                  <a:pt x="4154" y="107"/>
                </a:cubicBezTo>
                <a:lnTo>
                  <a:pt x="4154" y="478"/>
                </a:lnTo>
                <a:cubicBezTo>
                  <a:pt x="4154" y="492"/>
                  <a:pt x="4152" y="505"/>
                  <a:pt x="4146" y="518"/>
                </a:cubicBezTo>
                <a:cubicBezTo>
                  <a:pt x="4141" y="531"/>
                  <a:pt x="4133" y="543"/>
                  <a:pt x="4124" y="553"/>
                </a:cubicBezTo>
                <a:cubicBezTo>
                  <a:pt x="4114" y="563"/>
                  <a:pt x="4102" y="570"/>
                  <a:pt x="4089" y="576"/>
                </a:cubicBezTo>
                <a:cubicBezTo>
                  <a:pt x="4076" y="581"/>
                  <a:pt x="4063" y="584"/>
                  <a:pt x="4049" y="584"/>
                </a:cubicBezTo>
                <a:lnTo>
                  <a:pt x="105" y="584"/>
                </a:lnTo>
                <a:cubicBezTo>
                  <a:pt x="91" y="584"/>
                  <a:pt x="78" y="581"/>
                  <a:pt x="65" y="576"/>
                </a:cubicBezTo>
                <a:cubicBezTo>
                  <a:pt x="52" y="570"/>
                  <a:pt x="40" y="563"/>
                  <a:pt x="31" y="553"/>
                </a:cubicBezTo>
                <a:cubicBezTo>
                  <a:pt x="21" y="543"/>
                  <a:pt x="13" y="531"/>
                  <a:pt x="8" y="518"/>
                </a:cubicBezTo>
                <a:cubicBezTo>
                  <a:pt x="2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 txBox="1"/>
          <p:nvPr/>
        </p:nvSpPr>
        <p:spPr>
          <a:xfrm>
            <a:off x="2566080" y="3718080"/>
            <a:ext cx="512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F U T U RE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3613320" y="3688560"/>
            <a:ext cx="13420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gitlab-mcp-server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 txBox="1"/>
          <p:nvPr/>
        </p:nvSpPr>
        <p:spPr>
          <a:xfrm>
            <a:off x="5399640" y="3651120"/>
            <a:ext cx="3835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Replace REST calls with MCP for richer ticket interactions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2438280" y="4114440"/>
            <a:ext cx="657360" cy="238680"/>
          </a:xfrm>
          <a:custGeom>
            <a:avLst/>
            <a:gdLst/>
            <a:ahLst/>
            <a:rect l="0" t="0" r="r" b="b"/>
            <a:pathLst>
              <a:path w="1826" h="663">
                <a:moveTo>
                  <a:pt x="39" y="39"/>
                </a:moveTo>
                <a:cubicBezTo>
                  <a:pt x="64" y="13"/>
                  <a:pt x="96" y="1"/>
                  <a:pt x="132" y="0"/>
                </a:cubicBezTo>
                <a:lnTo>
                  <a:pt x="1694" y="0"/>
                </a:lnTo>
                <a:cubicBezTo>
                  <a:pt x="1731" y="1"/>
                  <a:pt x="1762" y="13"/>
                  <a:pt x="1788" y="39"/>
                </a:cubicBezTo>
                <a:cubicBezTo>
                  <a:pt x="1814" y="65"/>
                  <a:pt x="1826" y="96"/>
                  <a:pt x="1826" y="133"/>
                </a:cubicBezTo>
                <a:lnTo>
                  <a:pt x="1826" y="531"/>
                </a:lnTo>
                <a:cubicBezTo>
                  <a:pt x="1826" y="567"/>
                  <a:pt x="1814" y="598"/>
                  <a:pt x="1788" y="624"/>
                </a:cubicBezTo>
                <a:cubicBezTo>
                  <a:pt x="1762" y="650"/>
                  <a:pt x="1731" y="663"/>
                  <a:pt x="1694" y="663"/>
                </a:cubicBezTo>
                <a:lnTo>
                  <a:pt x="132" y="663"/>
                </a:lnTo>
                <a:cubicBezTo>
                  <a:pt x="96" y="663"/>
                  <a:pt x="64" y="650"/>
                  <a:pt x="39" y="624"/>
                </a:cubicBezTo>
                <a:cubicBezTo>
                  <a:pt x="13" y="598"/>
                  <a:pt x="0" y="567"/>
                  <a:pt x="0" y="531"/>
                </a:cubicBezTo>
                <a:lnTo>
                  <a:pt x="0" y="133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2447640" y="4124160"/>
            <a:ext cx="638640" cy="219240"/>
          </a:xfrm>
          <a:custGeom>
            <a:avLst/>
            <a:gdLst/>
            <a:ahLst/>
            <a:rect l="0" t="0" r="r" b="b"/>
            <a:pathLst>
              <a:path w="1774" h="609">
                <a:moveTo>
                  <a:pt x="0" y="106"/>
                </a:moveTo>
                <a:lnTo>
                  <a:pt x="0" y="504"/>
                </a:lnTo>
                <a:cubicBezTo>
                  <a:pt x="0" y="518"/>
                  <a:pt x="3" y="531"/>
                  <a:pt x="8" y="544"/>
                </a:cubicBezTo>
                <a:cubicBezTo>
                  <a:pt x="14" y="557"/>
                  <a:pt x="21" y="569"/>
                  <a:pt x="31" y="579"/>
                </a:cubicBezTo>
                <a:cubicBezTo>
                  <a:pt x="41" y="588"/>
                  <a:pt x="53" y="596"/>
                  <a:pt x="66" y="601"/>
                </a:cubicBezTo>
                <a:cubicBezTo>
                  <a:pt x="79" y="607"/>
                  <a:pt x="92" y="609"/>
                  <a:pt x="106" y="609"/>
                </a:cubicBezTo>
                <a:lnTo>
                  <a:pt x="1668" y="609"/>
                </a:lnTo>
                <a:cubicBezTo>
                  <a:pt x="1682" y="609"/>
                  <a:pt x="1696" y="607"/>
                  <a:pt x="1709" y="601"/>
                </a:cubicBezTo>
                <a:cubicBezTo>
                  <a:pt x="1722" y="596"/>
                  <a:pt x="1733" y="588"/>
                  <a:pt x="1743" y="579"/>
                </a:cubicBezTo>
                <a:cubicBezTo>
                  <a:pt x="1753" y="569"/>
                  <a:pt x="1761" y="557"/>
                  <a:pt x="1766" y="544"/>
                </a:cubicBezTo>
                <a:cubicBezTo>
                  <a:pt x="1771" y="531"/>
                  <a:pt x="1774" y="518"/>
                  <a:pt x="1774" y="504"/>
                </a:cubicBezTo>
                <a:lnTo>
                  <a:pt x="1774" y="106"/>
                </a:lnTo>
                <a:cubicBezTo>
                  <a:pt x="1774" y="92"/>
                  <a:pt x="1771" y="78"/>
                  <a:pt x="1766" y="65"/>
                </a:cubicBezTo>
                <a:cubicBezTo>
                  <a:pt x="1761" y="52"/>
                  <a:pt x="1753" y="41"/>
                  <a:pt x="1743" y="31"/>
                </a:cubicBezTo>
                <a:cubicBezTo>
                  <a:pt x="1733" y="21"/>
                  <a:pt x="1722" y="13"/>
                  <a:pt x="1709" y="8"/>
                </a:cubicBezTo>
                <a:cubicBezTo>
                  <a:pt x="1696" y="3"/>
                  <a:pt x="1682" y="0"/>
                  <a:pt x="1668" y="0"/>
                </a:cubicBezTo>
                <a:lnTo>
                  <a:pt x="106" y="0"/>
                </a:lnTo>
                <a:cubicBezTo>
                  <a:pt x="92" y="0"/>
                  <a:pt x="79" y="3"/>
                  <a:pt x="66" y="8"/>
                </a:cubicBezTo>
                <a:cubicBezTo>
                  <a:pt x="53" y="13"/>
                  <a:pt x="41" y="21"/>
                  <a:pt x="31" y="31"/>
                </a:cubicBezTo>
                <a:cubicBezTo>
                  <a:pt x="21" y="41"/>
                  <a:pt x="14" y="52"/>
                  <a:pt x="8" y="65"/>
                </a:cubicBezTo>
                <a:cubicBezTo>
                  <a:pt x="3" y="78"/>
                  <a:pt x="0" y="92"/>
                  <a:pt x="0" y="106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685800" y="4108320"/>
            <a:ext cx="11707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ServiceNow MCP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3533760" y="4114440"/>
            <a:ext cx="1257480" cy="210240"/>
          </a:xfrm>
          <a:custGeom>
            <a:avLst/>
            <a:gdLst/>
            <a:ahLst/>
            <a:rect l="0" t="0" r="r" b="b"/>
            <a:pathLst>
              <a:path w="3493" h="584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0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lnTo>
                  <a:pt x="3387" y="0"/>
                </a:lnTo>
                <a:cubicBezTo>
                  <a:pt x="3401" y="0"/>
                  <a:pt x="3415" y="3"/>
                  <a:pt x="3428" y="9"/>
                </a:cubicBezTo>
                <a:cubicBezTo>
                  <a:pt x="3441" y="14"/>
                  <a:pt x="3452" y="22"/>
                  <a:pt x="3462" y="31"/>
                </a:cubicBezTo>
                <a:cubicBezTo>
                  <a:pt x="3472" y="41"/>
                  <a:pt x="3480" y="53"/>
                  <a:pt x="3485" y="66"/>
                </a:cubicBezTo>
                <a:cubicBezTo>
                  <a:pt x="3490" y="79"/>
                  <a:pt x="3493" y="92"/>
                  <a:pt x="3493" y="106"/>
                </a:cubicBezTo>
                <a:lnTo>
                  <a:pt x="3493" y="477"/>
                </a:lnTo>
                <a:cubicBezTo>
                  <a:pt x="3493" y="491"/>
                  <a:pt x="3490" y="505"/>
                  <a:pt x="3485" y="518"/>
                </a:cubicBezTo>
                <a:cubicBezTo>
                  <a:pt x="3480" y="531"/>
                  <a:pt x="3472" y="543"/>
                  <a:pt x="3462" y="553"/>
                </a:cubicBezTo>
                <a:cubicBezTo>
                  <a:pt x="3452" y="563"/>
                  <a:pt x="3441" y="570"/>
                  <a:pt x="3428" y="576"/>
                </a:cubicBezTo>
                <a:cubicBezTo>
                  <a:pt x="3415" y="581"/>
                  <a:pt x="3401" y="584"/>
                  <a:pt x="3387" y="584"/>
                </a:cubicBezTo>
                <a:lnTo>
                  <a:pt x="105" y="584"/>
                </a:lnTo>
                <a:cubicBezTo>
                  <a:pt x="91" y="584"/>
                  <a:pt x="78" y="581"/>
                  <a:pt x="65" y="576"/>
                </a:cubicBezTo>
                <a:cubicBezTo>
                  <a:pt x="52" y="570"/>
                  <a:pt x="40" y="563"/>
                  <a:pt x="31" y="553"/>
                </a:cubicBezTo>
                <a:cubicBezTo>
                  <a:pt x="21" y="543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 txBox="1"/>
          <p:nvPr/>
        </p:nvSpPr>
        <p:spPr>
          <a:xfrm>
            <a:off x="2566080" y="4175280"/>
            <a:ext cx="512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F U T U RE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 txBox="1"/>
          <p:nvPr/>
        </p:nvSpPr>
        <p:spPr>
          <a:xfrm>
            <a:off x="3613320" y="4145760"/>
            <a:ext cx="11055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servicenow-mcp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 txBox="1"/>
          <p:nvPr/>
        </p:nvSpPr>
        <p:spPr>
          <a:xfrm>
            <a:off x="5399640" y="4108320"/>
            <a:ext cx="38188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Enterprise incident · severity mapping · escalation chains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2438280" y="4562280"/>
            <a:ext cx="657360" cy="248040"/>
          </a:xfrm>
          <a:custGeom>
            <a:avLst/>
            <a:gdLst/>
            <a:ahLst/>
            <a:rect l="0" t="0" r="r" b="b"/>
            <a:pathLst>
              <a:path w="1826" h="689">
                <a:moveTo>
                  <a:pt x="39" y="40"/>
                </a:moveTo>
                <a:cubicBezTo>
                  <a:pt x="64" y="13"/>
                  <a:pt x="96" y="0"/>
                  <a:pt x="132" y="0"/>
                </a:cubicBezTo>
                <a:lnTo>
                  <a:pt x="1694" y="0"/>
                </a:lnTo>
                <a:cubicBezTo>
                  <a:pt x="1731" y="0"/>
                  <a:pt x="1762" y="13"/>
                  <a:pt x="1788" y="40"/>
                </a:cubicBezTo>
                <a:cubicBezTo>
                  <a:pt x="1814" y="66"/>
                  <a:pt x="1826" y="97"/>
                  <a:pt x="1826" y="133"/>
                </a:cubicBezTo>
                <a:lnTo>
                  <a:pt x="1826" y="557"/>
                </a:lnTo>
                <a:cubicBezTo>
                  <a:pt x="1826" y="593"/>
                  <a:pt x="1814" y="624"/>
                  <a:pt x="1788" y="650"/>
                </a:cubicBezTo>
                <a:cubicBezTo>
                  <a:pt x="1762" y="676"/>
                  <a:pt x="1731" y="689"/>
                  <a:pt x="1694" y="689"/>
                </a:cubicBezTo>
                <a:lnTo>
                  <a:pt x="132" y="689"/>
                </a:lnTo>
                <a:cubicBezTo>
                  <a:pt x="96" y="689"/>
                  <a:pt x="64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lnTo>
                  <a:pt x="0" y="133"/>
                </a:lnTo>
                <a:cubicBezTo>
                  <a:pt x="0" y="97"/>
                  <a:pt x="13" y="66"/>
                  <a:pt x="39" y="40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2447640" y="4571640"/>
            <a:ext cx="638640" cy="228960"/>
          </a:xfrm>
          <a:custGeom>
            <a:avLst/>
            <a:gdLst/>
            <a:ahLst/>
            <a:rect l="0" t="0" r="r" b="b"/>
            <a:pathLst>
              <a:path w="1774" h="636">
                <a:moveTo>
                  <a:pt x="0" y="106"/>
                </a:moveTo>
                <a:lnTo>
                  <a:pt x="0" y="531"/>
                </a:lnTo>
                <a:cubicBezTo>
                  <a:pt x="0" y="545"/>
                  <a:pt x="3" y="558"/>
                  <a:pt x="8" y="571"/>
                </a:cubicBezTo>
                <a:cubicBezTo>
                  <a:pt x="14" y="584"/>
                  <a:pt x="21" y="596"/>
                  <a:pt x="31" y="606"/>
                </a:cubicBezTo>
                <a:cubicBezTo>
                  <a:pt x="41" y="615"/>
                  <a:pt x="53" y="623"/>
                  <a:pt x="66" y="628"/>
                </a:cubicBezTo>
                <a:cubicBezTo>
                  <a:pt x="79" y="634"/>
                  <a:pt x="92" y="636"/>
                  <a:pt x="106" y="636"/>
                </a:cubicBezTo>
                <a:lnTo>
                  <a:pt x="1668" y="636"/>
                </a:lnTo>
                <a:cubicBezTo>
                  <a:pt x="1682" y="636"/>
                  <a:pt x="1696" y="634"/>
                  <a:pt x="1709" y="628"/>
                </a:cubicBezTo>
                <a:cubicBezTo>
                  <a:pt x="1722" y="623"/>
                  <a:pt x="1733" y="615"/>
                  <a:pt x="1743" y="606"/>
                </a:cubicBezTo>
                <a:cubicBezTo>
                  <a:pt x="1753" y="596"/>
                  <a:pt x="1761" y="584"/>
                  <a:pt x="1766" y="571"/>
                </a:cubicBezTo>
                <a:cubicBezTo>
                  <a:pt x="1771" y="558"/>
                  <a:pt x="1774" y="545"/>
                  <a:pt x="1774" y="531"/>
                </a:cubicBezTo>
                <a:lnTo>
                  <a:pt x="1774" y="106"/>
                </a:lnTo>
                <a:cubicBezTo>
                  <a:pt x="1774" y="92"/>
                  <a:pt x="1771" y="79"/>
                  <a:pt x="1766" y="66"/>
                </a:cubicBezTo>
                <a:cubicBezTo>
                  <a:pt x="1761" y="53"/>
                  <a:pt x="1753" y="41"/>
                  <a:pt x="1743" y="31"/>
                </a:cubicBezTo>
                <a:cubicBezTo>
                  <a:pt x="1733" y="22"/>
                  <a:pt x="1722" y="14"/>
                  <a:pt x="1709" y="9"/>
                </a:cubicBezTo>
                <a:cubicBezTo>
                  <a:pt x="1696" y="3"/>
                  <a:pt x="1682" y="0"/>
                  <a:pt x="1668" y="0"/>
                </a:cubicBezTo>
                <a:lnTo>
                  <a:pt x="106" y="0"/>
                </a:lnTo>
                <a:cubicBezTo>
                  <a:pt x="92" y="0"/>
                  <a:pt x="79" y="3"/>
                  <a:pt x="66" y="9"/>
                </a:cubicBezTo>
                <a:cubicBezTo>
                  <a:pt x="53" y="14"/>
                  <a:pt x="41" y="22"/>
                  <a:pt x="31" y="31"/>
                </a:cubicBezTo>
                <a:cubicBezTo>
                  <a:pt x="21" y="41"/>
                  <a:pt x="14" y="53"/>
                  <a:pt x="8" y="66"/>
                </a:cubicBezTo>
                <a:cubicBezTo>
                  <a:pt x="3" y="79"/>
                  <a:pt x="0" y="92"/>
                  <a:pt x="0" y="106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 txBox="1"/>
          <p:nvPr/>
        </p:nvSpPr>
        <p:spPr>
          <a:xfrm>
            <a:off x="685800" y="4556160"/>
            <a:ext cx="1345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Azure DevOps MCP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3533760" y="4562280"/>
            <a:ext cx="704880" cy="209880"/>
          </a:xfrm>
          <a:custGeom>
            <a:avLst/>
            <a:gdLst/>
            <a:ahLst/>
            <a:rect l="0" t="0" r="r" b="b"/>
            <a:pathLst>
              <a:path w="1958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853" y="0"/>
                </a:lnTo>
                <a:cubicBezTo>
                  <a:pt x="1867" y="0"/>
                  <a:pt x="1880" y="3"/>
                  <a:pt x="1893" y="8"/>
                </a:cubicBezTo>
                <a:cubicBezTo>
                  <a:pt x="1906" y="13"/>
                  <a:pt x="1918" y="21"/>
                  <a:pt x="1927" y="31"/>
                </a:cubicBezTo>
                <a:cubicBezTo>
                  <a:pt x="1937" y="41"/>
                  <a:pt x="1945" y="52"/>
                  <a:pt x="1950" y="65"/>
                </a:cubicBezTo>
                <a:cubicBezTo>
                  <a:pt x="1956" y="78"/>
                  <a:pt x="1958" y="92"/>
                  <a:pt x="1958" y="106"/>
                </a:cubicBezTo>
                <a:lnTo>
                  <a:pt x="1958" y="477"/>
                </a:lnTo>
                <a:cubicBezTo>
                  <a:pt x="1958" y="491"/>
                  <a:pt x="1956" y="505"/>
                  <a:pt x="1950" y="518"/>
                </a:cubicBezTo>
                <a:cubicBezTo>
                  <a:pt x="1945" y="531"/>
                  <a:pt x="1937" y="542"/>
                  <a:pt x="1927" y="552"/>
                </a:cubicBezTo>
                <a:cubicBezTo>
                  <a:pt x="1918" y="562"/>
                  <a:pt x="1906" y="570"/>
                  <a:pt x="1893" y="575"/>
                </a:cubicBezTo>
                <a:cubicBezTo>
                  <a:pt x="1880" y="580"/>
                  <a:pt x="1867" y="583"/>
                  <a:pt x="1853" y="583"/>
                </a:cubicBezTo>
                <a:lnTo>
                  <a:pt x="105" y="583"/>
                </a:lnTo>
                <a:cubicBezTo>
                  <a:pt x="91" y="583"/>
                  <a:pt x="78" y="580"/>
                  <a:pt x="65" y="575"/>
                </a:cubicBezTo>
                <a:cubicBezTo>
                  <a:pt x="52" y="570"/>
                  <a:pt x="40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2566080" y="4622760"/>
            <a:ext cx="512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F U T U RE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3613320" y="4593600"/>
            <a:ext cx="5529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ado-mcp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 txBox="1"/>
          <p:nvPr/>
        </p:nvSpPr>
        <p:spPr>
          <a:xfrm>
            <a:off x="5399640" y="4556160"/>
            <a:ext cx="1926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Work item creation in Boards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 txBox="1"/>
          <p:nvPr/>
        </p:nvSpPr>
        <p:spPr>
          <a:xfrm>
            <a:off x="685800" y="5070600"/>
            <a:ext cx="4549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All three MCPs sequenced </a:t>
            </a:r>
            <a:r>
              <a:rPr lang="en-GB" sz="180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after</a:t>
            </a: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the full A2A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 txBox="1"/>
          <p:nvPr/>
        </p:nvSpPr>
        <p:spPr>
          <a:xfrm>
            <a:off x="5311080" y="5094000"/>
            <a:ext cx="229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 txBox="1"/>
          <p:nvPr/>
        </p:nvSpPr>
        <p:spPr>
          <a:xfrm>
            <a:off x="5539680" y="5070600"/>
            <a:ext cx="58068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HITL demo lands. The </a:t>
            </a:r>
            <a:r>
              <a:rPr lang="en-GB" sz="180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incident-agent</a:t>
            </a: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will select target(s)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 txBox="1"/>
          <p:nvPr/>
        </p:nvSpPr>
        <p:spPr>
          <a:xfrm>
            <a:off x="685800" y="5413320"/>
            <a:ext cx="6071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by severity + namespace ownership when MCPs are wired.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 txBox="1"/>
          <p:nvPr/>
        </p:nvSpPr>
        <p:spPr>
          <a:xfrm>
            <a:off x="1179468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15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 txBox="1"/>
          <p:nvPr/>
        </p:nvSpPr>
        <p:spPr>
          <a:xfrm>
            <a:off x="5596200" y="2541960"/>
            <a:ext cx="1208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S E C T I O N   0 3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 txBox="1"/>
          <p:nvPr/>
        </p:nvSpPr>
        <p:spPr>
          <a:xfrm>
            <a:off x="3234240" y="2705400"/>
            <a:ext cx="6935400" cy="966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40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Component Status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4204440" y="3828240"/>
            <a:ext cx="380628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25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Six pillars · where each one is</a:t>
            </a:r>
            <a:endParaRPr lang="en-GB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 txBox="1"/>
          <p:nvPr/>
        </p:nvSpPr>
        <p:spPr>
          <a:xfrm>
            <a:off x="1179180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16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685440" y="2609640"/>
            <a:ext cx="3458160" cy="19440"/>
          </a:xfrm>
          <a:custGeom>
            <a:avLst/>
            <a:gdLst/>
            <a:ahLst/>
            <a:rect l="0" t="0" r="r" b="b"/>
            <a:pathLst>
              <a:path w="9606" h="54">
                <a:moveTo>
                  <a:pt x="0" y="0"/>
                </a:moveTo>
                <a:lnTo>
                  <a:pt x="9606" y="0"/>
                </a:lnTo>
                <a:lnTo>
                  <a:pt x="960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4143240" y="2609640"/>
            <a:ext cx="1095840" cy="19440"/>
          </a:xfrm>
          <a:custGeom>
            <a:avLst/>
            <a:gdLst/>
            <a:ahLst/>
            <a:rect l="0" t="0" r="r" b="b"/>
            <a:pathLst>
              <a:path w="3044" h="54">
                <a:moveTo>
                  <a:pt x="0" y="0"/>
                </a:moveTo>
                <a:lnTo>
                  <a:pt x="3044" y="0"/>
                </a:lnTo>
                <a:lnTo>
                  <a:pt x="304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685440" y="3076560"/>
            <a:ext cx="3458160" cy="9720"/>
          </a:xfrm>
          <a:custGeom>
            <a:avLst/>
            <a:gdLst/>
            <a:ahLst/>
            <a:rect l="0" t="0" r="r" b="b"/>
            <a:pathLst>
              <a:path w="9606" h="27">
                <a:moveTo>
                  <a:pt x="0" y="0"/>
                </a:moveTo>
                <a:lnTo>
                  <a:pt x="9606" y="0"/>
                </a:lnTo>
                <a:lnTo>
                  <a:pt x="96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4143240" y="307656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685440" y="3524040"/>
            <a:ext cx="3458160" cy="10080"/>
          </a:xfrm>
          <a:custGeom>
            <a:avLst/>
            <a:gdLst/>
            <a:ahLst/>
            <a:rect l="0" t="0" r="r" b="b"/>
            <a:pathLst>
              <a:path w="9606" h="28">
                <a:moveTo>
                  <a:pt x="0" y="0"/>
                </a:moveTo>
                <a:lnTo>
                  <a:pt x="9606" y="0"/>
                </a:lnTo>
                <a:lnTo>
                  <a:pt x="96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4143240" y="3524040"/>
            <a:ext cx="1095840" cy="10080"/>
          </a:xfrm>
          <a:custGeom>
            <a:avLst/>
            <a:gdLst/>
            <a:ahLst/>
            <a:rect l="0" t="0" r="r" b="b"/>
            <a:pathLst>
              <a:path w="3044" h="28">
                <a:moveTo>
                  <a:pt x="0" y="0"/>
                </a:moveTo>
                <a:lnTo>
                  <a:pt x="3044" y="0"/>
                </a:lnTo>
                <a:lnTo>
                  <a:pt x="3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685440" y="3981240"/>
            <a:ext cx="3458160" cy="10080"/>
          </a:xfrm>
          <a:custGeom>
            <a:avLst/>
            <a:gdLst/>
            <a:ahLst/>
            <a:rect l="0" t="0" r="r" b="b"/>
            <a:pathLst>
              <a:path w="9606" h="28">
                <a:moveTo>
                  <a:pt x="0" y="0"/>
                </a:moveTo>
                <a:lnTo>
                  <a:pt x="9606" y="0"/>
                </a:lnTo>
                <a:lnTo>
                  <a:pt x="96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4143240" y="3981240"/>
            <a:ext cx="1095840" cy="10080"/>
          </a:xfrm>
          <a:custGeom>
            <a:avLst/>
            <a:gdLst/>
            <a:ahLst/>
            <a:rect l="0" t="0" r="r" b="b"/>
            <a:pathLst>
              <a:path w="3044" h="28">
                <a:moveTo>
                  <a:pt x="0" y="0"/>
                </a:moveTo>
                <a:lnTo>
                  <a:pt x="3044" y="0"/>
                </a:lnTo>
                <a:lnTo>
                  <a:pt x="3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685440" y="4429080"/>
            <a:ext cx="3458160" cy="9720"/>
          </a:xfrm>
          <a:custGeom>
            <a:avLst/>
            <a:gdLst/>
            <a:ahLst/>
            <a:rect l="0" t="0" r="r" b="b"/>
            <a:pathLst>
              <a:path w="9606" h="27">
                <a:moveTo>
                  <a:pt x="0" y="0"/>
                </a:moveTo>
                <a:lnTo>
                  <a:pt x="9606" y="0"/>
                </a:lnTo>
                <a:lnTo>
                  <a:pt x="96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4143240" y="442908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685440" y="4886280"/>
            <a:ext cx="3458160" cy="9720"/>
          </a:xfrm>
          <a:custGeom>
            <a:avLst/>
            <a:gdLst/>
            <a:ahLst/>
            <a:rect l="0" t="0" r="r" b="b"/>
            <a:pathLst>
              <a:path w="9606" h="27">
                <a:moveTo>
                  <a:pt x="0" y="0"/>
                </a:moveTo>
                <a:lnTo>
                  <a:pt x="9606" y="0"/>
                </a:lnTo>
                <a:lnTo>
                  <a:pt x="96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4143240" y="488628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685440" y="5343480"/>
            <a:ext cx="3458160" cy="9720"/>
          </a:xfrm>
          <a:custGeom>
            <a:avLst/>
            <a:gdLst/>
            <a:ahLst/>
            <a:rect l="0" t="0" r="r" b="b"/>
            <a:pathLst>
              <a:path w="9606" h="27">
                <a:moveTo>
                  <a:pt x="0" y="0"/>
                </a:moveTo>
                <a:lnTo>
                  <a:pt x="9606" y="0"/>
                </a:lnTo>
                <a:lnTo>
                  <a:pt x="96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4143240" y="5343480"/>
            <a:ext cx="1095840" cy="9720"/>
          </a:xfrm>
          <a:custGeom>
            <a:avLst/>
            <a:gdLst/>
            <a:ahLst/>
            <a:rect l="0" t="0" r="r" b="b"/>
            <a:pathLst>
              <a:path w="3044" h="27">
                <a:moveTo>
                  <a:pt x="0" y="0"/>
                </a:moveTo>
                <a:lnTo>
                  <a:pt x="3044" y="0"/>
                </a:lnTo>
                <a:lnTo>
                  <a:pt x="3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685440" y="5790960"/>
            <a:ext cx="3458160" cy="10080"/>
          </a:xfrm>
          <a:custGeom>
            <a:avLst/>
            <a:gdLst/>
            <a:ahLst/>
            <a:rect l="0" t="0" r="r" b="b"/>
            <a:pathLst>
              <a:path w="9606" h="28">
                <a:moveTo>
                  <a:pt x="0" y="0"/>
                </a:moveTo>
                <a:lnTo>
                  <a:pt x="9606" y="0"/>
                </a:lnTo>
                <a:lnTo>
                  <a:pt x="96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4143240" y="5790960"/>
            <a:ext cx="1095840" cy="10080"/>
          </a:xfrm>
          <a:custGeom>
            <a:avLst/>
            <a:gdLst/>
            <a:ahLst/>
            <a:rect l="0" t="0" r="r" b="b"/>
            <a:pathLst>
              <a:path w="3044" h="28">
                <a:moveTo>
                  <a:pt x="0" y="0"/>
                </a:moveTo>
                <a:lnTo>
                  <a:pt x="3044" y="0"/>
                </a:lnTo>
                <a:lnTo>
                  <a:pt x="3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685440" y="5972040"/>
            <a:ext cx="29160" cy="657360"/>
          </a:xfrm>
          <a:custGeom>
            <a:avLst/>
            <a:gdLst/>
            <a:ahLst/>
            <a:rect l="0" t="0" r="r" b="b"/>
            <a:pathLst>
              <a:path w="81" h="1826">
                <a:moveTo>
                  <a:pt x="0" y="0"/>
                </a:moveTo>
                <a:lnTo>
                  <a:pt x="81" y="0"/>
                </a:lnTo>
                <a:lnTo>
                  <a:pt x="81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FF6B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685800" y="520200"/>
            <a:ext cx="31784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H U M A N - I N - T H E - L O O P   ( H I T L )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 txBox="1"/>
          <p:nvPr/>
        </p:nvSpPr>
        <p:spPr>
          <a:xfrm>
            <a:off x="685800" y="719640"/>
            <a:ext cx="1332648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Workflow + Teams PoC done · A2A integration in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685800" y="1272240"/>
            <a:ext cx="142560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flight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685800" y="2324160"/>
            <a:ext cx="84996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E L E M E N T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 txBox="1"/>
          <p:nvPr/>
        </p:nvSpPr>
        <p:spPr>
          <a:xfrm>
            <a:off x="4145760" y="2324160"/>
            <a:ext cx="59904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STAT U S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4143240" y="2733480"/>
            <a:ext cx="943200" cy="248040"/>
          </a:xfrm>
          <a:custGeom>
            <a:avLst/>
            <a:gdLst/>
            <a:ahLst/>
            <a:rect l="0" t="0" r="r" b="b"/>
            <a:pathLst>
              <a:path w="2620" h="689">
                <a:moveTo>
                  <a:pt x="39" y="39"/>
                </a:moveTo>
                <a:cubicBezTo>
                  <a:pt x="64" y="13"/>
                  <a:pt x="96" y="0"/>
                  <a:pt x="132" y="0"/>
                </a:cubicBezTo>
                <a:lnTo>
                  <a:pt x="2488" y="0"/>
                </a:lnTo>
                <a:cubicBezTo>
                  <a:pt x="2524" y="0"/>
                  <a:pt x="2556" y="13"/>
                  <a:pt x="2582" y="39"/>
                </a:cubicBezTo>
                <a:cubicBezTo>
                  <a:pt x="2607" y="65"/>
                  <a:pt x="2620" y="96"/>
                  <a:pt x="2620" y="132"/>
                </a:cubicBezTo>
                <a:lnTo>
                  <a:pt x="2620" y="557"/>
                </a:lnTo>
                <a:cubicBezTo>
                  <a:pt x="2620" y="593"/>
                  <a:pt x="2607" y="624"/>
                  <a:pt x="2582" y="650"/>
                </a:cubicBezTo>
                <a:cubicBezTo>
                  <a:pt x="2556" y="676"/>
                  <a:pt x="2524" y="689"/>
                  <a:pt x="2488" y="689"/>
                </a:cubicBezTo>
                <a:lnTo>
                  <a:pt x="132" y="689"/>
                </a:lnTo>
                <a:cubicBezTo>
                  <a:pt x="96" y="689"/>
                  <a:pt x="64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22C55E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4143240" y="2733480"/>
            <a:ext cx="943200" cy="248040"/>
          </a:xfrm>
          <a:custGeom>
            <a:avLst/>
            <a:gdLst/>
            <a:ahLst/>
            <a:rect l="0" t="0" r="r" b="b"/>
            <a:pathLst>
              <a:path w="2620" h="689">
                <a:moveTo>
                  <a:pt x="0" y="557"/>
                </a:move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ubicBezTo>
                  <a:pt x="64" y="13"/>
                  <a:pt x="96" y="0"/>
                  <a:pt x="132" y="0"/>
                </a:cubicBezTo>
                <a:lnTo>
                  <a:pt x="2488" y="0"/>
                </a:lnTo>
                <a:cubicBezTo>
                  <a:pt x="2524" y="0"/>
                  <a:pt x="2556" y="13"/>
                  <a:pt x="2582" y="39"/>
                </a:cubicBezTo>
                <a:cubicBezTo>
                  <a:pt x="2607" y="65"/>
                  <a:pt x="2620" y="96"/>
                  <a:pt x="2620" y="132"/>
                </a:cubicBezTo>
                <a:lnTo>
                  <a:pt x="2620" y="557"/>
                </a:lnTo>
                <a:cubicBezTo>
                  <a:pt x="2620" y="593"/>
                  <a:pt x="2607" y="624"/>
                  <a:pt x="2582" y="650"/>
                </a:cubicBezTo>
                <a:cubicBezTo>
                  <a:pt x="2556" y="676"/>
                  <a:pt x="2524" y="689"/>
                  <a:pt x="2488" y="689"/>
                </a:cubicBezTo>
                <a:lnTo>
                  <a:pt x="132" y="689"/>
                </a:lnTo>
                <a:cubicBezTo>
                  <a:pt x="96" y="689"/>
                  <a:pt x="64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moveTo>
                  <a:pt x="26" y="132"/>
                </a:moveTo>
                <a:lnTo>
                  <a:pt x="26" y="557"/>
                </a:lnTo>
                <a:cubicBezTo>
                  <a:pt x="26" y="571"/>
                  <a:pt x="29" y="584"/>
                  <a:pt x="34" y="597"/>
                </a:cubicBezTo>
                <a:cubicBezTo>
                  <a:pt x="40" y="610"/>
                  <a:pt x="47" y="622"/>
                  <a:pt x="57" y="632"/>
                </a:cubicBezTo>
                <a:cubicBezTo>
                  <a:pt x="67" y="641"/>
                  <a:pt x="79" y="649"/>
                  <a:pt x="92" y="654"/>
                </a:cubicBezTo>
                <a:cubicBezTo>
                  <a:pt x="105" y="660"/>
                  <a:pt x="118" y="662"/>
                  <a:pt x="132" y="662"/>
                </a:cubicBezTo>
                <a:lnTo>
                  <a:pt x="2488" y="662"/>
                </a:lnTo>
                <a:cubicBezTo>
                  <a:pt x="2502" y="662"/>
                  <a:pt x="2515" y="660"/>
                  <a:pt x="2528" y="654"/>
                </a:cubicBezTo>
                <a:cubicBezTo>
                  <a:pt x="2541" y="649"/>
                  <a:pt x="2553" y="641"/>
                  <a:pt x="2563" y="632"/>
                </a:cubicBezTo>
                <a:cubicBezTo>
                  <a:pt x="2573" y="622"/>
                  <a:pt x="2580" y="610"/>
                  <a:pt x="2586" y="597"/>
                </a:cubicBezTo>
                <a:cubicBezTo>
                  <a:pt x="2591" y="584"/>
                  <a:pt x="2594" y="571"/>
                  <a:pt x="2594" y="557"/>
                </a:cubicBezTo>
                <a:lnTo>
                  <a:pt x="2594" y="132"/>
                </a:lnTo>
                <a:cubicBezTo>
                  <a:pt x="2594" y="118"/>
                  <a:pt x="2591" y="105"/>
                  <a:pt x="2586" y="92"/>
                </a:cubicBezTo>
                <a:cubicBezTo>
                  <a:pt x="2580" y="79"/>
                  <a:pt x="2573" y="67"/>
                  <a:pt x="2563" y="57"/>
                </a:cubicBezTo>
                <a:cubicBezTo>
                  <a:pt x="2553" y="48"/>
                  <a:pt x="2541" y="40"/>
                  <a:pt x="2528" y="35"/>
                </a:cubicBezTo>
                <a:cubicBezTo>
                  <a:pt x="2515" y="29"/>
                  <a:pt x="2502" y="26"/>
                  <a:pt x="2488" y="26"/>
                </a:cubicBezTo>
                <a:lnTo>
                  <a:pt x="132" y="26"/>
                </a:lnTo>
                <a:cubicBezTo>
                  <a:pt x="118" y="26"/>
                  <a:pt x="105" y="29"/>
                  <a:pt x="92" y="35"/>
                </a:cubicBezTo>
                <a:cubicBezTo>
                  <a:pt x="79" y="40"/>
                  <a:pt x="67" y="48"/>
                  <a:pt x="57" y="57"/>
                </a:cubicBezTo>
                <a:cubicBezTo>
                  <a:pt x="47" y="67"/>
                  <a:pt x="40" y="79"/>
                  <a:pt x="34" y="92"/>
                </a:cubicBezTo>
                <a:cubicBezTo>
                  <a:pt x="29" y="105"/>
                  <a:pt x="26" y="118"/>
                  <a:pt x="26" y="132"/>
                </a:cubicBezTo>
                <a:close/>
              </a:path>
            </a:pathLst>
          </a:custGeom>
          <a:solidFill>
            <a:srgbClr val="22C55E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685800" y="2727360"/>
            <a:ext cx="30135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Teams Adaptive Card payload via Logic App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 txBox="1"/>
          <p:nvPr/>
        </p:nvSpPr>
        <p:spPr>
          <a:xfrm>
            <a:off x="4269600" y="2793960"/>
            <a:ext cx="8258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22C55E"/>
                </a:solidFill>
                <a:effectLst/>
                <a:uFillTx/>
                <a:latin typeface="Outfit-Thin_"/>
                <a:ea typeface="Outfit-Thin_"/>
              </a:rPr>
              <a:t>PRO D U CT I O N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4143240" y="3190680"/>
            <a:ext cx="943200" cy="238320"/>
          </a:xfrm>
          <a:custGeom>
            <a:avLst/>
            <a:gdLst/>
            <a:ahLst/>
            <a:rect l="0" t="0" r="r" b="b"/>
            <a:pathLst>
              <a:path w="2620" h="662">
                <a:moveTo>
                  <a:pt x="39" y="39"/>
                </a:moveTo>
                <a:cubicBezTo>
                  <a:pt x="64" y="13"/>
                  <a:pt x="96" y="0"/>
                  <a:pt x="132" y="0"/>
                </a:cubicBezTo>
                <a:lnTo>
                  <a:pt x="2488" y="0"/>
                </a:lnTo>
                <a:cubicBezTo>
                  <a:pt x="2524" y="0"/>
                  <a:pt x="2556" y="13"/>
                  <a:pt x="2582" y="39"/>
                </a:cubicBezTo>
                <a:cubicBezTo>
                  <a:pt x="2607" y="66"/>
                  <a:pt x="2620" y="97"/>
                  <a:pt x="2620" y="133"/>
                </a:cubicBezTo>
                <a:lnTo>
                  <a:pt x="2620" y="530"/>
                </a:lnTo>
                <a:cubicBezTo>
                  <a:pt x="2620" y="567"/>
                  <a:pt x="2607" y="598"/>
                  <a:pt x="2582" y="624"/>
                </a:cubicBezTo>
                <a:cubicBezTo>
                  <a:pt x="2556" y="650"/>
                  <a:pt x="2524" y="662"/>
                  <a:pt x="2488" y="662"/>
                </a:cubicBezTo>
                <a:lnTo>
                  <a:pt x="132" y="662"/>
                </a:lnTo>
                <a:cubicBezTo>
                  <a:pt x="96" y="662"/>
                  <a:pt x="64" y="650"/>
                  <a:pt x="39" y="624"/>
                </a:cubicBezTo>
                <a:cubicBezTo>
                  <a:pt x="13" y="598"/>
                  <a:pt x="0" y="567"/>
                  <a:pt x="0" y="530"/>
                </a:cubicBezTo>
                <a:lnTo>
                  <a:pt x="0" y="133"/>
                </a:lnTo>
                <a:cubicBezTo>
                  <a:pt x="0" y="97"/>
                  <a:pt x="13" y="66"/>
                  <a:pt x="39" y="39"/>
                </a:cubicBezTo>
                <a:close/>
              </a:path>
            </a:pathLst>
          </a:custGeom>
          <a:solidFill>
            <a:srgbClr val="22C55E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4143240" y="3190680"/>
            <a:ext cx="943200" cy="238320"/>
          </a:xfrm>
          <a:custGeom>
            <a:avLst/>
            <a:gdLst/>
            <a:ahLst/>
            <a:rect l="0" t="0" r="r" b="b"/>
            <a:pathLst>
              <a:path w="2620" h="662">
                <a:moveTo>
                  <a:pt x="0" y="530"/>
                </a:moveTo>
                <a:lnTo>
                  <a:pt x="0" y="133"/>
                </a:lnTo>
                <a:cubicBezTo>
                  <a:pt x="0" y="97"/>
                  <a:pt x="13" y="66"/>
                  <a:pt x="39" y="39"/>
                </a:cubicBezTo>
                <a:cubicBezTo>
                  <a:pt x="64" y="13"/>
                  <a:pt x="96" y="0"/>
                  <a:pt x="132" y="0"/>
                </a:cubicBezTo>
                <a:lnTo>
                  <a:pt x="2488" y="0"/>
                </a:lnTo>
                <a:cubicBezTo>
                  <a:pt x="2524" y="0"/>
                  <a:pt x="2556" y="13"/>
                  <a:pt x="2582" y="39"/>
                </a:cubicBezTo>
                <a:cubicBezTo>
                  <a:pt x="2607" y="66"/>
                  <a:pt x="2620" y="97"/>
                  <a:pt x="2620" y="133"/>
                </a:cubicBezTo>
                <a:lnTo>
                  <a:pt x="2620" y="530"/>
                </a:lnTo>
                <a:cubicBezTo>
                  <a:pt x="2620" y="567"/>
                  <a:pt x="2607" y="598"/>
                  <a:pt x="2582" y="624"/>
                </a:cubicBezTo>
                <a:cubicBezTo>
                  <a:pt x="2556" y="650"/>
                  <a:pt x="2524" y="662"/>
                  <a:pt x="2488" y="662"/>
                </a:cubicBezTo>
                <a:lnTo>
                  <a:pt x="132" y="662"/>
                </a:lnTo>
                <a:cubicBezTo>
                  <a:pt x="96" y="662"/>
                  <a:pt x="64" y="650"/>
                  <a:pt x="39" y="624"/>
                </a:cubicBezTo>
                <a:cubicBezTo>
                  <a:pt x="13" y="598"/>
                  <a:pt x="0" y="567"/>
                  <a:pt x="0" y="530"/>
                </a:cubicBezTo>
                <a:moveTo>
                  <a:pt x="26" y="133"/>
                </a:moveTo>
                <a:lnTo>
                  <a:pt x="26" y="530"/>
                </a:lnTo>
                <a:cubicBezTo>
                  <a:pt x="26" y="544"/>
                  <a:pt x="29" y="558"/>
                  <a:pt x="34" y="571"/>
                </a:cubicBezTo>
                <a:cubicBezTo>
                  <a:pt x="40" y="584"/>
                  <a:pt x="47" y="595"/>
                  <a:pt x="57" y="605"/>
                </a:cubicBezTo>
                <a:cubicBezTo>
                  <a:pt x="67" y="615"/>
                  <a:pt x="79" y="623"/>
                  <a:pt x="92" y="628"/>
                </a:cubicBezTo>
                <a:cubicBezTo>
                  <a:pt x="105" y="633"/>
                  <a:pt x="118" y="636"/>
                  <a:pt x="132" y="636"/>
                </a:cubicBezTo>
                <a:lnTo>
                  <a:pt x="2488" y="636"/>
                </a:lnTo>
                <a:cubicBezTo>
                  <a:pt x="2502" y="636"/>
                  <a:pt x="2515" y="633"/>
                  <a:pt x="2528" y="628"/>
                </a:cubicBezTo>
                <a:cubicBezTo>
                  <a:pt x="2541" y="623"/>
                  <a:pt x="2553" y="615"/>
                  <a:pt x="2563" y="605"/>
                </a:cubicBezTo>
                <a:cubicBezTo>
                  <a:pt x="2573" y="595"/>
                  <a:pt x="2580" y="584"/>
                  <a:pt x="2586" y="571"/>
                </a:cubicBezTo>
                <a:cubicBezTo>
                  <a:pt x="2591" y="558"/>
                  <a:pt x="2594" y="544"/>
                  <a:pt x="2594" y="530"/>
                </a:cubicBezTo>
                <a:lnTo>
                  <a:pt x="2594" y="133"/>
                </a:lnTo>
                <a:cubicBezTo>
                  <a:pt x="2594" y="119"/>
                  <a:pt x="2591" y="106"/>
                  <a:pt x="2586" y="93"/>
                </a:cubicBezTo>
                <a:cubicBezTo>
                  <a:pt x="2580" y="80"/>
                  <a:pt x="2573" y="68"/>
                  <a:pt x="2563" y="57"/>
                </a:cubicBezTo>
                <a:cubicBezTo>
                  <a:pt x="2553" y="48"/>
                  <a:pt x="2541" y="40"/>
                  <a:pt x="2528" y="35"/>
                </a:cubicBezTo>
                <a:cubicBezTo>
                  <a:pt x="2515" y="29"/>
                  <a:pt x="2502" y="26"/>
                  <a:pt x="2488" y="26"/>
                </a:cubicBezTo>
                <a:lnTo>
                  <a:pt x="132" y="26"/>
                </a:lnTo>
                <a:cubicBezTo>
                  <a:pt x="118" y="26"/>
                  <a:pt x="105" y="29"/>
                  <a:pt x="92" y="35"/>
                </a:cubicBezTo>
                <a:cubicBezTo>
                  <a:pt x="79" y="40"/>
                  <a:pt x="67" y="48"/>
                  <a:pt x="57" y="57"/>
                </a:cubicBezTo>
                <a:cubicBezTo>
                  <a:pt x="47" y="68"/>
                  <a:pt x="40" y="80"/>
                  <a:pt x="34" y="93"/>
                </a:cubicBezTo>
                <a:cubicBezTo>
                  <a:pt x="29" y="106"/>
                  <a:pt x="26" y="119"/>
                  <a:pt x="26" y="133"/>
                </a:cubicBezTo>
                <a:close/>
              </a:path>
            </a:pathLst>
          </a:custGeom>
          <a:solidFill>
            <a:srgbClr val="22C55E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 txBox="1"/>
          <p:nvPr/>
        </p:nvSpPr>
        <p:spPr>
          <a:xfrm>
            <a:off x="685800" y="3184560"/>
            <a:ext cx="3054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Argo Events webhook EventSource (callback)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4269600" y="3251160"/>
            <a:ext cx="8258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22C55E"/>
                </a:solidFill>
                <a:effectLst/>
                <a:uFillTx/>
                <a:latin typeface="Outfit-Thin_"/>
                <a:ea typeface="Outfit-Thin_"/>
              </a:rPr>
              <a:t>PRO D U CT I O N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4143240" y="3638520"/>
            <a:ext cx="943200" cy="247680"/>
          </a:xfrm>
          <a:custGeom>
            <a:avLst/>
            <a:gdLst/>
            <a:ahLst/>
            <a:rect l="0" t="0" r="r" b="b"/>
            <a:pathLst>
              <a:path w="2620" h="688">
                <a:moveTo>
                  <a:pt x="39" y="38"/>
                </a:moveTo>
                <a:cubicBezTo>
                  <a:pt x="64" y="12"/>
                  <a:pt x="96" y="0"/>
                  <a:pt x="132" y="0"/>
                </a:cubicBezTo>
                <a:lnTo>
                  <a:pt x="2488" y="0"/>
                </a:lnTo>
                <a:cubicBezTo>
                  <a:pt x="2524" y="0"/>
                  <a:pt x="2556" y="12"/>
                  <a:pt x="2582" y="38"/>
                </a:cubicBezTo>
                <a:cubicBezTo>
                  <a:pt x="2607" y="64"/>
                  <a:pt x="2620" y="95"/>
                  <a:pt x="2620" y="132"/>
                </a:cubicBezTo>
                <a:lnTo>
                  <a:pt x="2620" y="556"/>
                </a:lnTo>
                <a:cubicBezTo>
                  <a:pt x="2620" y="593"/>
                  <a:pt x="2607" y="624"/>
                  <a:pt x="2582" y="650"/>
                </a:cubicBezTo>
                <a:cubicBezTo>
                  <a:pt x="2556" y="676"/>
                  <a:pt x="2524" y="688"/>
                  <a:pt x="2488" y="688"/>
                </a:cubicBezTo>
                <a:lnTo>
                  <a:pt x="132" y="688"/>
                </a:lnTo>
                <a:cubicBezTo>
                  <a:pt x="96" y="688"/>
                  <a:pt x="64" y="676"/>
                  <a:pt x="39" y="650"/>
                </a:cubicBezTo>
                <a:cubicBezTo>
                  <a:pt x="13" y="624"/>
                  <a:pt x="0" y="593"/>
                  <a:pt x="0" y="556"/>
                </a:cubicBezTo>
                <a:lnTo>
                  <a:pt x="0" y="132"/>
                </a:lnTo>
                <a:cubicBezTo>
                  <a:pt x="0" y="95"/>
                  <a:pt x="13" y="64"/>
                  <a:pt x="39" y="38"/>
                </a:cubicBezTo>
                <a:close/>
              </a:path>
            </a:pathLst>
          </a:custGeom>
          <a:solidFill>
            <a:srgbClr val="22C55E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4143240" y="3638520"/>
            <a:ext cx="943200" cy="247680"/>
          </a:xfrm>
          <a:custGeom>
            <a:avLst/>
            <a:gdLst/>
            <a:ahLst/>
            <a:rect l="0" t="0" r="r" b="b"/>
            <a:pathLst>
              <a:path w="2620" h="688">
                <a:moveTo>
                  <a:pt x="0" y="556"/>
                </a:moveTo>
                <a:lnTo>
                  <a:pt x="0" y="132"/>
                </a:lnTo>
                <a:cubicBezTo>
                  <a:pt x="0" y="95"/>
                  <a:pt x="13" y="64"/>
                  <a:pt x="39" y="38"/>
                </a:cubicBezTo>
                <a:cubicBezTo>
                  <a:pt x="64" y="12"/>
                  <a:pt x="96" y="0"/>
                  <a:pt x="132" y="0"/>
                </a:cubicBezTo>
                <a:lnTo>
                  <a:pt x="2488" y="0"/>
                </a:lnTo>
                <a:cubicBezTo>
                  <a:pt x="2524" y="0"/>
                  <a:pt x="2556" y="12"/>
                  <a:pt x="2582" y="38"/>
                </a:cubicBezTo>
                <a:cubicBezTo>
                  <a:pt x="2607" y="64"/>
                  <a:pt x="2620" y="95"/>
                  <a:pt x="2620" y="132"/>
                </a:cubicBezTo>
                <a:lnTo>
                  <a:pt x="2620" y="556"/>
                </a:lnTo>
                <a:cubicBezTo>
                  <a:pt x="2620" y="593"/>
                  <a:pt x="2607" y="624"/>
                  <a:pt x="2582" y="650"/>
                </a:cubicBezTo>
                <a:cubicBezTo>
                  <a:pt x="2556" y="676"/>
                  <a:pt x="2524" y="688"/>
                  <a:pt x="2488" y="688"/>
                </a:cubicBezTo>
                <a:lnTo>
                  <a:pt x="132" y="688"/>
                </a:lnTo>
                <a:cubicBezTo>
                  <a:pt x="96" y="688"/>
                  <a:pt x="64" y="676"/>
                  <a:pt x="39" y="650"/>
                </a:cubicBezTo>
                <a:cubicBezTo>
                  <a:pt x="13" y="624"/>
                  <a:pt x="0" y="593"/>
                  <a:pt x="0" y="556"/>
                </a:cubicBezTo>
                <a:moveTo>
                  <a:pt x="26" y="132"/>
                </a:moveTo>
                <a:lnTo>
                  <a:pt x="26" y="556"/>
                </a:lnTo>
                <a:cubicBezTo>
                  <a:pt x="26" y="570"/>
                  <a:pt x="29" y="584"/>
                  <a:pt x="34" y="597"/>
                </a:cubicBezTo>
                <a:cubicBezTo>
                  <a:pt x="40" y="610"/>
                  <a:pt x="47" y="621"/>
                  <a:pt x="57" y="631"/>
                </a:cubicBezTo>
                <a:cubicBezTo>
                  <a:pt x="67" y="641"/>
                  <a:pt x="79" y="649"/>
                  <a:pt x="92" y="654"/>
                </a:cubicBezTo>
                <a:cubicBezTo>
                  <a:pt x="105" y="659"/>
                  <a:pt x="118" y="662"/>
                  <a:pt x="132" y="662"/>
                </a:cubicBezTo>
                <a:lnTo>
                  <a:pt x="2488" y="662"/>
                </a:lnTo>
                <a:cubicBezTo>
                  <a:pt x="2502" y="662"/>
                  <a:pt x="2515" y="659"/>
                  <a:pt x="2528" y="654"/>
                </a:cubicBezTo>
                <a:cubicBezTo>
                  <a:pt x="2541" y="649"/>
                  <a:pt x="2553" y="641"/>
                  <a:pt x="2563" y="631"/>
                </a:cubicBezTo>
                <a:cubicBezTo>
                  <a:pt x="2573" y="621"/>
                  <a:pt x="2580" y="610"/>
                  <a:pt x="2586" y="597"/>
                </a:cubicBezTo>
                <a:cubicBezTo>
                  <a:pt x="2591" y="584"/>
                  <a:pt x="2594" y="570"/>
                  <a:pt x="2594" y="556"/>
                </a:cubicBezTo>
                <a:lnTo>
                  <a:pt x="2594" y="132"/>
                </a:lnTo>
                <a:cubicBezTo>
                  <a:pt x="2594" y="118"/>
                  <a:pt x="2591" y="104"/>
                  <a:pt x="2586" y="91"/>
                </a:cubicBezTo>
                <a:cubicBezTo>
                  <a:pt x="2580" y="78"/>
                  <a:pt x="2573" y="67"/>
                  <a:pt x="2563" y="57"/>
                </a:cubicBezTo>
                <a:cubicBezTo>
                  <a:pt x="2553" y="47"/>
                  <a:pt x="2541" y="39"/>
                  <a:pt x="2528" y="34"/>
                </a:cubicBezTo>
                <a:cubicBezTo>
                  <a:pt x="2515" y="29"/>
                  <a:pt x="2502" y="26"/>
                  <a:pt x="2488" y="26"/>
                </a:cubicBezTo>
                <a:lnTo>
                  <a:pt x="132" y="26"/>
                </a:lnTo>
                <a:cubicBezTo>
                  <a:pt x="118" y="26"/>
                  <a:pt x="105" y="29"/>
                  <a:pt x="92" y="34"/>
                </a:cubicBezTo>
                <a:cubicBezTo>
                  <a:pt x="79" y="39"/>
                  <a:pt x="67" y="47"/>
                  <a:pt x="57" y="57"/>
                </a:cubicBezTo>
                <a:cubicBezTo>
                  <a:pt x="47" y="67"/>
                  <a:pt x="40" y="78"/>
                  <a:pt x="34" y="91"/>
                </a:cubicBezTo>
                <a:cubicBezTo>
                  <a:pt x="29" y="104"/>
                  <a:pt x="26" y="118"/>
                  <a:pt x="26" y="132"/>
                </a:cubicBezTo>
                <a:close/>
              </a:path>
            </a:pathLst>
          </a:custGeom>
          <a:solidFill>
            <a:srgbClr val="22C55E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685800" y="3632040"/>
            <a:ext cx="3261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Istio VirtualService + AuthorizationPolicy (HMAC)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4269600" y="3699000"/>
            <a:ext cx="8258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22C55E"/>
                </a:solidFill>
                <a:effectLst/>
                <a:uFillTx/>
                <a:latin typeface="Outfit-Thin_"/>
                <a:ea typeface="Outfit-Thin_"/>
              </a:rPr>
              <a:t>PRO D U CT I O N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1371240" y="4095720"/>
            <a:ext cx="705240" cy="209880"/>
          </a:xfrm>
          <a:custGeom>
            <a:avLst/>
            <a:gdLst/>
            <a:ahLst/>
            <a:rect l="0" t="0" r="r" b="b"/>
            <a:pathLst>
              <a:path w="1959" h="583">
                <a:moveTo>
                  <a:pt x="0" y="476"/>
                </a:moveTo>
                <a:lnTo>
                  <a:pt x="0" y="105"/>
                </a:ln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854" y="0"/>
                </a:lnTo>
                <a:cubicBezTo>
                  <a:pt x="1868" y="0"/>
                  <a:pt x="1881" y="2"/>
                  <a:pt x="1894" y="8"/>
                </a:cubicBezTo>
                <a:cubicBezTo>
                  <a:pt x="1907" y="13"/>
                  <a:pt x="1918" y="21"/>
                  <a:pt x="1928" y="31"/>
                </a:cubicBezTo>
                <a:cubicBezTo>
                  <a:pt x="1938" y="41"/>
                  <a:pt x="1946" y="52"/>
                  <a:pt x="1951" y="65"/>
                </a:cubicBezTo>
                <a:cubicBezTo>
                  <a:pt x="1957" y="78"/>
                  <a:pt x="1959" y="91"/>
                  <a:pt x="1959" y="105"/>
                </a:cubicBezTo>
                <a:lnTo>
                  <a:pt x="1959" y="476"/>
                </a:lnTo>
                <a:cubicBezTo>
                  <a:pt x="1959" y="490"/>
                  <a:pt x="1957" y="503"/>
                  <a:pt x="1951" y="516"/>
                </a:cubicBezTo>
                <a:cubicBezTo>
                  <a:pt x="1946" y="529"/>
                  <a:pt x="1938" y="541"/>
                  <a:pt x="1928" y="551"/>
                </a:cubicBezTo>
                <a:cubicBezTo>
                  <a:pt x="1918" y="562"/>
                  <a:pt x="1907" y="569"/>
                  <a:pt x="1894" y="575"/>
                </a:cubicBezTo>
                <a:cubicBezTo>
                  <a:pt x="1881" y="580"/>
                  <a:pt x="1868" y="583"/>
                  <a:pt x="1854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1"/>
                </a:cubicBezTo>
                <a:cubicBezTo>
                  <a:pt x="22" y="541"/>
                  <a:pt x="14" y="529"/>
                  <a:pt x="9" y="516"/>
                </a:cubicBezTo>
                <a:cubicBezTo>
                  <a:pt x="3" y="503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685800" y="4089240"/>
            <a:ext cx="648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Workflow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 txBox="1"/>
          <p:nvPr/>
        </p:nvSpPr>
        <p:spPr>
          <a:xfrm>
            <a:off x="1446120" y="4127040"/>
            <a:ext cx="5529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Suspend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2072880" y="40892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2111400" y="410436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 txBox="1"/>
          <p:nvPr/>
        </p:nvSpPr>
        <p:spPr>
          <a:xfrm>
            <a:off x="2259720" y="4089240"/>
            <a:ext cx="10548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Adaptive Card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 txBox="1"/>
          <p:nvPr/>
        </p:nvSpPr>
        <p:spPr>
          <a:xfrm>
            <a:off x="3291480" y="410436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4143240" y="4095720"/>
            <a:ext cx="800280" cy="238320"/>
          </a:xfrm>
          <a:custGeom>
            <a:avLst/>
            <a:gdLst/>
            <a:ahLst/>
            <a:rect l="0" t="0" r="r" b="b"/>
            <a:pathLst>
              <a:path w="2223" h="662">
                <a:moveTo>
                  <a:pt x="39" y="38"/>
                </a:moveTo>
                <a:cubicBezTo>
                  <a:pt x="64" y="12"/>
                  <a:pt x="96" y="0"/>
                  <a:pt x="132" y="0"/>
                </a:cubicBezTo>
                <a:lnTo>
                  <a:pt x="2091" y="0"/>
                </a:lnTo>
                <a:cubicBezTo>
                  <a:pt x="2128" y="0"/>
                  <a:pt x="2159" y="12"/>
                  <a:pt x="2185" y="38"/>
                </a:cubicBezTo>
                <a:cubicBezTo>
                  <a:pt x="2210" y="64"/>
                  <a:pt x="2223" y="95"/>
                  <a:pt x="2223" y="132"/>
                </a:cubicBezTo>
                <a:lnTo>
                  <a:pt x="2223" y="530"/>
                </a:lnTo>
                <a:cubicBezTo>
                  <a:pt x="2223" y="566"/>
                  <a:pt x="2210" y="597"/>
                  <a:pt x="2185" y="623"/>
                </a:cubicBezTo>
                <a:cubicBezTo>
                  <a:pt x="2159" y="649"/>
                  <a:pt x="2128" y="662"/>
                  <a:pt x="2091" y="662"/>
                </a:cubicBezTo>
                <a:lnTo>
                  <a:pt x="132" y="662"/>
                </a:lnTo>
                <a:cubicBezTo>
                  <a:pt x="96" y="662"/>
                  <a:pt x="64" y="649"/>
                  <a:pt x="39" y="623"/>
                </a:cubicBezTo>
                <a:cubicBezTo>
                  <a:pt x="13" y="597"/>
                  <a:pt x="0" y="566"/>
                  <a:pt x="0" y="530"/>
                </a:cubicBezTo>
                <a:lnTo>
                  <a:pt x="0" y="132"/>
                </a:lnTo>
                <a:cubicBezTo>
                  <a:pt x="0" y="95"/>
                  <a:pt x="13" y="64"/>
                  <a:pt x="39" y="38"/>
                </a:cubicBezTo>
                <a:close/>
              </a:path>
            </a:pathLst>
          </a:custGeom>
          <a:solidFill>
            <a:srgbClr val="22C55E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4143240" y="4095720"/>
            <a:ext cx="800280" cy="238320"/>
          </a:xfrm>
          <a:custGeom>
            <a:avLst/>
            <a:gdLst/>
            <a:ahLst/>
            <a:rect l="0" t="0" r="r" b="b"/>
            <a:pathLst>
              <a:path w="2223" h="662">
                <a:moveTo>
                  <a:pt x="0" y="530"/>
                </a:moveTo>
                <a:lnTo>
                  <a:pt x="0" y="132"/>
                </a:lnTo>
                <a:cubicBezTo>
                  <a:pt x="0" y="95"/>
                  <a:pt x="13" y="64"/>
                  <a:pt x="39" y="38"/>
                </a:cubicBezTo>
                <a:cubicBezTo>
                  <a:pt x="64" y="12"/>
                  <a:pt x="96" y="0"/>
                  <a:pt x="132" y="0"/>
                </a:cubicBezTo>
                <a:lnTo>
                  <a:pt x="2091" y="0"/>
                </a:lnTo>
                <a:cubicBezTo>
                  <a:pt x="2128" y="0"/>
                  <a:pt x="2159" y="12"/>
                  <a:pt x="2185" y="38"/>
                </a:cubicBezTo>
                <a:cubicBezTo>
                  <a:pt x="2210" y="64"/>
                  <a:pt x="2223" y="95"/>
                  <a:pt x="2223" y="132"/>
                </a:cubicBezTo>
                <a:lnTo>
                  <a:pt x="2223" y="530"/>
                </a:lnTo>
                <a:cubicBezTo>
                  <a:pt x="2223" y="566"/>
                  <a:pt x="2210" y="597"/>
                  <a:pt x="2185" y="623"/>
                </a:cubicBezTo>
                <a:cubicBezTo>
                  <a:pt x="2159" y="649"/>
                  <a:pt x="2128" y="662"/>
                  <a:pt x="2091" y="662"/>
                </a:cubicBezTo>
                <a:lnTo>
                  <a:pt x="132" y="662"/>
                </a:lnTo>
                <a:cubicBezTo>
                  <a:pt x="96" y="662"/>
                  <a:pt x="64" y="649"/>
                  <a:pt x="39" y="623"/>
                </a:cubicBezTo>
                <a:cubicBezTo>
                  <a:pt x="13" y="597"/>
                  <a:pt x="0" y="566"/>
                  <a:pt x="0" y="530"/>
                </a:cubicBezTo>
                <a:moveTo>
                  <a:pt x="26" y="132"/>
                </a:moveTo>
                <a:lnTo>
                  <a:pt x="26" y="530"/>
                </a:lnTo>
                <a:cubicBezTo>
                  <a:pt x="26" y="544"/>
                  <a:pt x="29" y="557"/>
                  <a:pt x="34" y="570"/>
                </a:cubicBezTo>
                <a:cubicBezTo>
                  <a:pt x="40" y="583"/>
                  <a:pt x="47" y="595"/>
                  <a:pt x="57" y="605"/>
                </a:cubicBezTo>
                <a:cubicBezTo>
                  <a:pt x="67" y="615"/>
                  <a:pt x="79" y="622"/>
                  <a:pt x="92" y="628"/>
                </a:cubicBezTo>
                <a:cubicBezTo>
                  <a:pt x="105" y="633"/>
                  <a:pt x="118" y="636"/>
                  <a:pt x="132" y="636"/>
                </a:cubicBezTo>
                <a:lnTo>
                  <a:pt x="2091" y="636"/>
                </a:lnTo>
                <a:cubicBezTo>
                  <a:pt x="2105" y="636"/>
                  <a:pt x="2119" y="633"/>
                  <a:pt x="2132" y="628"/>
                </a:cubicBezTo>
                <a:cubicBezTo>
                  <a:pt x="2145" y="622"/>
                  <a:pt x="2156" y="615"/>
                  <a:pt x="2166" y="605"/>
                </a:cubicBezTo>
                <a:cubicBezTo>
                  <a:pt x="2176" y="595"/>
                  <a:pt x="2183" y="583"/>
                  <a:pt x="2189" y="570"/>
                </a:cubicBezTo>
                <a:cubicBezTo>
                  <a:pt x="2194" y="557"/>
                  <a:pt x="2197" y="544"/>
                  <a:pt x="2197" y="530"/>
                </a:cubicBezTo>
                <a:lnTo>
                  <a:pt x="2197" y="132"/>
                </a:lnTo>
                <a:cubicBezTo>
                  <a:pt x="2197" y="118"/>
                  <a:pt x="2194" y="104"/>
                  <a:pt x="2189" y="91"/>
                </a:cubicBezTo>
                <a:cubicBezTo>
                  <a:pt x="2183" y="78"/>
                  <a:pt x="2176" y="67"/>
                  <a:pt x="2166" y="57"/>
                </a:cubicBezTo>
                <a:cubicBezTo>
                  <a:pt x="2156" y="47"/>
                  <a:pt x="2145" y="39"/>
                  <a:pt x="2132" y="34"/>
                </a:cubicBezTo>
                <a:cubicBezTo>
                  <a:pt x="2119" y="29"/>
                  <a:pt x="2105" y="26"/>
                  <a:pt x="2091" y="26"/>
                </a:cubicBezTo>
                <a:lnTo>
                  <a:pt x="132" y="26"/>
                </a:lnTo>
                <a:cubicBezTo>
                  <a:pt x="118" y="26"/>
                  <a:pt x="105" y="29"/>
                  <a:pt x="92" y="34"/>
                </a:cubicBezTo>
                <a:cubicBezTo>
                  <a:pt x="79" y="39"/>
                  <a:pt x="67" y="47"/>
                  <a:pt x="57" y="57"/>
                </a:cubicBezTo>
                <a:cubicBezTo>
                  <a:pt x="47" y="67"/>
                  <a:pt x="40" y="78"/>
                  <a:pt x="34" y="91"/>
                </a:cubicBezTo>
                <a:cubicBezTo>
                  <a:pt x="29" y="104"/>
                  <a:pt x="26" y="118"/>
                  <a:pt x="26" y="132"/>
                </a:cubicBezTo>
                <a:close/>
              </a:path>
            </a:pathLst>
          </a:custGeom>
          <a:solidFill>
            <a:srgbClr val="22C55E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 txBox="1"/>
          <p:nvPr/>
        </p:nvSpPr>
        <p:spPr>
          <a:xfrm>
            <a:off x="3440160" y="4089240"/>
            <a:ext cx="540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resume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 txBox="1"/>
          <p:nvPr/>
        </p:nvSpPr>
        <p:spPr>
          <a:xfrm>
            <a:off x="4269600" y="4156200"/>
            <a:ext cx="710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22C55E"/>
                </a:solidFill>
                <a:effectLst/>
                <a:uFillTx/>
                <a:latin typeface="Outfit-Thin_"/>
                <a:ea typeface="Outfit-Thin_"/>
              </a:rPr>
              <a:t>P O C   D O N 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4143240" y="4543200"/>
            <a:ext cx="800280" cy="248040"/>
          </a:xfrm>
          <a:custGeom>
            <a:avLst/>
            <a:gdLst/>
            <a:ahLst/>
            <a:rect l="0" t="0" r="r" b="b"/>
            <a:pathLst>
              <a:path w="2223" h="689">
                <a:moveTo>
                  <a:pt x="39" y="39"/>
                </a:moveTo>
                <a:cubicBezTo>
                  <a:pt x="64" y="13"/>
                  <a:pt x="96" y="0"/>
                  <a:pt x="132" y="0"/>
                </a:cubicBezTo>
                <a:lnTo>
                  <a:pt x="2091" y="0"/>
                </a:lnTo>
                <a:cubicBezTo>
                  <a:pt x="2128" y="0"/>
                  <a:pt x="2159" y="13"/>
                  <a:pt x="2185" y="39"/>
                </a:cubicBezTo>
                <a:cubicBezTo>
                  <a:pt x="2210" y="65"/>
                  <a:pt x="2223" y="97"/>
                  <a:pt x="2223" y="133"/>
                </a:cubicBezTo>
                <a:lnTo>
                  <a:pt x="2223" y="557"/>
                </a:lnTo>
                <a:cubicBezTo>
                  <a:pt x="2223" y="593"/>
                  <a:pt x="2210" y="624"/>
                  <a:pt x="2185" y="650"/>
                </a:cubicBezTo>
                <a:cubicBezTo>
                  <a:pt x="2159" y="676"/>
                  <a:pt x="2128" y="689"/>
                  <a:pt x="2091" y="689"/>
                </a:cubicBezTo>
                <a:lnTo>
                  <a:pt x="132" y="689"/>
                </a:lnTo>
                <a:cubicBezTo>
                  <a:pt x="96" y="689"/>
                  <a:pt x="64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lnTo>
                  <a:pt x="0" y="133"/>
                </a:lnTo>
                <a:cubicBezTo>
                  <a:pt x="0" y="97"/>
                  <a:pt x="13" y="65"/>
                  <a:pt x="39" y="39"/>
                </a:cubicBezTo>
                <a:close/>
              </a:path>
            </a:pathLst>
          </a:custGeom>
          <a:solidFill>
            <a:srgbClr val="22C55E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4143240" y="4543200"/>
            <a:ext cx="800280" cy="248040"/>
          </a:xfrm>
          <a:custGeom>
            <a:avLst/>
            <a:gdLst/>
            <a:ahLst/>
            <a:rect l="0" t="0" r="r" b="b"/>
            <a:pathLst>
              <a:path w="2223" h="689">
                <a:moveTo>
                  <a:pt x="0" y="557"/>
                </a:moveTo>
                <a:lnTo>
                  <a:pt x="0" y="133"/>
                </a:lnTo>
                <a:cubicBezTo>
                  <a:pt x="0" y="97"/>
                  <a:pt x="13" y="65"/>
                  <a:pt x="39" y="39"/>
                </a:cubicBezTo>
                <a:cubicBezTo>
                  <a:pt x="64" y="13"/>
                  <a:pt x="96" y="0"/>
                  <a:pt x="132" y="0"/>
                </a:cubicBezTo>
                <a:lnTo>
                  <a:pt x="2091" y="0"/>
                </a:lnTo>
                <a:cubicBezTo>
                  <a:pt x="2128" y="0"/>
                  <a:pt x="2159" y="13"/>
                  <a:pt x="2185" y="39"/>
                </a:cubicBezTo>
                <a:cubicBezTo>
                  <a:pt x="2210" y="65"/>
                  <a:pt x="2223" y="97"/>
                  <a:pt x="2223" y="133"/>
                </a:cubicBezTo>
                <a:lnTo>
                  <a:pt x="2223" y="557"/>
                </a:lnTo>
                <a:cubicBezTo>
                  <a:pt x="2223" y="593"/>
                  <a:pt x="2210" y="624"/>
                  <a:pt x="2185" y="650"/>
                </a:cubicBezTo>
                <a:cubicBezTo>
                  <a:pt x="2159" y="676"/>
                  <a:pt x="2128" y="689"/>
                  <a:pt x="2091" y="689"/>
                </a:cubicBezTo>
                <a:lnTo>
                  <a:pt x="132" y="689"/>
                </a:lnTo>
                <a:cubicBezTo>
                  <a:pt x="96" y="689"/>
                  <a:pt x="64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moveTo>
                  <a:pt x="26" y="133"/>
                </a:moveTo>
                <a:lnTo>
                  <a:pt x="26" y="557"/>
                </a:lnTo>
                <a:cubicBezTo>
                  <a:pt x="26" y="571"/>
                  <a:pt x="29" y="584"/>
                  <a:pt x="34" y="597"/>
                </a:cubicBezTo>
                <a:cubicBezTo>
                  <a:pt x="40" y="610"/>
                  <a:pt x="47" y="622"/>
                  <a:pt x="57" y="632"/>
                </a:cubicBezTo>
                <a:cubicBezTo>
                  <a:pt x="67" y="642"/>
                  <a:pt x="79" y="649"/>
                  <a:pt x="92" y="655"/>
                </a:cubicBezTo>
                <a:cubicBezTo>
                  <a:pt x="105" y="660"/>
                  <a:pt x="118" y="663"/>
                  <a:pt x="132" y="663"/>
                </a:cubicBezTo>
                <a:lnTo>
                  <a:pt x="2091" y="663"/>
                </a:lnTo>
                <a:cubicBezTo>
                  <a:pt x="2105" y="663"/>
                  <a:pt x="2119" y="660"/>
                  <a:pt x="2132" y="655"/>
                </a:cubicBezTo>
                <a:cubicBezTo>
                  <a:pt x="2145" y="649"/>
                  <a:pt x="2156" y="642"/>
                  <a:pt x="2166" y="632"/>
                </a:cubicBezTo>
                <a:cubicBezTo>
                  <a:pt x="2176" y="622"/>
                  <a:pt x="2183" y="610"/>
                  <a:pt x="2189" y="597"/>
                </a:cubicBezTo>
                <a:cubicBezTo>
                  <a:pt x="2194" y="584"/>
                  <a:pt x="2197" y="571"/>
                  <a:pt x="2197" y="557"/>
                </a:cubicBezTo>
                <a:lnTo>
                  <a:pt x="2197" y="133"/>
                </a:lnTo>
                <a:cubicBezTo>
                  <a:pt x="2197" y="119"/>
                  <a:pt x="2194" y="106"/>
                  <a:pt x="2189" y="93"/>
                </a:cubicBezTo>
                <a:cubicBezTo>
                  <a:pt x="2183" y="79"/>
                  <a:pt x="2176" y="68"/>
                  <a:pt x="2166" y="58"/>
                </a:cubicBezTo>
                <a:cubicBezTo>
                  <a:pt x="2156" y="48"/>
                  <a:pt x="2145" y="40"/>
                  <a:pt x="2132" y="35"/>
                </a:cubicBezTo>
                <a:cubicBezTo>
                  <a:pt x="2119" y="29"/>
                  <a:pt x="2105" y="27"/>
                  <a:pt x="2091" y="27"/>
                </a:cubicBezTo>
                <a:lnTo>
                  <a:pt x="132" y="27"/>
                </a:lnTo>
                <a:cubicBezTo>
                  <a:pt x="118" y="27"/>
                  <a:pt x="105" y="29"/>
                  <a:pt x="92" y="35"/>
                </a:cubicBezTo>
                <a:cubicBezTo>
                  <a:pt x="79" y="40"/>
                  <a:pt x="67" y="48"/>
                  <a:pt x="57" y="58"/>
                </a:cubicBezTo>
                <a:cubicBezTo>
                  <a:pt x="47" y="68"/>
                  <a:pt x="40" y="79"/>
                  <a:pt x="34" y="93"/>
                </a:cubicBezTo>
                <a:cubicBezTo>
                  <a:pt x="29" y="106"/>
                  <a:pt x="26" y="119"/>
                  <a:pt x="26" y="133"/>
                </a:cubicBezTo>
                <a:close/>
              </a:path>
            </a:pathLst>
          </a:custGeom>
          <a:solidFill>
            <a:srgbClr val="22C55E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 txBox="1"/>
          <p:nvPr/>
        </p:nvSpPr>
        <p:spPr>
          <a:xfrm>
            <a:off x="685800" y="4537080"/>
            <a:ext cx="3063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Mock Teams bot (stand-in until real bot lands)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 txBox="1"/>
          <p:nvPr/>
        </p:nvSpPr>
        <p:spPr>
          <a:xfrm>
            <a:off x="4269600" y="4603680"/>
            <a:ext cx="710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22C55E"/>
                </a:solidFill>
                <a:effectLst/>
                <a:uFillTx/>
                <a:latin typeface="Outfit-Thin_"/>
                <a:ea typeface="Outfit-Thin_"/>
              </a:rPr>
              <a:t>P O C   D O N 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 txBox="1"/>
          <p:nvPr/>
        </p:nvSpPr>
        <p:spPr>
          <a:xfrm>
            <a:off x="685800" y="4994280"/>
            <a:ext cx="606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Full A2A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 txBox="1"/>
          <p:nvPr/>
        </p:nvSpPr>
        <p:spPr>
          <a:xfrm>
            <a:off x="1278000" y="500940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1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4143240" y="5000400"/>
            <a:ext cx="771840" cy="248040"/>
          </a:xfrm>
          <a:custGeom>
            <a:avLst/>
            <a:gdLst/>
            <a:ahLst/>
            <a:rect l="0" t="0" r="r" b="b"/>
            <a:pathLst>
              <a:path w="2144" h="689">
                <a:moveTo>
                  <a:pt x="39" y="39"/>
                </a:moveTo>
                <a:cubicBezTo>
                  <a:pt x="64" y="13"/>
                  <a:pt x="96" y="0"/>
                  <a:pt x="132" y="0"/>
                </a:cubicBezTo>
                <a:lnTo>
                  <a:pt x="2012" y="0"/>
                </a:lnTo>
                <a:cubicBezTo>
                  <a:pt x="2048" y="0"/>
                  <a:pt x="2079" y="13"/>
                  <a:pt x="2105" y="39"/>
                </a:cubicBezTo>
                <a:cubicBezTo>
                  <a:pt x="2131" y="65"/>
                  <a:pt x="2144" y="96"/>
                  <a:pt x="2144" y="132"/>
                </a:cubicBezTo>
                <a:lnTo>
                  <a:pt x="2144" y="557"/>
                </a:lnTo>
                <a:cubicBezTo>
                  <a:pt x="2144" y="593"/>
                  <a:pt x="2131" y="624"/>
                  <a:pt x="2105" y="650"/>
                </a:cubicBezTo>
                <a:cubicBezTo>
                  <a:pt x="2079" y="676"/>
                  <a:pt x="2048" y="689"/>
                  <a:pt x="2012" y="689"/>
                </a:cubicBezTo>
                <a:lnTo>
                  <a:pt x="132" y="689"/>
                </a:lnTo>
                <a:cubicBezTo>
                  <a:pt x="96" y="689"/>
                  <a:pt x="64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F5A623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4143240" y="5000400"/>
            <a:ext cx="771840" cy="248040"/>
          </a:xfrm>
          <a:custGeom>
            <a:avLst/>
            <a:gdLst/>
            <a:ahLst/>
            <a:rect l="0" t="0" r="r" b="b"/>
            <a:pathLst>
              <a:path w="2144" h="689">
                <a:moveTo>
                  <a:pt x="0" y="557"/>
                </a:move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ubicBezTo>
                  <a:pt x="64" y="13"/>
                  <a:pt x="96" y="0"/>
                  <a:pt x="132" y="0"/>
                </a:cubicBezTo>
                <a:lnTo>
                  <a:pt x="2012" y="0"/>
                </a:lnTo>
                <a:cubicBezTo>
                  <a:pt x="2048" y="0"/>
                  <a:pt x="2079" y="13"/>
                  <a:pt x="2105" y="39"/>
                </a:cubicBezTo>
                <a:cubicBezTo>
                  <a:pt x="2131" y="65"/>
                  <a:pt x="2144" y="96"/>
                  <a:pt x="2144" y="132"/>
                </a:cubicBezTo>
                <a:lnTo>
                  <a:pt x="2144" y="557"/>
                </a:lnTo>
                <a:cubicBezTo>
                  <a:pt x="2144" y="593"/>
                  <a:pt x="2131" y="624"/>
                  <a:pt x="2105" y="650"/>
                </a:cubicBezTo>
                <a:cubicBezTo>
                  <a:pt x="2079" y="676"/>
                  <a:pt x="2048" y="689"/>
                  <a:pt x="2012" y="689"/>
                </a:cubicBezTo>
                <a:lnTo>
                  <a:pt x="132" y="689"/>
                </a:lnTo>
                <a:cubicBezTo>
                  <a:pt x="96" y="689"/>
                  <a:pt x="64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moveTo>
                  <a:pt x="26" y="132"/>
                </a:moveTo>
                <a:lnTo>
                  <a:pt x="26" y="557"/>
                </a:lnTo>
                <a:cubicBezTo>
                  <a:pt x="26" y="571"/>
                  <a:pt x="29" y="584"/>
                  <a:pt x="34" y="597"/>
                </a:cubicBezTo>
                <a:cubicBezTo>
                  <a:pt x="40" y="610"/>
                  <a:pt x="47" y="622"/>
                  <a:pt x="57" y="632"/>
                </a:cubicBezTo>
                <a:cubicBezTo>
                  <a:pt x="67" y="642"/>
                  <a:pt x="79" y="649"/>
                  <a:pt x="92" y="655"/>
                </a:cubicBezTo>
                <a:cubicBezTo>
                  <a:pt x="105" y="660"/>
                  <a:pt x="118" y="663"/>
                  <a:pt x="132" y="663"/>
                </a:cubicBezTo>
                <a:lnTo>
                  <a:pt x="2012" y="663"/>
                </a:lnTo>
                <a:cubicBezTo>
                  <a:pt x="2026" y="663"/>
                  <a:pt x="2039" y="660"/>
                  <a:pt x="2052" y="655"/>
                </a:cubicBezTo>
                <a:cubicBezTo>
                  <a:pt x="2065" y="649"/>
                  <a:pt x="2077" y="642"/>
                  <a:pt x="2087" y="632"/>
                </a:cubicBezTo>
                <a:cubicBezTo>
                  <a:pt x="2096" y="622"/>
                  <a:pt x="2104" y="610"/>
                  <a:pt x="2109" y="597"/>
                </a:cubicBezTo>
                <a:cubicBezTo>
                  <a:pt x="2115" y="584"/>
                  <a:pt x="2118" y="571"/>
                  <a:pt x="2118" y="557"/>
                </a:cubicBezTo>
                <a:lnTo>
                  <a:pt x="2118" y="132"/>
                </a:lnTo>
                <a:cubicBezTo>
                  <a:pt x="2118" y="118"/>
                  <a:pt x="2115" y="105"/>
                  <a:pt x="2109" y="92"/>
                </a:cubicBezTo>
                <a:cubicBezTo>
                  <a:pt x="2104" y="79"/>
                  <a:pt x="2096" y="68"/>
                  <a:pt x="2087" y="58"/>
                </a:cubicBezTo>
                <a:cubicBezTo>
                  <a:pt x="2077" y="48"/>
                  <a:pt x="2065" y="40"/>
                  <a:pt x="2052" y="35"/>
                </a:cubicBezTo>
                <a:cubicBezTo>
                  <a:pt x="2039" y="29"/>
                  <a:pt x="2026" y="27"/>
                  <a:pt x="2012" y="27"/>
                </a:cubicBezTo>
                <a:lnTo>
                  <a:pt x="132" y="27"/>
                </a:lnTo>
                <a:cubicBezTo>
                  <a:pt x="118" y="27"/>
                  <a:pt x="105" y="29"/>
                  <a:pt x="92" y="35"/>
                </a:cubicBezTo>
                <a:cubicBezTo>
                  <a:pt x="79" y="40"/>
                  <a:pt x="67" y="48"/>
                  <a:pt x="57" y="58"/>
                </a:cubicBezTo>
                <a:cubicBezTo>
                  <a:pt x="47" y="68"/>
                  <a:pt x="40" y="79"/>
                  <a:pt x="34" y="92"/>
                </a:cubicBezTo>
                <a:cubicBezTo>
                  <a:pt x="29" y="105"/>
                  <a:pt x="26" y="118"/>
                  <a:pt x="26" y="132"/>
                </a:cubicBezTo>
                <a:close/>
              </a:path>
            </a:pathLst>
          </a:custGeom>
          <a:solidFill>
            <a:srgbClr val="F5A623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 txBox="1"/>
          <p:nvPr/>
        </p:nvSpPr>
        <p:spPr>
          <a:xfrm>
            <a:off x="1426320" y="4994280"/>
            <a:ext cx="20509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HITL demo </a:t>
            </a:r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(specialist agents)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4269600" y="5060880"/>
            <a:ext cx="7246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FBBF24"/>
                </a:solidFill>
                <a:effectLst/>
                <a:uFillTx/>
                <a:latin typeface="Outfit-Thin_"/>
                <a:ea typeface="Outfit-Thin_"/>
              </a:rPr>
              <a:t>I N   F L I G H T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4143240" y="5457600"/>
            <a:ext cx="657360" cy="238680"/>
          </a:xfrm>
          <a:custGeom>
            <a:avLst/>
            <a:gdLst/>
            <a:ahLst/>
            <a:rect l="0" t="0" r="r" b="b"/>
            <a:pathLst>
              <a:path w="1826" h="663">
                <a:moveTo>
                  <a:pt x="39" y="39"/>
                </a:moveTo>
                <a:cubicBezTo>
                  <a:pt x="64" y="13"/>
                  <a:pt x="96" y="0"/>
                  <a:pt x="132" y="0"/>
                </a:cubicBezTo>
                <a:lnTo>
                  <a:pt x="1694" y="0"/>
                </a:lnTo>
                <a:cubicBezTo>
                  <a:pt x="1731" y="0"/>
                  <a:pt x="1762" y="13"/>
                  <a:pt x="1788" y="39"/>
                </a:cubicBezTo>
                <a:cubicBezTo>
                  <a:pt x="1814" y="65"/>
                  <a:pt x="1826" y="96"/>
                  <a:pt x="1826" y="132"/>
                </a:cubicBezTo>
                <a:lnTo>
                  <a:pt x="1826" y="530"/>
                </a:lnTo>
                <a:cubicBezTo>
                  <a:pt x="1826" y="567"/>
                  <a:pt x="1814" y="598"/>
                  <a:pt x="1788" y="624"/>
                </a:cubicBezTo>
                <a:cubicBezTo>
                  <a:pt x="1762" y="650"/>
                  <a:pt x="1731" y="663"/>
                  <a:pt x="1694" y="663"/>
                </a:cubicBezTo>
                <a:lnTo>
                  <a:pt x="132" y="663"/>
                </a:lnTo>
                <a:cubicBezTo>
                  <a:pt x="96" y="663"/>
                  <a:pt x="64" y="650"/>
                  <a:pt x="39" y="624"/>
                </a:cubicBezTo>
                <a:cubicBezTo>
                  <a:pt x="13" y="598"/>
                  <a:pt x="0" y="567"/>
                  <a:pt x="0" y="530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4143240" y="5457600"/>
            <a:ext cx="657360" cy="238680"/>
          </a:xfrm>
          <a:custGeom>
            <a:avLst/>
            <a:gdLst/>
            <a:ahLst/>
            <a:rect l="0" t="0" r="r" b="b"/>
            <a:pathLst>
              <a:path w="1826" h="663">
                <a:moveTo>
                  <a:pt x="0" y="530"/>
                </a:move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ubicBezTo>
                  <a:pt x="64" y="13"/>
                  <a:pt x="96" y="0"/>
                  <a:pt x="132" y="0"/>
                </a:cubicBezTo>
                <a:lnTo>
                  <a:pt x="1694" y="0"/>
                </a:lnTo>
                <a:cubicBezTo>
                  <a:pt x="1731" y="0"/>
                  <a:pt x="1762" y="13"/>
                  <a:pt x="1788" y="39"/>
                </a:cubicBezTo>
                <a:cubicBezTo>
                  <a:pt x="1814" y="65"/>
                  <a:pt x="1826" y="96"/>
                  <a:pt x="1826" y="132"/>
                </a:cubicBezTo>
                <a:lnTo>
                  <a:pt x="1826" y="530"/>
                </a:lnTo>
                <a:cubicBezTo>
                  <a:pt x="1826" y="567"/>
                  <a:pt x="1814" y="598"/>
                  <a:pt x="1788" y="624"/>
                </a:cubicBezTo>
                <a:cubicBezTo>
                  <a:pt x="1762" y="650"/>
                  <a:pt x="1731" y="663"/>
                  <a:pt x="1694" y="663"/>
                </a:cubicBezTo>
                <a:lnTo>
                  <a:pt x="132" y="663"/>
                </a:lnTo>
                <a:cubicBezTo>
                  <a:pt x="96" y="663"/>
                  <a:pt x="64" y="650"/>
                  <a:pt x="39" y="624"/>
                </a:cubicBezTo>
                <a:cubicBezTo>
                  <a:pt x="13" y="598"/>
                  <a:pt x="0" y="567"/>
                  <a:pt x="0" y="530"/>
                </a:cubicBezTo>
                <a:moveTo>
                  <a:pt x="26" y="132"/>
                </a:moveTo>
                <a:lnTo>
                  <a:pt x="26" y="530"/>
                </a:lnTo>
                <a:cubicBezTo>
                  <a:pt x="26" y="544"/>
                  <a:pt x="29" y="558"/>
                  <a:pt x="34" y="571"/>
                </a:cubicBezTo>
                <a:cubicBezTo>
                  <a:pt x="40" y="584"/>
                  <a:pt x="47" y="595"/>
                  <a:pt x="57" y="605"/>
                </a:cubicBezTo>
                <a:cubicBezTo>
                  <a:pt x="67" y="615"/>
                  <a:pt x="79" y="623"/>
                  <a:pt x="92" y="628"/>
                </a:cubicBezTo>
                <a:cubicBezTo>
                  <a:pt x="105" y="633"/>
                  <a:pt x="118" y="636"/>
                  <a:pt x="132" y="636"/>
                </a:cubicBezTo>
                <a:lnTo>
                  <a:pt x="1694" y="636"/>
                </a:lnTo>
                <a:cubicBezTo>
                  <a:pt x="1708" y="636"/>
                  <a:pt x="1722" y="633"/>
                  <a:pt x="1735" y="628"/>
                </a:cubicBezTo>
                <a:cubicBezTo>
                  <a:pt x="1748" y="623"/>
                  <a:pt x="1759" y="615"/>
                  <a:pt x="1769" y="605"/>
                </a:cubicBezTo>
                <a:cubicBezTo>
                  <a:pt x="1779" y="595"/>
                  <a:pt x="1787" y="584"/>
                  <a:pt x="1792" y="571"/>
                </a:cubicBezTo>
                <a:cubicBezTo>
                  <a:pt x="1797" y="558"/>
                  <a:pt x="1800" y="544"/>
                  <a:pt x="1800" y="530"/>
                </a:cubicBezTo>
                <a:lnTo>
                  <a:pt x="1800" y="132"/>
                </a:lnTo>
                <a:cubicBezTo>
                  <a:pt x="1800" y="118"/>
                  <a:pt x="1797" y="105"/>
                  <a:pt x="1792" y="92"/>
                </a:cubicBezTo>
                <a:cubicBezTo>
                  <a:pt x="1787" y="79"/>
                  <a:pt x="1779" y="68"/>
                  <a:pt x="1769" y="58"/>
                </a:cubicBezTo>
                <a:cubicBezTo>
                  <a:pt x="1759" y="48"/>
                  <a:pt x="1748" y="40"/>
                  <a:pt x="1735" y="35"/>
                </a:cubicBezTo>
                <a:cubicBezTo>
                  <a:pt x="1722" y="29"/>
                  <a:pt x="1708" y="27"/>
                  <a:pt x="1694" y="27"/>
                </a:cubicBezTo>
                <a:lnTo>
                  <a:pt x="132" y="27"/>
                </a:lnTo>
                <a:cubicBezTo>
                  <a:pt x="118" y="27"/>
                  <a:pt x="105" y="29"/>
                  <a:pt x="92" y="35"/>
                </a:cubicBezTo>
                <a:cubicBezTo>
                  <a:pt x="79" y="40"/>
                  <a:pt x="67" y="48"/>
                  <a:pt x="57" y="58"/>
                </a:cubicBezTo>
                <a:cubicBezTo>
                  <a:pt x="47" y="68"/>
                  <a:pt x="40" y="79"/>
                  <a:pt x="34" y="92"/>
                </a:cubicBezTo>
                <a:cubicBezTo>
                  <a:pt x="29" y="105"/>
                  <a:pt x="26" y="118"/>
                  <a:pt x="26" y="132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 txBox="1"/>
          <p:nvPr/>
        </p:nvSpPr>
        <p:spPr>
          <a:xfrm>
            <a:off x="685800" y="5451480"/>
            <a:ext cx="25570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Real Teams bot (replacing Logic App)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4269600" y="5518080"/>
            <a:ext cx="512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F U T U RE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 txBox="1"/>
          <p:nvPr/>
        </p:nvSpPr>
        <p:spPr>
          <a:xfrm>
            <a:off x="905040" y="6043320"/>
            <a:ext cx="101912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Current focus:</a:t>
            </a:r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join the proven gate to specialist-agent A2A so a triage agent's suggested remediation can suspend, surface in Teams, and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 txBox="1"/>
          <p:nvPr/>
        </p:nvSpPr>
        <p:spPr>
          <a:xfrm>
            <a:off x="905040" y="6319440"/>
            <a:ext cx="151920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resume on approval.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1179756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17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690480" y="1747800"/>
            <a:ext cx="10811160" cy="1333800"/>
          </a:xfrm>
          <a:custGeom>
            <a:avLst/>
            <a:gdLst/>
            <a:ahLst/>
            <a:rect l="0" t="0" r="r" b="b"/>
            <a:pathLst>
              <a:path w="30031" h="3705">
                <a:moveTo>
                  <a:pt x="0" y="3453"/>
                </a:moveTo>
                <a:lnTo>
                  <a:pt x="0" y="251"/>
                </a:lnTo>
                <a:cubicBezTo>
                  <a:pt x="0" y="234"/>
                  <a:pt x="1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1"/>
                </a:cubicBezTo>
                <a:cubicBezTo>
                  <a:pt x="51" y="98"/>
                  <a:pt x="62" y="85"/>
                  <a:pt x="73" y="73"/>
                </a:cubicBezTo>
                <a:cubicBezTo>
                  <a:pt x="85" y="62"/>
                  <a:pt x="98" y="51"/>
                  <a:pt x="111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2"/>
                  <a:pt x="186" y="8"/>
                  <a:pt x="202" y="4"/>
                </a:cubicBezTo>
                <a:cubicBezTo>
                  <a:pt x="218" y="1"/>
                  <a:pt x="235" y="0"/>
                  <a:pt x="251" y="0"/>
                </a:cubicBezTo>
                <a:lnTo>
                  <a:pt x="29780" y="0"/>
                </a:lnTo>
                <a:cubicBezTo>
                  <a:pt x="29796" y="0"/>
                  <a:pt x="29812" y="1"/>
                  <a:pt x="29829" y="4"/>
                </a:cubicBezTo>
                <a:cubicBezTo>
                  <a:pt x="29845" y="8"/>
                  <a:pt x="29861" y="12"/>
                  <a:pt x="29876" y="19"/>
                </a:cubicBezTo>
                <a:cubicBezTo>
                  <a:pt x="29891" y="25"/>
                  <a:pt x="29906" y="33"/>
                  <a:pt x="29919" y="42"/>
                </a:cubicBezTo>
                <a:cubicBezTo>
                  <a:pt x="29933" y="51"/>
                  <a:pt x="29946" y="62"/>
                  <a:pt x="29957" y="73"/>
                </a:cubicBezTo>
                <a:cubicBezTo>
                  <a:pt x="29969" y="85"/>
                  <a:pt x="29979" y="98"/>
                  <a:pt x="29989" y="111"/>
                </a:cubicBezTo>
                <a:cubicBezTo>
                  <a:pt x="29998" y="125"/>
                  <a:pt x="30005" y="140"/>
                  <a:pt x="30012" y="155"/>
                </a:cubicBezTo>
                <a:cubicBezTo>
                  <a:pt x="30018" y="170"/>
                  <a:pt x="30023" y="186"/>
                  <a:pt x="30026" y="202"/>
                </a:cubicBezTo>
                <a:cubicBezTo>
                  <a:pt x="30029" y="218"/>
                  <a:pt x="30031" y="234"/>
                  <a:pt x="30031" y="251"/>
                </a:cubicBezTo>
                <a:lnTo>
                  <a:pt x="30031" y="3453"/>
                </a:lnTo>
                <a:cubicBezTo>
                  <a:pt x="30031" y="3470"/>
                  <a:pt x="30029" y="3486"/>
                  <a:pt x="30026" y="3502"/>
                </a:cubicBezTo>
                <a:cubicBezTo>
                  <a:pt x="30023" y="3519"/>
                  <a:pt x="30018" y="3534"/>
                  <a:pt x="30012" y="3550"/>
                </a:cubicBezTo>
                <a:cubicBezTo>
                  <a:pt x="30005" y="3565"/>
                  <a:pt x="29998" y="3579"/>
                  <a:pt x="29989" y="3593"/>
                </a:cubicBezTo>
                <a:cubicBezTo>
                  <a:pt x="29979" y="3607"/>
                  <a:pt x="29969" y="3619"/>
                  <a:pt x="29957" y="3631"/>
                </a:cubicBezTo>
                <a:cubicBezTo>
                  <a:pt x="29946" y="3643"/>
                  <a:pt x="29933" y="3653"/>
                  <a:pt x="29919" y="3662"/>
                </a:cubicBezTo>
                <a:cubicBezTo>
                  <a:pt x="29906" y="3672"/>
                  <a:pt x="29891" y="3679"/>
                  <a:pt x="29876" y="3686"/>
                </a:cubicBezTo>
                <a:cubicBezTo>
                  <a:pt x="29861" y="3692"/>
                  <a:pt x="29845" y="3697"/>
                  <a:pt x="29829" y="3700"/>
                </a:cubicBezTo>
                <a:cubicBezTo>
                  <a:pt x="29812" y="3703"/>
                  <a:pt x="29796" y="3705"/>
                  <a:pt x="29780" y="3705"/>
                </a:cubicBezTo>
                <a:lnTo>
                  <a:pt x="251" y="3705"/>
                </a:lnTo>
                <a:cubicBezTo>
                  <a:pt x="235" y="3705"/>
                  <a:pt x="218" y="3703"/>
                  <a:pt x="202" y="3700"/>
                </a:cubicBezTo>
                <a:cubicBezTo>
                  <a:pt x="186" y="3697"/>
                  <a:pt x="170" y="3692"/>
                  <a:pt x="155" y="3686"/>
                </a:cubicBezTo>
                <a:cubicBezTo>
                  <a:pt x="140" y="3679"/>
                  <a:pt x="125" y="3672"/>
                  <a:pt x="111" y="3662"/>
                </a:cubicBezTo>
                <a:cubicBezTo>
                  <a:pt x="98" y="3653"/>
                  <a:pt x="85" y="3643"/>
                  <a:pt x="73" y="3631"/>
                </a:cubicBezTo>
                <a:cubicBezTo>
                  <a:pt x="62" y="3619"/>
                  <a:pt x="51" y="3607"/>
                  <a:pt x="42" y="3593"/>
                </a:cubicBezTo>
                <a:cubicBezTo>
                  <a:pt x="33" y="3579"/>
                  <a:pt x="25" y="3565"/>
                  <a:pt x="19" y="3550"/>
                </a:cubicBezTo>
                <a:cubicBezTo>
                  <a:pt x="13" y="3534"/>
                  <a:pt x="8" y="3519"/>
                  <a:pt x="5" y="3502"/>
                </a:cubicBezTo>
                <a:cubicBezTo>
                  <a:pt x="1" y="3486"/>
                  <a:pt x="0" y="3470"/>
                  <a:pt x="0" y="3453"/>
                </a:cubicBezTo>
                <a:close/>
              </a:path>
            </a:pathLst>
          </a:custGeom>
          <a:solidFill>
            <a:srgbClr val="1414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690480" y="1747800"/>
            <a:ext cx="10811160" cy="1333800"/>
          </a:xfrm>
          <a:custGeom>
            <a:avLst/>
            <a:gdLst/>
            <a:ahLst/>
            <a:rect l="0" t="0" r="r" b="b"/>
            <a:pathLst>
              <a:path w="30031" h="3705">
                <a:moveTo>
                  <a:pt x="0" y="3453"/>
                </a:moveTo>
                <a:lnTo>
                  <a:pt x="0" y="251"/>
                </a:lnTo>
                <a:cubicBezTo>
                  <a:pt x="0" y="234"/>
                  <a:pt x="1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1"/>
                </a:cubicBezTo>
                <a:cubicBezTo>
                  <a:pt x="51" y="98"/>
                  <a:pt x="62" y="85"/>
                  <a:pt x="73" y="73"/>
                </a:cubicBezTo>
                <a:cubicBezTo>
                  <a:pt x="85" y="62"/>
                  <a:pt x="98" y="51"/>
                  <a:pt x="111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2"/>
                  <a:pt x="186" y="8"/>
                  <a:pt x="202" y="4"/>
                </a:cubicBezTo>
                <a:cubicBezTo>
                  <a:pt x="218" y="1"/>
                  <a:pt x="235" y="0"/>
                  <a:pt x="251" y="0"/>
                </a:cubicBezTo>
                <a:lnTo>
                  <a:pt x="29780" y="0"/>
                </a:lnTo>
                <a:cubicBezTo>
                  <a:pt x="29796" y="0"/>
                  <a:pt x="29812" y="1"/>
                  <a:pt x="29829" y="4"/>
                </a:cubicBezTo>
                <a:cubicBezTo>
                  <a:pt x="29845" y="8"/>
                  <a:pt x="29861" y="12"/>
                  <a:pt x="29876" y="19"/>
                </a:cubicBezTo>
                <a:cubicBezTo>
                  <a:pt x="29891" y="25"/>
                  <a:pt x="29906" y="33"/>
                  <a:pt x="29919" y="42"/>
                </a:cubicBezTo>
                <a:cubicBezTo>
                  <a:pt x="29933" y="51"/>
                  <a:pt x="29946" y="62"/>
                  <a:pt x="29957" y="73"/>
                </a:cubicBezTo>
                <a:cubicBezTo>
                  <a:pt x="29969" y="85"/>
                  <a:pt x="29979" y="98"/>
                  <a:pt x="29989" y="111"/>
                </a:cubicBezTo>
                <a:cubicBezTo>
                  <a:pt x="29998" y="125"/>
                  <a:pt x="30005" y="140"/>
                  <a:pt x="30012" y="155"/>
                </a:cubicBezTo>
                <a:cubicBezTo>
                  <a:pt x="30018" y="170"/>
                  <a:pt x="30023" y="186"/>
                  <a:pt x="30026" y="202"/>
                </a:cubicBezTo>
                <a:cubicBezTo>
                  <a:pt x="30029" y="218"/>
                  <a:pt x="30031" y="234"/>
                  <a:pt x="30031" y="251"/>
                </a:cubicBezTo>
                <a:lnTo>
                  <a:pt x="30031" y="3453"/>
                </a:lnTo>
                <a:cubicBezTo>
                  <a:pt x="30031" y="3470"/>
                  <a:pt x="30029" y="3486"/>
                  <a:pt x="30026" y="3502"/>
                </a:cubicBezTo>
                <a:cubicBezTo>
                  <a:pt x="30023" y="3519"/>
                  <a:pt x="30018" y="3534"/>
                  <a:pt x="30012" y="3550"/>
                </a:cubicBezTo>
                <a:cubicBezTo>
                  <a:pt x="30005" y="3565"/>
                  <a:pt x="29998" y="3579"/>
                  <a:pt x="29989" y="3593"/>
                </a:cubicBezTo>
                <a:cubicBezTo>
                  <a:pt x="29979" y="3607"/>
                  <a:pt x="29969" y="3619"/>
                  <a:pt x="29957" y="3631"/>
                </a:cubicBezTo>
                <a:cubicBezTo>
                  <a:pt x="29946" y="3643"/>
                  <a:pt x="29933" y="3653"/>
                  <a:pt x="29919" y="3662"/>
                </a:cubicBezTo>
                <a:cubicBezTo>
                  <a:pt x="29906" y="3672"/>
                  <a:pt x="29891" y="3679"/>
                  <a:pt x="29876" y="3686"/>
                </a:cubicBezTo>
                <a:cubicBezTo>
                  <a:pt x="29861" y="3692"/>
                  <a:pt x="29845" y="3697"/>
                  <a:pt x="29829" y="3700"/>
                </a:cubicBezTo>
                <a:cubicBezTo>
                  <a:pt x="29812" y="3703"/>
                  <a:pt x="29796" y="3705"/>
                  <a:pt x="29780" y="3705"/>
                </a:cubicBezTo>
                <a:lnTo>
                  <a:pt x="251" y="3705"/>
                </a:lnTo>
                <a:cubicBezTo>
                  <a:pt x="235" y="3705"/>
                  <a:pt x="218" y="3703"/>
                  <a:pt x="202" y="3700"/>
                </a:cubicBezTo>
                <a:cubicBezTo>
                  <a:pt x="186" y="3697"/>
                  <a:pt x="170" y="3692"/>
                  <a:pt x="155" y="3686"/>
                </a:cubicBezTo>
                <a:cubicBezTo>
                  <a:pt x="140" y="3679"/>
                  <a:pt x="125" y="3672"/>
                  <a:pt x="111" y="3662"/>
                </a:cubicBezTo>
                <a:cubicBezTo>
                  <a:pt x="98" y="3653"/>
                  <a:pt x="85" y="3643"/>
                  <a:pt x="73" y="3631"/>
                </a:cubicBezTo>
                <a:cubicBezTo>
                  <a:pt x="62" y="3619"/>
                  <a:pt x="51" y="3607"/>
                  <a:pt x="42" y="3593"/>
                </a:cubicBezTo>
                <a:cubicBezTo>
                  <a:pt x="33" y="3579"/>
                  <a:pt x="25" y="3565"/>
                  <a:pt x="19" y="3550"/>
                </a:cubicBezTo>
                <a:cubicBezTo>
                  <a:pt x="13" y="3534"/>
                  <a:pt x="8" y="3519"/>
                  <a:pt x="5" y="3502"/>
                </a:cubicBezTo>
                <a:cubicBezTo>
                  <a:pt x="1" y="3486"/>
                  <a:pt x="0" y="3470"/>
                  <a:pt x="0" y="3453"/>
                </a:cubicBezTo>
                <a:close/>
              </a:path>
            </a:pathLst>
          </a:custGeom>
          <a:noFill/>
          <a:ln w="9360">
            <a:solidFill>
              <a:srgbClr val="2A2A2A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685440" y="3638520"/>
            <a:ext cx="2543760" cy="19080"/>
          </a:xfrm>
          <a:custGeom>
            <a:avLst/>
            <a:gdLst/>
            <a:ahLst/>
            <a:rect l="0" t="0" r="r" b="b"/>
            <a:pathLst>
              <a:path w="7066" h="53">
                <a:moveTo>
                  <a:pt x="0" y="0"/>
                </a:moveTo>
                <a:lnTo>
                  <a:pt x="7066" y="0"/>
                </a:lnTo>
                <a:lnTo>
                  <a:pt x="7066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3228840" y="3638520"/>
            <a:ext cx="1771920" cy="19080"/>
          </a:xfrm>
          <a:custGeom>
            <a:avLst/>
            <a:gdLst/>
            <a:ahLst/>
            <a:rect l="0" t="0" r="r" b="b"/>
            <a:pathLst>
              <a:path w="4922" h="53">
                <a:moveTo>
                  <a:pt x="0" y="0"/>
                </a:moveTo>
                <a:lnTo>
                  <a:pt x="4922" y="0"/>
                </a:lnTo>
                <a:lnTo>
                  <a:pt x="4922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685440" y="4076640"/>
            <a:ext cx="2543760" cy="9720"/>
          </a:xfrm>
          <a:custGeom>
            <a:avLst/>
            <a:gdLst/>
            <a:ahLst/>
            <a:rect l="0" t="0" r="r" b="b"/>
            <a:pathLst>
              <a:path w="7066" h="27">
                <a:moveTo>
                  <a:pt x="0" y="0"/>
                </a:moveTo>
                <a:lnTo>
                  <a:pt x="7066" y="0"/>
                </a:lnTo>
                <a:lnTo>
                  <a:pt x="70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3228840" y="4076640"/>
            <a:ext cx="1771920" cy="9720"/>
          </a:xfrm>
          <a:custGeom>
            <a:avLst/>
            <a:gdLst/>
            <a:ahLst/>
            <a:rect l="0" t="0" r="r" b="b"/>
            <a:pathLst>
              <a:path w="4922" h="27">
                <a:moveTo>
                  <a:pt x="0" y="0"/>
                </a:moveTo>
                <a:lnTo>
                  <a:pt x="4922" y="0"/>
                </a:lnTo>
                <a:lnTo>
                  <a:pt x="49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685440" y="4495680"/>
            <a:ext cx="2543760" cy="9720"/>
          </a:xfrm>
          <a:custGeom>
            <a:avLst/>
            <a:gdLst/>
            <a:ahLst/>
            <a:rect l="0" t="0" r="r" b="b"/>
            <a:pathLst>
              <a:path w="7066" h="27">
                <a:moveTo>
                  <a:pt x="0" y="0"/>
                </a:moveTo>
                <a:lnTo>
                  <a:pt x="7066" y="0"/>
                </a:lnTo>
                <a:lnTo>
                  <a:pt x="70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3228840" y="4495680"/>
            <a:ext cx="1771920" cy="9720"/>
          </a:xfrm>
          <a:custGeom>
            <a:avLst/>
            <a:gdLst/>
            <a:ahLst/>
            <a:rect l="0" t="0" r="r" b="b"/>
            <a:pathLst>
              <a:path w="4922" h="27">
                <a:moveTo>
                  <a:pt x="0" y="0"/>
                </a:moveTo>
                <a:lnTo>
                  <a:pt x="4922" y="0"/>
                </a:lnTo>
                <a:lnTo>
                  <a:pt x="49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685440" y="4914720"/>
            <a:ext cx="2543760" cy="9720"/>
          </a:xfrm>
          <a:custGeom>
            <a:avLst/>
            <a:gdLst/>
            <a:ahLst/>
            <a:rect l="0" t="0" r="r" b="b"/>
            <a:pathLst>
              <a:path w="7066" h="27">
                <a:moveTo>
                  <a:pt x="0" y="0"/>
                </a:moveTo>
                <a:lnTo>
                  <a:pt x="7066" y="0"/>
                </a:lnTo>
                <a:lnTo>
                  <a:pt x="70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3228840" y="4914720"/>
            <a:ext cx="1771920" cy="9720"/>
          </a:xfrm>
          <a:custGeom>
            <a:avLst/>
            <a:gdLst/>
            <a:ahLst/>
            <a:rect l="0" t="0" r="r" b="b"/>
            <a:pathLst>
              <a:path w="4922" h="27">
                <a:moveTo>
                  <a:pt x="0" y="0"/>
                </a:moveTo>
                <a:lnTo>
                  <a:pt x="4922" y="0"/>
                </a:lnTo>
                <a:lnTo>
                  <a:pt x="49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685440" y="5343480"/>
            <a:ext cx="2543760" cy="9720"/>
          </a:xfrm>
          <a:custGeom>
            <a:avLst/>
            <a:gdLst/>
            <a:ahLst/>
            <a:rect l="0" t="0" r="r" b="b"/>
            <a:pathLst>
              <a:path w="7066" h="27">
                <a:moveTo>
                  <a:pt x="0" y="0"/>
                </a:moveTo>
                <a:lnTo>
                  <a:pt x="7066" y="0"/>
                </a:lnTo>
                <a:lnTo>
                  <a:pt x="70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3228840" y="5343480"/>
            <a:ext cx="1771920" cy="9720"/>
          </a:xfrm>
          <a:custGeom>
            <a:avLst/>
            <a:gdLst/>
            <a:ahLst/>
            <a:rect l="0" t="0" r="r" b="b"/>
            <a:pathLst>
              <a:path w="4922" h="27">
                <a:moveTo>
                  <a:pt x="0" y="0"/>
                </a:moveTo>
                <a:lnTo>
                  <a:pt x="4922" y="0"/>
                </a:lnTo>
                <a:lnTo>
                  <a:pt x="49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685440" y="5524200"/>
            <a:ext cx="29160" cy="657720"/>
          </a:xfrm>
          <a:custGeom>
            <a:avLst/>
            <a:gdLst/>
            <a:ahLst/>
            <a:rect l="0" t="0" r="r" b="b"/>
            <a:pathLst>
              <a:path w="81" h="1827">
                <a:moveTo>
                  <a:pt x="0" y="0"/>
                </a:moveTo>
                <a:lnTo>
                  <a:pt x="81" y="0"/>
                </a:lnTo>
                <a:lnTo>
                  <a:pt x="81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FF6B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 txBox="1"/>
          <p:nvPr/>
        </p:nvSpPr>
        <p:spPr>
          <a:xfrm>
            <a:off x="685800" y="663120"/>
            <a:ext cx="40017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A G E N T - T O - A G E N T   ( A 2 A )   P R O T O C O L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 txBox="1"/>
          <p:nvPr/>
        </p:nvSpPr>
        <p:spPr>
          <a:xfrm>
            <a:off x="685800" y="862560"/>
            <a:ext cx="874620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JSON-RPC 2.0 with sharp edges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 txBox="1"/>
          <p:nvPr/>
        </p:nvSpPr>
        <p:spPr>
          <a:xfrm>
            <a:off x="923760" y="1959840"/>
            <a:ext cx="21826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POST /api/a2a/kagent/&lt;agent&gt;/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 txBox="1"/>
          <p:nvPr/>
        </p:nvSpPr>
        <p:spPr>
          <a:xfrm>
            <a:off x="923760" y="2340720"/>
            <a:ext cx="436464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{ "jsonrpc": "2.0", "id": "...", "method": "message/send",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 txBox="1"/>
          <p:nvPr/>
        </p:nvSpPr>
        <p:spPr>
          <a:xfrm>
            <a:off x="923760" y="2521800"/>
            <a:ext cx="316080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"params": { "message": { "role": "user",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 txBox="1"/>
          <p:nvPr/>
        </p:nvSpPr>
        <p:spPr>
          <a:xfrm>
            <a:off x="923760" y="2712240"/>
            <a:ext cx="44398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"parts": [{"kind":"text","text":"..."}] } } }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 txBox="1"/>
          <p:nvPr/>
        </p:nvSpPr>
        <p:spPr>
          <a:xfrm>
            <a:off x="685800" y="3352680"/>
            <a:ext cx="16542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C O M M O N   G O T C H A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 txBox="1"/>
          <p:nvPr/>
        </p:nvSpPr>
        <p:spPr>
          <a:xfrm>
            <a:off x="3230640" y="3352680"/>
            <a:ext cx="6570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SYMPTOM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 txBox="1"/>
          <p:nvPr/>
        </p:nvSpPr>
        <p:spPr>
          <a:xfrm>
            <a:off x="685800" y="3755880"/>
            <a:ext cx="19342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Missing trailing slash on URL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 txBox="1"/>
          <p:nvPr/>
        </p:nvSpPr>
        <p:spPr>
          <a:xfrm>
            <a:off x="3230640" y="3755880"/>
            <a:ext cx="6400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404 silent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1247760" y="4190760"/>
            <a:ext cx="943200" cy="209880"/>
          </a:xfrm>
          <a:custGeom>
            <a:avLst/>
            <a:gdLst/>
            <a:ahLst/>
            <a:rect l="0" t="0" r="r" b="b"/>
            <a:pathLst>
              <a:path w="2620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0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514" y="0"/>
                </a:lnTo>
                <a:cubicBezTo>
                  <a:pt x="2528" y="0"/>
                  <a:pt x="2542" y="3"/>
                  <a:pt x="2555" y="8"/>
                </a:cubicBezTo>
                <a:cubicBezTo>
                  <a:pt x="2568" y="14"/>
                  <a:pt x="2579" y="21"/>
                  <a:pt x="2589" y="31"/>
                </a:cubicBezTo>
                <a:cubicBezTo>
                  <a:pt x="2599" y="41"/>
                  <a:pt x="2606" y="53"/>
                  <a:pt x="2612" y="65"/>
                </a:cubicBezTo>
                <a:cubicBezTo>
                  <a:pt x="2617" y="78"/>
                  <a:pt x="2620" y="92"/>
                  <a:pt x="2620" y="106"/>
                </a:cubicBezTo>
                <a:lnTo>
                  <a:pt x="2620" y="477"/>
                </a:lnTo>
                <a:cubicBezTo>
                  <a:pt x="2620" y="491"/>
                  <a:pt x="2617" y="505"/>
                  <a:pt x="2612" y="518"/>
                </a:cubicBezTo>
                <a:cubicBezTo>
                  <a:pt x="2606" y="531"/>
                  <a:pt x="2599" y="542"/>
                  <a:pt x="2589" y="552"/>
                </a:cubicBezTo>
                <a:cubicBezTo>
                  <a:pt x="2579" y="562"/>
                  <a:pt x="2568" y="570"/>
                  <a:pt x="2555" y="575"/>
                </a:cubicBezTo>
                <a:cubicBezTo>
                  <a:pt x="2542" y="581"/>
                  <a:pt x="2528" y="583"/>
                  <a:pt x="2514" y="583"/>
                </a:cubicBezTo>
                <a:lnTo>
                  <a:pt x="105" y="583"/>
                </a:lnTo>
                <a:cubicBezTo>
                  <a:pt x="91" y="583"/>
                  <a:pt x="78" y="581"/>
                  <a:pt x="65" y="575"/>
                </a:cubicBezTo>
                <a:cubicBezTo>
                  <a:pt x="52" y="570"/>
                  <a:pt x="40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 txBox="1"/>
          <p:nvPr/>
        </p:nvSpPr>
        <p:spPr>
          <a:xfrm>
            <a:off x="685800" y="4184640"/>
            <a:ext cx="5486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Method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 txBox="1"/>
          <p:nvPr/>
        </p:nvSpPr>
        <p:spPr>
          <a:xfrm>
            <a:off x="1328400" y="4222080"/>
            <a:ext cx="7898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tasks/send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 txBox="1"/>
          <p:nvPr/>
        </p:nvSpPr>
        <p:spPr>
          <a:xfrm>
            <a:off x="2191320" y="4184640"/>
            <a:ext cx="722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(old docs)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685440" y="4609800"/>
            <a:ext cx="543600" cy="209880"/>
          </a:xfrm>
          <a:custGeom>
            <a:avLst/>
            <a:gdLst/>
            <a:ahLst/>
            <a:rect l="0" t="0" r="r" b="b"/>
            <a:pathLst>
              <a:path w="1510" h="583">
                <a:moveTo>
                  <a:pt x="0" y="478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404" y="0"/>
                </a:lnTo>
                <a:cubicBezTo>
                  <a:pt x="1418" y="0"/>
                  <a:pt x="1431" y="3"/>
                  <a:pt x="1444" y="8"/>
                </a:cubicBezTo>
                <a:cubicBezTo>
                  <a:pt x="1457" y="14"/>
                  <a:pt x="1469" y="21"/>
                  <a:pt x="1479" y="31"/>
                </a:cubicBezTo>
                <a:cubicBezTo>
                  <a:pt x="1489" y="41"/>
                  <a:pt x="1496" y="53"/>
                  <a:pt x="1502" y="66"/>
                </a:cubicBezTo>
                <a:cubicBezTo>
                  <a:pt x="1507" y="79"/>
                  <a:pt x="1510" y="92"/>
                  <a:pt x="1510" y="106"/>
                </a:cubicBezTo>
                <a:lnTo>
                  <a:pt x="1510" y="478"/>
                </a:lnTo>
                <a:cubicBezTo>
                  <a:pt x="1510" y="492"/>
                  <a:pt x="1507" y="505"/>
                  <a:pt x="1502" y="518"/>
                </a:cubicBezTo>
                <a:cubicBezTo>
                  <a:pt x="1496" y="531"/>
                  <a:pt x="1489" y="542"/>
                  <a:pt x="1479" y="552"/>
                </a:cubicBezTo>
                <a:cubicBezTo>
                  <a:pt x="1469" y="562"/>
                  <a:pt x="1457" y="570"/>
                  <a:pt x="1444" y="575"/>
                </a:cubicBezTo>
                <a:cubicBezTo>
                  <a:pt x="1431" y="581"/>
                  <a:pt x="1418" y="583"/>
                  <a:pt x="1404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2" y="542"/>
                  <a:pt x="14" y="531"/>
                  <a:pt x="9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 txBox="1"/>
          <p:nvPr/>
        </p:nvSpPr>
        <p:spPr>
          <a:xfrm>
            <a:off x="3230640" y="4184640"/>
            <a:ext cx="15696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"method not supported"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 txBox="1"/>
          <p:nvPr/>
        </p:nvSpPr>
        <p:spPr>
          <a:xfrm>
            <a:off x="762120" y="4641120"/>
            <a:ext cx="3952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parts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1828440" y="4609800"/>
            <a:ext cx="1248480" cy="209880"/>
          </a:xfrm>
          <a:custGeom>
            <a:avLst/>
            <a:gdLst/>
            <a:ahLst/>
            <a:rect l="0" t="0" r="r" b="b"/>
            <a:pathLst>
              <a:path w="3468" h="583">
                <a:moveTo>
                  <a:pt x="0" y="478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362" y="0"/>
                </a:lnTo>
                <a:cubicBezTo>
                  <a:pt x="3376" y="0"/>
                  <a:pt x="3389" y="3"/>
                  <a:pt x="3402" y="8"/>
                </a:cubicBezTo>
                <a:cubicBezTo>
                  <a:pt x="3415" y="14"/>
                  <a:pt x="3427" y="21"/>
                  <a:pt x="3437" y="31"/>
                </a:cubicBezTo>
                <a:cubicBezTo>
                  <a:pt x="3446" y="41"/>
                  <a:pt x="3454" y="53"/>
                  <a:pt x="3459" y="66"/>
                </a:cubicBezTo>
                <a:cubicBezTo>
                  <a:pt x="3465" y="79"/>
                  <a:pt x="3468" y="92"/>
                  <a:pt x="3468" y="106"/>
                </a:cubicBezTo>
                <a:lnTo>
                  <a:pt x="3468" y="478"/>
                </a:lnTo>
                <a:cubicBezTo>
                  <a:pt x="3468" y="492"/>
                  <a:pt x="3465" y="505"/>
                  <a:pt x="3459" y="518"/>
                </a:cubicBezTo>
                <a:cubicBezTo>
                  <a:pt x="3454" y="531"/>
                  <a:pt x="3446" y="542"/>
                  <a:pt x="3437" y="552"/>
                </a:cubicBezTo>
                <a:cubicBezTo>
                  <a:pt x="3427" y="562"/>
                  <a:pt x="3415" y="570"/>
                  <a:pt x="3402" y="575"/>
                </a:cubicBezTo>
                <a:cubicBezTo>
                  <a:pt x="3389" y="581"/>
                  <a:pt x="3376" y="583"/>
                  <a:pt x="3362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2" y="542"/>
                  <a:pt x="14" y="531"/>
                  <a:pt x="9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 txBox="1"/>
          <p:nvPr/>
        </p:nvSpPr>
        <p:spPr>
          <a:xfrm>
            <a:off x="1231560" y="4603680"/>
            <a:ext cx="597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missing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 txBox="1"/>
          <p:nvPr/>
        </p:nvSpPr>
        <p:spPr>
          <a:xfrm>
            <a:off x="1900440" y="4641120"/>
            <a:ext cx="11055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"kind": "text"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 txBox="1"/>
          <p:nvPr/>
        </p:nvSpPr>
        <p:spPr>
          <a:xfrm>
            <a:off x="3230640" y="4603680"/>
            <a:ext cx="739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parse error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 txBox="1"/>
          <p:nvPr/>
        </p:nvSpPr>
        <p:spPr>
          <a:xfrm>
            <a:off x="685800" y="5022720"/>
            <a:ext cx="19677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Session API used for sending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 txBox="1"/>
          <p:nvPr/>
        </p:nvSpPr>
        <p:spPr>
          <a:xfrm>
            <a:off x="3230640" y="5022720"/>
            <a:ext cx="1594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403 even with right user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3895560" y="5609880"/>
            <a:ext cx="4353120" cy="228960"/>
          </a:xfrm>
          <a:custGeom>
            <a:avLst/>
            <a:gdLst/>
            <a:ahLst/>
            <a:rect l="0" t="0" r="r" b="b"/>
            <a:pathLst>
              <a:path w="1209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11987" y="0"/>
                </a:lnTo>
                <a:cubicBezTo>
                  <a:pt x="12001" y="0"/>
                  <a:pt x="12014" y="3"/>
                  <a:pt x="12027" y="9"/>
                </a:cubicBezTo>
                <a:cubicBezTo>
                  <a:pt x="12040" y="14"/>
                  <a:pt x="12051" y="22"/>
                  <a:pt x="12061" y="31"/>
                </a:cubicBezTo>
                <a:cubicBezTo>
                  <a:pt x="12071" y="41"/>
                  <a:pt x="12079" y="53"/>
                  <a:pt x="12084" y="66"/>
                </a:cubicBezTo>
                <a:cubicBezTo>
                  <a:pt x="12090" y="79"/>
                  <a:pt x="12092" y="92"/>
                  <a:pt x="12092" y="106"/>
                </a:cubicBezTo>
                <a:lnTo>
                  <a:pt x="12092" y="530"/>
                </a:lnTo>
                <a:cubicBezTo>
                  <a:pt x="12092" y="544"/>
                  <a:pt x="12090" y="557"/>
                  <a:pt x="12084" y="570"/>
                </a:cubicBezTo>
                <a:cubicBezTo>
                  <a:pt x="12079" y="583"/>
                  <a:pt x="12071" y="596"/>
                  <a:pt x="12061" y="605"/>
                </a:cubicBezTo>
                <a:cubicBezTo>
                  <a:pt x="12051" y="615"/>
                  <a:pt x="12040" y="623"/>
                  <a:pt x="12027" y="628"/>
                </a:cubicBezTo>
                <a:cubicBezTo>
                  <a:pt x="12014" y="634"/>
                  <a:pt x="12001" y="636"/>
                  <a:pt x="11987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6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 txBox="1"/>
          <p:nvPr/>
        </p:nvSpPr>
        <p:spPr>
          <a:xfrm>
            <a:off x="905040" y="5595480"/>
            <a:ext cx="28735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Agent-as-tool pattern:</a:t>
            </a:r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kagent supports 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 txBox="1"/>
          <p:nvPr/>
        </p:nvSpPr>
        <p:spPr>
          <a:xfrm>
            <a:off x="3974760" y="5637240"/>
            <a:ext cx="4184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5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tools: [{type: Agent, agent: {name, namespace}}]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 txBox="1"/>
          <p:nvPr/>
        </p:nvSpPr>
        <p:spPr>
          <a:xfrm>
            <a:off x="8248680" y="5595480"/>
            <a:ext cx="31107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natively. Proven March 2026 with the Kimi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6667200" y="5876640"/>
            <a:ext cx="1724400" cy="228960"/>
          </a:xfrm>
          <a:custGeom>
            <a:avLst/>
            <a:gdLst/>
            <a:ahLst/>
            <a:rect l="0" t="0" r="r" b="b"/>
            <a:pathLst>
              <a:path w="4790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684" y="0"/>
                </a:lnTo>
                <a:cubicBezTo>
                  <a:pt x="4698" y="0"/>
                  <a:pt x="4712" y="3"/>
                  <a:pt x="4725" y="8"/>
                </a:cubicBezTo>
                <a:cubicBezTo>
                  <a:pt x="4738" y="14"/>
                  <a:pt x="4749" y="21"/>
                  <a:pt x="4759" y="31"/>
                </a:cubicBezTo>
                <a:cubicBezTo>
                  <a:pt x="4769" y="41"/>
                  <a:pt x="4777" y="53"/>
                  <a:pt x="4782" y="66"/>
                </a:cubicBezTo>
                <a:cubicBezTo>
                  <a:pt x="4788" y="79"/>
                  <a:pt x="4790" y="92"/>
                  <a:pt x="4790" y="106"/>
                </a:cubicBezTo>
                <a:lnTo>
                  <a:pt x="4790" y="530"/>
                </a:lnTo>
                <a:cubicBezTo>
                  <a:pt x="4790" y="544"/>
                  <a:pt x="4788" y="558"/>
                  <a:pt x="4782" y="571"/>
                </a:cubicBezTo>
                <a:cubicBezTo>
                  <a:pt x="4777" y="584"/>
                  <a:pt x="4769" y="595"/>
                  <a:pt x="4759" y="605"/>
                </a:cubicBezTo>
                <a:cubicBezTo>
                  <a:pt x="4749" y="615"/>
                  <a:pt x="4738" y="623"/>
                  <a:pt x="4725" y="628"/>
                </a:cubicBezTo>
                <a:cubicBezTo>
                  <a:pt x="4712" y="634"/>
                  <a:pt x="4698" y="636"/>
                  <a:pt x="4684" y="636"/>
                </a:cubicBezTo>
                <a:lnTo>
                  <a:pt x="106" y="636"/>
                </a:lnTo>
                <a:cubicBezTo>
                  <a:pt x="92" y="636"/>
                  <a:pt x="79" y="634"/>
                  <a:pt x="66" y="628"/>
                </a:cubicBezTo>
                <a:cubicBezTo>
                  <a:pt x="53" y="623"/>
                  <a:pt x="41" y="615"/>
                  <a:pt x="31" y="605"/>
                </a:cubicBezTo>
                <a:cubicBezTo>
                  <a:pt x="21" y="595"/>
                  <a:pt x="14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 txBox="1"/>
          <p:nvPr/>
        </p:nvSpPr>
        <p:spPr>
          <a:xfrm>
            <a:off x="905040" y="5862240"/>
            <a:ext cx="56721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coordinator (6/6 consecutive tool calls including a revision loop). Same path: 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 txBox="1"/>
          <p:nvPr/>
        </p:nvSpPr>
        <p:spPr>
          <a:xfrm>
            <a:off x="6741360" y="5904000"/>
            <a:ext cx="1569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5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cert-manager-agent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 txBox="1"/>
          <p:nvPr/>
        </p:nvSpPr>
        <p:spPr>
          <a:xfrm>
            <a:off x="8391960" y="58622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 txBox="1"/>
          <p:nvPr/>
        </p:nvSpPr>
        <p:spPr>
          <a:xfrm>
            <a:off x="8434440" y="5879160"/>
            <a:ext cx="165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8638920" y="5876640"/>
            <a:ext cx="2257920" cy="228960"/>
          </a:xfrm>
          <a:custGeom>
            <a:avLst/>
            <a:gdLst/>
            <a:ahLst/>
            <a:rect l="0" t="0" r="r" b="b"/>
            <a:pathLst>
              <a:path w="627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6166" y="0"/>
                </a:lnTo>
                <a:cubicBezTo>
                  <a:pt x="6180" y="0"/>
                  <a:pt x="6194" y="3"/>
                  <a:pt x="6206" y="8"/>
                </a:cubicBezTo>
                <a:cubicBezTo>
                  <a:pt x="6219" y="14"/>
                  <a:pt x="6231" y="21"/>
                  <a:pt x="6241" y="31"/>
                </a:cubicBezTo>
                <a:cubicBezTo>
                  <a:pt x="6251" y="41"/>
                  <a:pt x="6258" y="53"/>
                  <a:pt x="6264" y="66"/>
                </a:cubicBezTo>
                <a:cubicBezTo>
                  <a:pt x="6269" y="79"/>
                  <a:pt x="6272" y="92"/>
                  <a:pt x="6272" y="106"/>
                </a:cubicBezTo>
                <a:lnTo>
                  <a:pt x="6272" y="530"/>
                </a:lnTo>
                <a:cubicBezTo>
                  <a:pt x="6272" y="544"/>
                  <a:pt x="6269" y="558"/>
                  <a:pt x="6264" y="571"/>
                </a:cubicBezTo>
                <a:cubicBezTo>
                  <a:pt x="6258" y="584"/>
                  <a:pt x="6251" y="595"/>
                  <a:pt x="6241" y="605"/>
                </a:cubicBezTo>
                <a:cubicBezTo>
                  <a:pt x="6231" y="615"/>
                  <a:pt x="6219" y="623"/>
                  <a:pt x="6206" y="628"/>
                </a:cubicBezTo>
                <a:cubicBezTo>
                  <a:pt x="6194" y="634"/>
                  <a:pt x="6180" y="636"/>
                  <a:pt x="6166" y="636"/>
                </a:cubicBezTo>
                <a:lnTo>
                  <a:pt x="106" y="636"/>
                </a:lnTo>
                <a:cubicBezTo>
                  <a:pt x="92" y="636"/>
                  <a:pt x="79" y="634"/>
                  <a:pt x="66" y="628"/>
                </a:cubicBezTo>
                <a:cubicBezTo>
                  <a:pt x="53" y="623"/>
                  <a:pt x="41" y="615"/>
                  <a:pt x="31" y="605"/>
                </a:cubicBezTo>
                <a:cubicBezTo>
                  <a:pt x="21" y="595"/>
                  <a:pt x="14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 txBox="1"/>
          <p:nvPr/>
        </p:nvSpPr>
        <p:spPr>
          <a:xfrm>
            <a:off x="8599680" y="58622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 txBox="1"/>
          <p:nvPr/>
        </p:nvSpPr>
        <p:spPr>
          <a:xfrm>
            <a:off x="8718480" y="5904000"/>
            <a:ext cx="2092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5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gitops-remediation-agent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 txBox="1"/>
          <p:nvPr/>
        </p:nvSpPr>
        <p:spPr>
          <a:xfrm>
            <a:off x="10893600" y="58622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 txBox="1"/>
          <p:nvPr/>
        </p:nvSpPr>
        <p:spPr>
          <a:xfrm>
            <a:off x="1179360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18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685440" y="2276280"/>
            <a:ext cx="1915200" cy="19440"/>
          </a:xfrm>
          <a:custGeom>
            <a:avLst/>
            <a:gdLst/>
            <a:ahLst/>
            <a:rect l="0" t="0" r="r" b="b"/>
            <a:pathLst>
              <a:path w="5320" h="54">
                <a:moveTo>
                  <a:pt x="0" y="0"/>
                </a:moveTo>
                <a:lnTo>
                  <a:pt x="5320" y="0"/>
                </a:lnTo>
                <a:lnTo>
                  <a:pt x="532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2600280" y="2276280"/>
            <a:ext cx="3705480" cy="19440"/>
          </a:xfrm>
          <a:custGeom>
            <a:avLst/>
            <a:gdLst/>
            <a:ahLst/>
            <a:rect l="0" t="0" r="r" b="b"/>
            <a:pathLst>
              <a:path w="10293" h="54">
                <a:moveTo>
                  <a:pt x="0" y="0"/>
                </a:moveTo>
                <a:lnTo>
                  <a:pt x="10293" y="0"/>
                </a:lnTo>
                <a:lnTo>
                  <a:pt x="1029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6305400" y="2276280"/>
            <a:ext cx="4600800" cy="19440"/>
          </a:xfrm>
          <a:custGeom>
            <a:avLst/>
            <a:gdLst/>
            <a:ahLst/>
            <a:rect l="0" t="0" r="r" b="b"/>
            <a:pathLst>
              <a:path w="12780" h="54">
                <a:moveTo>
                  <a:pt x="0" y="0"/>
                </a:moveTo>
                <a:lnTo>
                  <a:pt x="12780" y="0"/>
                </a:lnTo>
                <a:lnTo>
                  <a:pt x="1278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685440" y="2705040"/>
            <a:ext cx="1915200" cy="9720"/>
          </a:xfrm>
          <a:custGeom>
            <a:avLst/>
            <a:gdLst/>
            <a:ahLst/>
            <a:rect l="0" t="0" r="r" b="b"/>
            <a:pathLst>
              <a:path w="5320" h="27">
                <a:moveTo>
                  <a:pt x="0" y="0"/>
                </a:moveTo>
                <a:lnTo>
                  <a:pt x="5320" y="0"/>
                </a:lnTo>
                <a:lnTo>
                  <a:pt x="53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2600280" y="2705040"/>
            <a:ext cx="3705480" cy="9720"/>
          </a:xfrm>
          <a:custGeom>
            <a:avLst/>
            <a:gdLst/>
            <a:ahLst/>
            <a:rect l="0" t="0" r="r" b="b"/>
            <a:pathLst>
              <a:path w="10293" h="27">
                <a:moveTo>
                  <a:pt x="0" y="0"/>
                </a:moveTo>
                <a:lnTo>
                  <a:pt x="10293" y="0"/>
                </a:lnTo>
                <a:lnTo>
                  <a:pt x="10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6305400" y="2705040"/>
            <a:ext cx="4600800" cy="9720"/>
          </a:xfrm>
          <a:custGeom>
            <a:avLst/>
            <a:gdLst/>
            <a:ahLst/>
            <a:rect l="0" t="0" r="r" b="b"/>
            <a:pathLst>
              <a:path w="12780" h="27">
                <a:moveTo>
                  <a:pt x="0" y="0"/>
                </a:moveTo>
                <a:lnTo>
                  <a:pt x="12780" y="0"/>
                </a:lnTo>
                <a:lnTo>
                  <a:pt x="127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685440" y="3133440"/>
            <a:ext cx="1915200" cy="10080"/>
          </a:xfrm>
          <a:custGeom>
            <a:avLst/>
            <a:gdLst/>
            <a:ahLst/>
            <a:rect l="0" t="0" r="r" b="b"/>
            <a:pathLst>
              <a:path w="5320" h="28">
                <a:moveTo>
                  <a:pt x="0" y="0"/>
                </a:moveTo>
                <a:lnTo>
                  <a:pt x="5320" y="0"/>
                </a:lnTo>
                <a:lnTo>
                  <a:pt x="53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2600280" y="3133440"/>
            <a:ext cx="3705480" cy="10080"/>
          </a:xfrm>
          <a:custGeom>
            <a:avLst/>
            <a:gdLst/>
            <a:ahLst/>
            <a:rect l="0" t="0" r="r" b="b"/>
            <a:pathLst>
              <a:path w="10293" h="28">
                <a:moveTo>
                  <a:pt x="0" y="0"/>
                </a:moveTo>
                <a:lnTo>
                  <a:pt x="10293" y="0"/>
                </a:lnTo>
                <a:lnTo>
                  <a:pt x="102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6305400" y="3133440"/>
            <a:ext cx="4600800" cy="10080"/>
          </a:xfrm>
          <a:custGeom>
            <a:avLst/>
            <a:gdLst/>
            <a:ahLst/>
            <a:rect l="0" t="0" r="r" b="b"/>
            <a:pathLst>
              <a:path w="12780" h="28">
                <a:moveTo>
                  <a:pt x="0" y="0"/>
                </a:moveTo>
                <a:lnTo>
                  <a:pt x="12780" y="0"/>
                </a:lnTo>
                <a:lnTo>
                  <a:pt x="127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685440" y="3552480"/>
            <a:ext cx="1915200" cy="10080"/>
          </a:xfrm>
          <a:custGeom>
            <a:avLst/>
            <a:gdLst/>
            <a:ahLst/>
            <a:rect l="0" t="0" r="r" b="b"/>
            <a:pathLst>
              <a:path w="5320" h="28">
                <a:moveTo>
                  <a:pt x="0" y="0"/>
                </a:moveTo>
                <a:lnTo>
                  <a:pt x="5320" y="0"/>
                </a:lnTo>
                <a:lnTo>
                  <a:pt x="53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2600280" y="3552480"/>
            <a:ext cx="3705480" cy="10080"/>
          </a:xfrm>
          <a:custGeom>
            <a:avLst/>
            <a:gdLst/>
            <a:ahLst/>
            <a:rect l="0" t="0" r="r" b="b"/>
            <a:pathLst>
              <a:path w="10293" h="28">
                <a:moveTo>
                  <a:pt x="0" y="0"/>
                </a:moveTo>
                <a:lnTo>
                  <a:pt x="10293" y="0"/>
                </a:lnTo>
                <a:lnTo>
                  <a:pt x="102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6305400" y="3552480"/>
            <a:ext cx="4600800" cy="10080"/>
          </a:xfrm>
          <a:custGeom>
            <a:avLst/>
            <a:gdLst/>
            <a:ahLst/>
            <a:rect l="0" t="0" r="r" b="b"/>
            <a:pathLst>
              <a:path w="12780" h="28">
                <a:moveTo>
                  <a:pt x="0" y="0"/>
                </a:moveTo>
                <a:lnTo>
                  <a:pt x="12780" y="0"/>
                </a:lnTo>
                <a:lnTo>
                  <a:pt x="127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685440" y="3971880"/>
            <a:ext cx="1915200" cy="9720"/>
          </a:xfrm>
          <a:custGeom>
            <a:avLst/>
            <a:gdLst/>
            <a:ahLst/>
            <a:rect l="0" t="0" r="r" b="b"/>
            <a:pathLst>
              <a:path w="5320" h="27">
                <a:moveTo>
                  <a:pt x="0" y="0"/>
                </a:moveTo>
                <a:lnTo>
                  <a:pt x="5320" y="0"/>
                </a:lnTo>
                <a:lnTo>
                  <a:pt x="53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2600280" y="3971880"/>
            <a:ext cx="3705480" cy="9720"/>
          </a:xfrm>
          <a:custGeom>
            <a:avLst/>
            <a:gdLst/>
            <a:ahLst/>
            <a:rect l="0" t="0" r="r" b="b"/>
            <a:pathLst>
              <a:path w="10293" h="27">
                <a:moveTo>
                  <a:pt x="0" y="0"/>
                </a:moveTo>
                <a:lnTo>
                  <a:pt x="10293" y="0"/>
                </a:lnTo>
                <a:lnTo>
                  <a:pt x="10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6305400" y="3971880"/>
            <a:ext cx="4600800" cy="9720"/>
          </a:xfrm>
          <a:custGeom>
            <a:avLst/>
            <a:gdLst/>
            <a:ahLst/>
            <a:rect l="0" t="0" r="r" b="b"/>
            <a:pathLst>
              <a:path w="12780" h="27">
                <a:moveTo>
                  <a:pt x="0" y="0"/>
                </a:moveTo>
                <a:lnTo>
                  <a:pt x="12780" y="0"/>
                </a:lnTo>
                <a:lnTo>
                  <a:pt x="127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685440" y="4400280"/>
            <a:ext cx="1915200" cy="10080"/>
          </a:xfrm>
          <a:custGeom>
            <a:avLst/>
            <a:gdLst/>
            <a:ahLst/>
            <a:rect l="0" t="0" r="r" b="b"/>
            <a:pathLst>
              <a:path w="5320" h="28">
                <a:moveTo>
                  <a:pt x="0" y="0"/>
                </a:moveTo>
                <a:lnTo>
                  <a:pt x="5320" y="0"/>
                </a:lnTo>
                <a:lnTo>
                  <a:pt x="53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2600280" y="4400280"/>
            <a:ext cx="3705480" cy="10080"/>
          </a:xfrm>
          <a:custGeom>
            <a:avLst/>
            <a:gdLst/>
            <a:ahLst/>
            <a:rect l="0" t="0" r="r" b="b"/>
            <a:pathLst>
              <a:path w="10293" h="28">
                <a:moveTo>
                  <a:pt x="0" y="0"/>
                </a:moveTo>
                <a:lnTo>
                  <a:pt x="10293" y="0"/>
                </a:lnTo>
                <a:lnTo>
                  <a:pt x="102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6305400" y="4400280"/>
            <a:ext cx="4600800" cy="10080"/>
          </a:xfrm>
          <a:custGeom>
            <a:avLst/>
            <a:gdLst/>
            <a:ahLst/>
            <a:rect l="0" t="0" r="r" b="b"/>
            <a:pathLst>
              <a:path w="12780" h="28">
                <a:moveTo>
                  <a:pt x="0" y="0"/>
                </a:moveTo>
                <a:lnTo>
                  <a:pt x="12780" y="0"/>
                </a:lnTo>
                <a:lnTo>
                  <a:pt x="127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685440" y="4819320"/>
            <a:ext cx="1915200" cy="10080"/>
          </a:xfrm>
          <a:custGeom>
            <a:avLst/>
            <a:gdLst/>
            <a:ahLst/>
            <a:rect l="0" t="0" r="r" b="b"/>
            <a:pathLst>
              <a:path w="5320" h="28">
                <a:moveTo>
                  <a:pt x="0" y="0"/>
                </a:moveTo>
                <a:lnTo>
                  <a:pt x="5320" y="0"/>
                </a:lnTo>
                <a:lnTo>
                  <a:pt x="53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2600280" y="4819320"/>
            <a:ext cx="3705480" cy="10080"/>
          </a:xfrm>
          <a:custGeom>
            <a:avLst/>
            <a:gdLst/>
            <a:ahLst/>
            <a:rect l="0" t="0" r="r" b="b"/>
            <a:pathLst>
              <a:path w="10293" h="28">
                <a:moveTo>
                  <a:pt x="0" y="0"/>
                </a:moveTo>
                <a:lnTo>
                  <a:pt x="10293" y="0"/>
                </a:lnTo>
                <a:lnTo>
                  <a:pt x="102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6305400" y="4819320"/>
            <a:ext cx="4600800" cy="10080"/>
          </a:xfrm>
          <a:custGeom>
            <a:avLst/>
            <a:gdLst/>
            <a:ahLst/>
            <a:rect l="0" t="0" r="r" b="b"/>
            <a:pathLst>
              <a:path w="12780" h="28">
                <a:moveTo>
                  <a:pt x="0" y="0"/>
                </a:moveTo>
                <a:lnTo>
                  <a:pt x="12780" y="0"/>
                </a:lnTo>
                <a:lnTo>
                  <a:pt x="127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685440" y="5248080"/>
            <a:ext cx="1915200" cy="9720"/>
          </a:xfrm>
          <a:custGeom>
            <a:avLst/>
            <a:gdLst/>
            <a:ahLst/>
            <a:rect l="0" t="0" r="r" b="b"/>
            <a:pathLst>
              <a:path w="5320" h="27">
                <a:moveTo>
                  <a:pt x="0" y="0"/>
                </a:moveTo>
                <a:lnTo>
                  <a:pt x="5320" y="0"/>
                </a:lnTo>
                <a:lnTo>
                  <a:pt x="53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2600280" y="5248080"/>
            <a:ext cx="3705480" cy="9720"/>
          </a:xfrm>
          <a:custGeom>
            <a:avLst/>
            <a:gdLst/>
            <a:ahLst/>
            <a:rect l="0" t="0" r="r" b="b"/>
            <a:pathLst>
              <a:path w="10293" h="27">
                <a:moveTo>
                  <a:pt x="0" y="0"/>
                </a:moveTo>
                <a:lnTo>
                  <a:pt x="10293" y="0"/>
                </a:lnTo>
                <a:lnTo>
                  <a:pt x="10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6305400" y="5248080"/>
            <a:ext cx="4600800" cy="9720"/>
          </a:xfrm>
          <a:custGeom>
            <a:avLst/>
            <a:gdLst/>
            <a:ahLst/>
            <a:rect l="0" t="0" r="r" b="b"/>
            <a:pathLst>
              <a:path w="12780" h="27">
                <a:moveTo>
                  <a:pt x="0" y="0"/>
                </a:moveTo>
                <a:lnTo>
                  <a:pt x="12780" y="0"/>
                </a:lnTo>
                <a:lnTo>
                  <a:pt x="127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 txBox="1"/>
          <p:nvPr/>
        </p:nvSpPr>
        <p:spPr>
          <a:xfrm>
            <a:off x="685800" y="739080"/>
            <a:ext cx="3430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M A N A G E D   L G T M   I N T E G R A T I O N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 txBox="1"/>
          <p:nvPr/>
        </p:nvSpPr>
        <p:spPr>
          <a:xfrm>
            <a:off x="685800" y="938880"/>
            <a:ext cx="1070208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Alloy is the only handle — bidirectional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 txBox="1"/>
          <p:nvPr/>
        </p:nvSpPr>
        <p:spPr>
          <a:xfrm>
            <a:off x="685800" y="1990800"/>
            <a:ext cx="10303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D I R E C T I O N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"/>
          <p:cNvSpPr txBox="1"/>
          <p:nvPr/>
        </p:nvSpPr>
        <p:spPr>
          <a:xfrm>
            <a:off x="2603880" y="1990800"/>
            <a:ext cx="68904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PATT E RN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 txBox="1"/>
          <p:nvPr/>
        </p:nvSpPr>
        <p:spPr>
          <a:xfrm>
            <a:off x="6302520" y="1990800"/>
            <a:ext cx="8370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COMPONENT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 txBox="1"/>
          <p:nvPr/>
        </p:nvSpPr>
        <p:spPr>
          <a:xfrm>
            <a:off x="685800" y="2394000"/>
            <a:ext cx="86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Push metrics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 txBox="1"/>
          <p:nvPr/>
        </p:nvSpPr>
        <p:spPr>
          <a:xfrm>
            <a:off x="2603880" y="2394000"/>
            <a:ext cx="1926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ServiceMonitor / PodMonitor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 txBox="1"/>
          <p:nvPr/>
        </p:nvSpPr>
        <p:spPr>
          <a:xfrm>
            <a:off x="4606920" y="240912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6305400" y="2400120"/>
            <a:ext cx="1800720" cy="209880"/>
          </a:xfrm>
          <a:custGeom>
            <a:avLst/>
            <a:gdLst/>
            <a:ahLst/>
            <a:rect l="0" t="0" r="r" b="b"/>
            <a:pathLst>
              <a:path w="5002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895" y="0"/>
                </a:lnTo>
                <a:cubicBezTo>
                  <a:pt x="4909" y="0"/>
                  <a:pt x="4922" y="3"/>
                  <a:pt x="4935" y="8"/>
                </a:cubicBezTo>
                <a:cubicBezTo>
                  <a:pt x="4948" y="13"/>
                  <a:pt x="4960" y="21"/>
                  <a:pt x="4970" y="32"/>
                </a:cubicBezTo>
                <a:cubicBezTo>
                  <a:pt x="4979" y="42"/>
                  <a:pt x="4988" y="53"/>
                  <a:pt x="4993" y="66"/>
                </a:cubicBezTo>
                <a:cubicBezTo>
                  <a:pt x="4999" y="79"/>
                  <a:pt x="5002" y="93"/>
                  <a:pt x="5002" y="107"/>
                </a:cubicBezTo>
                <a:lnTo>
                  <a:pt x="5002" y="477"/>
                </a:lnTo>
                <a:cubicBezTo>
                  <a:pt x="5002" y="491"/>
                  <a:pt x="4999" y="505"/>
                  <a:pt x="4993" y="518"/>
                </a:cubicBezTo>
                <a:cubicBezTo>
                  <a:pt x="4988" y="531"/>
                  <a:pt x="4979" y="542"/>
                  <a:pt x="4970" y="552"/>
                </a:cubicBezTo>
                <a:cubicBezTo>
                  <a:pt x="4960" y="562"/>
                  <a:pt x="4948" y="570"/>
                  <a:pt x="4935" y="575"/>
                </a:cubicBezTo>
                <a:cubicBezTo>
                  <a:pt x="4922" y="580"/>
                  <a:pt x="4909" y="583"/>
                  <a:pt x="4895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 txBox="1"/>
          <p:nvPr/>
        </p:nvSpPr>
        <p:spPr>
          <a:xfrm>
            <a:off x="4755240" y="2394000"/>
            <a:ext cx="8971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remote_write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 txBox="1"/>
          <p:nvPr/>
        </p:nvSpPr>
        <p:spPr>
          <a:xfrm>
            <a:off x="6378840" y="2431440"/>
            <a:ext cx="16578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prometheus.operator.*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 txBox="1"/>
          <p:nvPr/>
        </p:nvSpPr>
        <p:spPr>
          <a:xfrm>
            <a:off x="8107200" y="239400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 txBox="1"/>
          <p:nvPr/>
        </p:nvSpPr>
        <p:spPr>
          <a:xfrm>
            <a:off x="8145360" y="240912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8334360" y="2400120"/>
            <a:ext cx="1962360" cy="209880"/>
          </a:xfrm>
          <a:custGeom>
            <a:avLst/>
            <a:gdLst/>
            <a:ahLst/>
            <a:rect l="0" t="0" r="r" b="b"/>
            <a:pathLst>
              <a:path w="5451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5345" y="0"/>
                </a:lnTo>
                <a:cubicBezTo>
                  <a:pt x="5359" y="0"/>
                  <a:pt x="5373" y="3"/>
                  <a:pt x="5386" y="8"/>
                </a:cubicBezTo>
                <a:cubicBezTo>
                  <a:pt x="5399" y="13"/>
                  <a:pt x="5410" y="21"/>
                  <a:pt x="5420" y="32"/>
                </a:cubicBezTo>
                <a:cubicBezTo>
                  <a:pt x="5430" y="42"/>
                  <a:pt x="5438" y="53"/>
                  <a:pt x="5443" y="66"/>
                </a:cubicBezTo>
                <a:cubicBezTo>
                  <a:pt x="5448" y="79"/>
                  <a:pt x="5451" y="93"/>
                  <a:pt x="5451" y="107"/>
                </a:cubicBezTo>
                <a:lnTo>
                  <a:pt x="5451" y="477"/>
                </a:lnTo>
                <a:cubicBezTo>
                  <a:pt x="5451" y="491"/>
                  <a:pt x="5448" y="505"/>
                  <a:pt x="5443" y="518"/>
                </a:cubicBezTo>
                <a:cubicBezTo>
                  <a:pt x="5438" y="531"/>
                  <a:pt x="5430" y="542"/>
                  <a:pt x="5420" y="552"/>
                </a:cubicBezTo>
                <a:cubicBezTo>
                  <a:pt x="5410" y="562"/>
                  <a:pt x="5399" y="570"/>
                  <a:pt x="5386" y="575"/>
                </a:cubicBezTo>
                <a:cubicBezTo>
                  <a:pt x="5373" y="580"/>
                  <a:pt x="5359" y="583"/>
                  <a:pt x="5345" y="583"/>
                </a:cubicBezTo>
                <a:lnTo>
                  <a:pt x="105" y="583"/>
                </a:lnTo>
                <a:cubicBezTo>
                  <a:pt x="91" y="583"/>
                  <a:pt x="78" y="580"/>
                  <a:pt x="65" y="575"/>
                </a:cubicBezTo>
                <a:cubicBezTo>
                  <a:pt x="52" y="570"/>
                  <a:pt x="40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 txBox="1"/>
          <p:nvPr/>
        </p:nvSpPr>
        <p:spPr>
          <a:xfrm>
            <a:off x="8294040" y="239400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 txBox="1"/>
          <p:nvPr/>
        </p:nvSpPr>
        <p:spPr>
          <a:xfrm>
            <a:off x="8408520" y="2431440"/>
            <a:ext cx="18154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prometheus.remote_write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 txBox="1"/>
          <p:nvPr/>
        </p:nvSpPr>
        <p:spPr>
          <a:xfrm>
            <a:off x="685800" y="2813040"/>
            <a:ext cx="6562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Push logs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6305400" y="2819160"/>
            <a:ext cx="1876680" cy="209880"/>
          </a:xfrm>
          <a:custGeom>
            <a:avLst/>
            <a:gdLst/>
            <a:ahLst/>
            <a:rect l="0" t="0" r="r" b="b"/>
            <a:pathLst>
              <a:path w="5213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107" y="0"/>
                </a:lnTo>
                <a:cubicBezTo>
                  <a:pt x="5121" y="0"/>
                  <a:pt x="5135" y="3"/>
                  <a:pt x="5148" y="8"/>
                </a:cubicBezTo>
                <a:cubicBezTo>
                  <a:pt x="5161" y="14"/>
                  <a:pt x="5172" y="21"/>
                  <a:pt x="5182" y="32"/>
                </a:cubicBezTo>
                <a:cubicBezTo>
                  <a:pt x="5192" y="42"/>
                  <a:pt x="5200" y="54"/>
                  <a:pt x="5205" y="66"/>
                </a:cubicBezTo>
                <a:cubicBezTo>
                  <a:pt x="5211" y="79"/>
                  <a:pt x="5213" y="93"/>
                  <a:pt x="5213" y="107"/>
                </a:cubicBezTo>
                <a:lnTo>
                  <a:pt x="5213" y="477"/>
                </a:lnTo>
                <a:cubicBezTo>
                  <a:pt x="5213" y="491"/>
                  <a:pt x="5211" y="505"/>
                  <a:pt x="5205" y="518"/>
                </a:cubicBezTo>
                <a:cubicBezTo>
                  <a:pt x="5200" y="531"/>
                  <a:pt x="5192" y="542"/>
                  <a:pt x="5182" y="552"/>
                </a:cubicBezTo>
                <a:cubicBezTo>
                  <a:pt x="5172" y="562"/>
                  <a:pt x="5161" y="570"/>
                  <a:pt x="5148" y="575"/>
                </a:cubicBezTo>
                <a:cubicBezTo>
                  <a:pt x="5135" y="581"/>
                  <a:pt x="5121" y="583"/>
                  <a:pt x="5107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 txBox="1"/>
          <p:nvPr/>
        </p:nvSpPr>
        <p:spPr>
          <a:xfrm>
            <a:off x="2603880" y="2813040"/>
            <a:ext cx="15102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Pod logs + K8s events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6378840" y="2850480"/>
            <a:ext cx="1736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loki.source.kubernetes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8324640" y="2819160"/>
            <a:ext cx="2429280" cy="209880"/>
          </a:xfrm>
          <a:custGeom>
            <a:avLst/>
            <a:gdLst/>
            <a:ahLst/>
            <a:rect l="0" t="0" r="r" b="b"/>
            <a:pathLst>
              <a:path w="6748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6642" y="0"/>
                </a:lnTo>
                <a:cubicBezTo>
                  <a:pt x="6656" y="0"/>
                  <a:pt x="6670" y="3"/>
                  <a:pt x="6683" y="8"/>
                </a:cubicBezTo>
                <a:cubicBezTo>
                  <a:pt x="6696" y="14"/>
                  <a:pt x="6707" y="21"/>
                  <a:pt x="6717" y="32"/>
                </a:cubicBezTo>
                <a:cubicBezTo>
                  <a:pt x="6727" y="42"/>
                  <a:pt x="6735" y="54"/>
                  <a:pt x="6740" y="66"/>
                </a:cubicBezTo>
                <a:cubicBezTo>
                  <a:pt x="6745" y="79"/>
                  <a:pt x="6748" y="93"/>
                  <a:pt x="6748" y="107"/>
                </a:cubicBezTo>
                <a:lnTo>
                  <a:pt x="6748" y="477"/>
                </a:lnTo>
                <a:cubicBezTo>
                  <a:pt x="6748" y="491"/>
                  <a:pt x="6745" y="505"/>
                  <a:pt x="6740" y="518"/>
                </a:cubicBezTo>
                <a:cubicBezTo>
                  <a:pt x="6735" y="531"/>
                  <a:pt x="6727" y="542"/>
                  <a:pt x="6717" y="552"/>
                </a:cubicBezTo>
                <a:cubicBezTo>
                  <a:pt x="6707" y="562"/>
                  <a:pt x="6696" y="570"/>
                  <a:pt x="6683" y="575"/>
                </a:cubicBezTo>
                <a:cubicBezTo>
                  <a:pt x="6670" y="581"/>
                  <a:pt x="6656" y="583"/>
                  <a:pt x="6642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 txBox="1"/>
          <p:nvPr/>
        </p:nvSpPr>
        <p:spPr>
          <a:xfrm>
            <a:off x="8186040" y="2813040"/>
            <a:ext cx="1821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+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 txBox="1"/>
          <p:nvPr/>
        </p:nvSpPr>
        <p:spPr>
          <a:xfrm>
            <a:off x="8400240" y="2850480"/>
            <a:ext cx="22888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loki.source.kubernetes_events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 txBox="1"/>
          <p:nvPr/>
        </p:nvSpPr>
        <p:spPr>
          <a:xfrm>
            <a:off x="685800" y="3241440"/>
            <a:ext cx="7891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Push traces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 txBox="1"/>
          <p:nvPr/>
        </p:nvSpPr>
        <p:spPr>
          <a:xfrm>
            <a:off x="2603880" y="3241440"/>
            <a:ext cx="996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OTLP receiver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 txBox="1"/>
          <p:nvPr/>
        </p:nvSpPr>
        <p:spPr>
          <a:xfrm>
            <a:off x="3594240" y="325656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6305400" y="3247920"/>
            <a:ext cx="1800720" cy="209880"/>
          </a:xfrm>
          <a:custGeom>
            <a:avLst/>
            <a:gdLst/>
            <a:ahLst/>
            <a:rect l="0" t="0" r="r" b="b"/>
            <a:pathLst>
              <a:path w="5002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895" y="0"/>
                </a:lnTo>
                <a:cubicBezTo>
                  <a:pt x="4909" y="0"/>
                  <a:pt x="4922" y="2"/>
                  <a:pt x="4935" y="8"/>
                </a:cubicBezTo>
                <a:cubicBezTo>
                  <a:pt x="4948" y="13"/>
                  <a:pt x="4960" y="21"/>
                  <a:pt x="4970" y="31"/>
                </a:cubicBezTo>
                <a:cubicBezTo>
                  <a:pt x="4979" y="41"/>
                  <a:pt x="4988" y="52"/>
                  <a:pt x="4993" y="65"/>
                </a:cubicBezTo>
                <a:cubicBezTo>
                  <a:pt x="4999" y="78"/>
                  <a:pt x="5002" y="92"/>
                  <a:pt x="5002" y="106"/>
                </a:cubicBezTo>
                <a:lnTo>
                  <a:pt x="5002" y="476"/>
                </a:lnTo>
                <a:cubicBezTo>
                  <a:pt x="5002" y="490"/>
                  <a:pt x="4999" y="504"/>
                  <a:pt x="4993" y="517"/>
                </a:cubicBezTo>
                <a:cubicBezTo>
                  <a:pt x="4988" y="530"/>
                  <a:pt x="4979" y="541"/>
                  <a:pt x="4970" y="551"/>
                </a:cubicBezTo>
                <a:cubicBezTo>
                  <a:pt x="4960" y="561"/>
                  <a:pt x="4948" y="568"/>
                  <a:pt x="4935" y="574"/>
                </a:cubicBezTo>
                <a:cubicBezTo>
                  <a:pt x="4922" y="579"/>
                  <a:pt x="4909" y="583"/>
                  <a:pt x="4895" y="583"/>
                </a:cubicBezTo>
                <a:lnTo>
                  <a:pt x="106" y="583"/>
                </a:lnTo>
                <a:cubicBezTo>
                  <a:pt x="92" y="583"/>
                  <a:pt x="78" y="579"/>
                  <a:pt x="65" y="574"/>
                </a:cubicBezTo>
                <a:cubicBezTo>
                  <a:pt x="52" y="568"/>
                  <a:pt x="41" y="561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 txBox="1"/>
          <p:nvPr/>
        </p:nvSpPr>
        <p:spPr>
          <a:xfrm>
            <a:off x="3742560" y="3241440"/>
            <a:ext cx="5068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Tempo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 txBox="1"/>
          <p:nvPr/>
        </p:nvSpPr>
        <p:spPr>
          <a:xfrm>
            <a:off x="6378840" y="3279240"/>
            <a:ext cx="16578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otelcol.receiver.otlp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 txBox="1"/>
          <p:nvPr/>
        </p:nvSpPr>
        <p:spPr>
          <a:xfrm>
            <a:off x="8107200" y="32414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 txBox="1"/>
          <p:nvPr/>
        </p:nvSpPr>
        <p:spPr>
          <a:xfrm>
            <a:off x="8145360" y="325656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8334360" y="3247920"/>
            <a:ext cx="1800360" cy="209880"/>
          </a:xfrm>
          <a:custGeom>
            <a:avLst/>
            <a:gdLst/>
            <a:ahLst/>
            <a:rect l="0" t="0" r="r" b="b"/>
            <a:pathLst>
              <a:path w="5001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4895" y="0"/>
                </a:lnTo>
                <a:cubicBezTo>
                  <a:pt x="4909" y="0"/>
                  <a:pt x="4923" y="2"/>
                  <a:pt x="4936" y="8"/>
                </a:cubicBezTo>
                <a:cubicBezTo>
                  <a:pt x="4949" y="13"/>
                  <a:pt x="4960" y="21"/>
                  <a:pt x="4970" y="31"/>
                </a:cubicBezTo>
                <a:cubicBezTo>
                  <a:pt x="4980" y="41"/>
                  <a:pt x="4988" y="52"/>
                  <a:pt x="4993" y="65"/>
                </a:cubicBezTo>
                <a:cubicBezTo>
                  <a:pt x="4998" y="78"/>
                  <a:pt x="5001" y="92"/>
                  <a:pt x="5001" y="106"/>
                </a:cubicBezTo>
                <a:lnTo>
                  <a:pt x="5001" y="476"/>
                </a:lnTo>
                <a:cubicBezTo>
                  <a:pt x="5001" y="490"/>
                  <a:pt x="4998" y="504"/>
                  <a:pt x="4993" y="517"/>
                </a:cubicBezTo>
                <a:cubicBezTo>
                  <a:pt x="4988" y="530"/>
                  <a:pt x="4980" y="541"/>
                  <a:pt x="4970" y="551"/>
                </a:cubicBezTo>
                <a:cubicBezTo>
                  <a:pt x="4960" y="561"/>
                  <a:pt x="4949" y="568"/>
                  <a:pt x="4936" y="574"/>
                </a:cubicBezTo>
                <a:cubicBezTo>
                  <a:pt x="4923" y="579"/>
                  <a:pt x="4909" y="583"/>
                  <a:pt x="4895" y="583"/>
                </a:cubicBezTo>
                <a:lnTo>
                  <a:pt x="105" y="583"/>
                </a:lnTo>
                <a:cubicBezTo>
                  <a:pt x="91" y="583"/>
                  <a:pt x="78" y="579"/>
                  <a:pt x="65" y="574"/>
                </a:cubicBezTo>
                <a:cubicBezTo>
                  <a:pt x="52" y="568"/>
                  <a:pt x="40" y="561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2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 txBox="1"/>
          <p:nvPr/>
        </p:nvSpPr>
        <p:spPr>
          <a:xfrm>
            <a:off x="8294040" y="32414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 txBox="1"/>
          <p:nvPr/>
        </p:nvSpPr>
        <p:spPr>
          <a:xfrm>
            <a:off x="8408520" y="3279240"/>
            <a:ext cx="16578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otelcol.exporter.otlp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 txBox="1"/>
          <p:nvPr/>
        </p:nvSpPr>
        <p:spPr>
          <a:xfrm>
            <a:off x="685800" y="3660840"/>
            <a:ext cx="9716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Provision rules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 txBox="1"/>
          <p:nvPr/>
        </p:nvSpPr>
        <p:spPr>
          <a:xfrm>
            <a:off x="2603880" y="3660840"/>
            <a:ext cx="23238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PrometheusRule + LokiRule CRDs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 txBox="1"/>
          <p:nvPr/>
        </p:nvSpPr>
        <p:spPr>
          <a:xfrm>
            <a:off x="4916520" y="367596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6305400" y="3666960"/>
            <a:ext cx="1876680" cy="209880"/>
          </a:xfrm>
          <a:custGeom>
            <a:avLst/>
            <a:gdLst/>
            <a:ahLst/>
            <a:rect l="0" t="0" r="r" b="b"/>
            <a:pathLst>
              <a:path w="5213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107" y="0"/>
                </a:lnTo>
                <a:cubicBezTo>
                  <a:pt x="5121" y="0"/>
                  <a:pt x="5135" y="3"/>
                  <a:pt x="5148" y="8"/>
                </a:cubicBezTo>
                <a:cubicBezTo>
                  <a:pt x="5161" y="13"/>
                  <a:pt x="5172" y="21"/>
                  <a:pt x="5182" y="31"/>
                </a:cubicBezTo>
                <a:cubicBezTo>
                  <a:pt x="5192" y="41"/>
                  <a:pt x="5200" y="52"/>
                  <a:pt x="5205" y="65"/>
                </a:cubicBezTo>
                <a:cubicBezTo>
                  <a:pt x="5211" y="78"/>
                  <a:pt x="5213" y="92"/>
                  <a:pt x="5213" y="106"/>
                </a:cubicBezTo>
                <a:lnTo>
                  <a:pt x="5213" y="476"/>
                </a:lnTo>
                <a:cubicBezTo>
                  <a:pt x="5213" y="490"/>
                  <a:pt x="5211" y="504"/>
                  <a:pt x="5205" y="517"/>
                </a:cubicBezTo>
                <a:cubicBezTo>
                  <a:pt x="5200" y="530"/>
                  <a:pt x="5192" y="541"/>
                  <a:pt x="5182" y="551"/>
                </a:cubicBezTo>
                <a:cubicBezTo>
                  <a:pt x="5172" y="561"/>
                  <a:pt x="5161" y="569"/>
                  <a:pt x="5148" y="574"/>
                </a:cubicBezTo>
                <a:cubicBezTo>
                  <a:pt x="5135" y="579"/>
                  <a:pt x="5121" y="583"/>
                  <a:pt x="5107" y="583"/>
                </a:cubicBezTo>
                <a:lnTo>
                  <a:pt x="106" y="583"/>
                </a:lnTo>
                <a:cubicBezTo>
                  <a:pt x="92" y="583"/>
                  <a:pt x="78" y="579"/>
                  <a:pt x="65" y="574"/>
                </a:cubicBezTo>
                <a:cubicBezTo>
                  <a:pt x="52" y="569"/>
                  <a:pt x="41" y="561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"/>
          <p:cNvSpPr txBox="1"/>
          <p:nvPr/>
        </p:nvSpPr>
        <p:spPr>
          <a:xfrm>
            <a:off x="5065200" y="3660840"/>
            <a:ext cx="1071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managed Ruler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"/>
          <p:cNvSpPr txBox="1"/>
          <p:nvPr/>
        </p:nvSpPr>
        <p:spPr>
          <a:xfrm>
            <a:off x="6378840" y="3698280"/>
            <a:ext cx="1736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mimir.rules.kubernetes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/>
          <p:nvPr/>
        </p:nvSpPr>
        <p:spPr>
          <a:xfrm>
            <a:off x="8324640" y="3666960"/>
            <a:ext cx="1800720" cy="209880"/>
          </a:xfrm>
          <a:custGeom>
            <a:avLst/>
            <a:gdLst/>
            <a:ahLst/>
            <a:rect l="0" t="0" r="r" b="b"/>
            <a:pathLst>
              <a:path w="5002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896" y="0"/>
                </a:lnTo>
                <a:cubicBezTo>
                  <a:pt x="4910" y="0"/>
                  <a:pt x="4923" y="3"/>
                  <a:pt x="4936" y="8"/>
                </a:cubicBezTo>
                <a:cubicBezTo>
                  <a:pt x="4949" y="13"/>
                  <a:pt x="4961" y="21"/>
                  <a:pt x="4971" y="31"/>
                </a:cubicBezTo>
                <a:cubicBezTo>
                  <a:pt x="4981" y="41"/>
                  <a:pt x="4988" y="52"/>
                  <a:pt x="4994" y="65"/>
                </a:cubicBezTo>
                <a:cubicBezTo>
                  <a:pt x="4999" y="78"/>
                  <a:pt x="5002" y="92"/>
                  <a:pt x="5002" y="106"/>
                </a:cubicBezTo>
                <a:lnTo>
                  <a:pt x="5002" y="476"/>
                </a:lnTo>
                <a:cubicBezTo>
                  <a:pt x="5002" y="490"/>
                  <a:pt x="4999" y="504"/>
                  <a:pt x="4994" y="517"/>
                </a:cubicBezTo>
                <a:cubicBezTo>
                  <a:pt x="4988" y="530"/>
                  <a:pt x="4981" y="541"/>
                  <a:pt x="4971" y="551"/>
                </a:cubicBezTo>
                <a:cubicBezTo>
                  <a:pt x="4961" y="561"/>
                  <a:pt x="4949" y="569"/>
                  <a:pt x="4936" y="574"/>
                </a:cubicBezTo>
                <a:cubicBezTo>
                  <a:pt x="4923" y="579"/>
                  <a:pt x="4910" y="583"/>
                  <a:pt x="4896" y="583"/>
                </a:cubicBezTo>
                <a:lnTo>
                  <a:pt x="106" y="583"/>
                </a:lnTo>
                <a:cubicBezTo>
                  <a:pt x="92" y="583"/>
                  <a:pt x="78" y="579"/>
                  <a:pt x="65" y="574"/>
                </a:cubicBezTo>
                <a:cubicBezTo>
                  <a:pt x="52" y="569"/>
                  <a:pt x="41" y="561"/>
                  <a:pt x="31" y="551"/>
                </a:cubicBezTo>
                <a:cubicBezTo>
                  <a:pt x="21" y="541"/>
                  <a:pt x="14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 txBox="1"/>
          <p:nvPr/>
        </p:nvSpPr>
        <p:spPr>
          <a:xfrm>
            <a:off x="8186040" y="3660840"/>
            <a:ext cx="1821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+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 txBox="1"/>
          <p:nvPr/>
        </p:nvSpPr>
        <p:spPr>
          <a:xfrm>
            <a:off x="8400240" y="3698280"/>
            <a:ext cx="16578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loki.rules.kubernetes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 txBox="1"/>
          <p:nvPr/>
        </p:nvSpPr>
        <p:spPr>
          <a:xfrm>
            <a:off x="685800" y="4079880"/>
            <a:ext cx="112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Loop alerts back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2603880" y="4079880"/>
            <a:ext cx="913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AM webhook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 txBox="1"/>
          <p:nvPr/>
        </p:nvSpPr>
        <p:spPr>
          <a:xfrm>
            <a:off x="3540960" y="409500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 txBox="1"/>
          <p:nvPr/>
        </p:nvSpPr>
        <p:spPr>
          <a:xfrm>
            <a:off x="3689280" y="4079880"/>
            <a:ext cx="4654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Kafka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4143600" y="409500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6305400" y="4086000"/>
            <a:ext cx="1333800" cy="209880"/>
          </a:xfrm>
          <a:custGeom>
            <a:avLst/>
            <a:gdLst/>
            <a:ahLst/>
            <a:rect l="0" t="0" r="r" b="b"/>
            <a:pathLst>
              <a:path w="3705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599" y="0"/>
                </a:lnTo>
                <a:cubicBezTo>
                  <a:pt x="3613" y="0"/>
                  <a:pt x="3627" y="3"/>
                  <a:pt x="3640" y="8"/>
                </a:cubicBezTo>
                <a:cubicBezTo>
                  <a:pt x="3653" y="14"/>
                  <a:pt x="3664" y="21"/>
                  <a:pt x="3674" y="31"/>
                </a:cubicBezTo>
                <a:cubicBezTo>
                  <a:pt x="3684" y="41"/>
                  <a:pt x="3692" y="52"/>
                  <a:pt x="3697" y="65"/>
                </a:cubicBezTo>
                <a:cubicBezTo>
                  <a:pt x="3702" y="78"/>
                  <a:pt x="3705" y="92"/>
                  <a:pt x="3705" y="106"/>
                </a:cubicBezTo>
                <a:lnTo>
                  <a:pt x="3705" y="476"/>
                </a:lnTo>
                <a:cubicBezTo>
                  <a:pt x="3705" y="490"/>
                  <a:pt x="3702" y="504"/>
                  <a:pt x="3697" y="517"/>
                </a:cubicBezTo>
                <a:cubicBezTo>
                  <a:pt x="3692" y="530"/>
                  <a:pt x="3684" y="541"/>
                  <a:pt x="3674" y="551"/>
                </a:cubicBezTo>
                <a:cubicBezTo>
                  <a:pt x="3664" y="561"/>
                  <a:pt x="3653" y="569"/>
                  <a:pt x="3640" y="574"/>
                </a:cubicBezTo>
                <a:cubicBezTo>
                  <a:pt x="3627" y="580"/>
                  <a:pt x="3613" y="583"/>
                  <a:pt x="3599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4"/>
                </a:cubicBezTo>
                <a:cubicBezTo>
                  <a:pt x="52" y="569"/>
                  <a:pt x="41" y="561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 txBox="1"/>
          <p:nvPr/>
        </p:nvSpPr>
        <p:spPr>
          <a:xfrm>
            <a:off x="4292280" y="4079880"/>
            <a:ext cx="739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Event Hub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 txBox="1"/>
          <p:nvPr/>
        </p:nvSpPr>
        <p:spPr>
          <a:xfrm>
            <a:off x="6378840" y="4117320"/>
            <a:ext cx="11844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loki.source.api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 txBox="1"/>
          <p:nvPr/>
        </p:nvSpPr>
        <p:spPr>
          <a:xfrm>
            <a:off x="7635240" y="407988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7673400" y="409500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/>
          <p:nvPr/>
        </p:nvSpPr>
        <p:spPr>
          <a:xfrm>
            <a:off x="7858080" y="4086000"/>
            <a:ext cx="1886040" cy="209880"/>
          </a:xfrm>
          <a:custGeom>
            <a:avLst/>
            <a:gdLst/>
            <a:ahLst/>
            <a:rect l="0" t="0" r="r" b="b"/>
            <a:pathLst>
              <a:path w="5239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5134" y="0"/>
                </a:lnTo>
                <a:cubicBezTo>
                  <a:pt x="5148" y="0"/>
                  <a:pt x="5161" y="3"/>
                  <a:pt x="5174" y="8"/>
                </a:cubicBezTo>
                <a:cubicBezTo>
                  <a:pt x="5187" y="14"/>
                  <a:pt x="5198" y="21"/>
                  <a:pt x="5208" y="31"/>
                </a:cubicBezTo>
                <a:cubicBezTo>
                  <a:pt x="5218" y="41"/>
                  <a:pt x="5226" y="52"/>
                  <a:pt x="5231" y="65"/>
                </a:cubicBezTo>
                <a:cubicBezTo>
                  <a:pt x="5237" y="78"/>
                  <a:pt x="5239" y="92"/>
                  <a:pt x="5239" y="106"/>
                </a:cubicBezTo>
                <a:lnTo>
                  <a:pt x="5239" y="476"/>
                </a:lnTo>
                <a:cubicBezTo>
                  <a:pt x="5239" y="490"/>
                  <a:pt x="5237" y="504"/>
                  <a:pt x="5231" y="517"/>
                </a:cubicBezTo>
                <a:cubicBezTo>
                  <a:pt x="5226" y="530"/>
                  <a:pt x="5218" y="541"/>
                  <a:pt x="5208" y="551"/>
                </a:cubicBezTo>
                <a:cubicBezTo>
                  <a:pt x="5198" y="561"/>
                  <a:pt x="5187" y="569"/>
                  <a:pt x="5174" y="574"/>
                </a:cubicBezTo>
                <a:cubicBezTo>
                  <a:pt x="5161" y="580"/>
                  <a:pt x="5148" y="583"/>
                  <a:pt x="5134" y="583"/>
                </a:cubicBezTo>
                <a:lnTo>
                  <a:pt x="105" y="583"/>
                </a:lnTo>
                <a:cubicBezTo>
                  <a:pt x="91" y="583"/>
                  <a:pt x="78" y="580"/>
                  <a:pt x="65" y="574"/>
                </a:cubicBezTo>
                <a:cubicBezTo>
                  <a:pt x="52" y="569"/>
                  <a:pt x="41" y="561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2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 txBox="1"/>
          <p:nvPr/>
        </p:nvSpPr>
        <p:spPr>
          <a:xfrm>
            <a:off x="7822080" y="407988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7936560" y="4117320"/>
            <a:ext cx="1736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otelcol.exporter.kafka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685800" y="4508280"/>
            <a:ext cx="1121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Agent anomalies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2603880" y="4508280"/>
            <a:ext cx="2904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Recording-rule baselines + z-score / cohort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 txBox="1"/>
          <p:nvPr/>
        </p:nvSpPr>
        <p:spPr>
          <a:xfrm>
            <a:off x="6302520" y="4508280"/>
            <a:ext cx="1453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LogQL loop detection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685800" y="4927680"/>
            <a:ext cx="17352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Triage prompt enrichment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 txBox="1"/>
          <p:nvPr/>
        </p:nvSpPr>
        <p:spPr>
          <a:xfrm>
            <a:off x="2603880" y="4927680"/>
            <a:ext cx="27889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Workflow queries Mimir/Loki at triage-time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/>
          <p:nvPr/>
        </p:nvSpPr>
        <p:spPr>
          <a:xfrm>
            <a:off x="685440" y="5457600"/>
            <a:ext cx="1076760" cy="305280"/>
          </a:xfrm>
          <a:custGeom>
            <a:avLst/>
            <a:gdLst/>
            <a:ahLst/>
            <a:rect l="0" t="0" r="r" b="b"/>
            <a:pathLst>
              <a:path w="2991" h="848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2859" y="0"/>
                </a:lnTo>
                <a:cubicBezTo>
                  <a:pt x="2896" y="0"/>
                  <a:pt x="2927" y="13"/>
                  <a:pt x="2953" y="39"/>
                </a:cubicBezTo>
                <a:cubicBezTo>
                  <a:pt x="2978" y="65"/>
                  <a:pt x="2991" y="96"/>
                  <a:pt x="2991" y="132"/>
                </a:cubicBezTo>
                <a:lnTo>
                  <a:pt x="2991" y="715"/>
                </a:lnTo>
                <a:cubicBezTo>
                  <a:pt x="2991" y="752"/>
                  <a:pt x="2978" y="783"/>
                  <a:pt x="2953" y="809"/>
                </a:cubicBezTo>
                <a:cubicBezTo>
                  <a:pt x="2927" y="835"/>
                  <a:pt x="2896" y="848"/>
                  <a:pt x="2859" y="848"/>
                </a:cubicBezTo>
                <a:lnTo>
                  <a:pt x="133" y="848"/>
                </a:lnTo>
                <a:cubicBezTo>
                  <a:pt x="96" y="848"/>
                  <a:pt x="65" y="835"/>
                  <a:pt x="39" y="809"/>
                </a:cubicBezTo>
                <a:cubicBezTo>
                  <a:pt x="13" y="783"/>
                  <a:pt x="0" y="752"/>
                  <a:pt x="0" y="715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695160" y="5467320"/>
            <a:ext cx="1057680" cy="285840"/>
          </a:xfrm>
          <a:custGeom>
            <a:avLst/>
            <a:gdLst/>
            <a:ahLst/>
            <a:rect l="0" t="0" r="r" b="b"/>
            <a:pathLst>
              <a:path w="2938" h="794">
                <a:moveTo>
                  <a:pt x="0" y="105"/>
                </a:moveTo>
                <a:lnTo>
                  <a:pt x="0" y="688"/>
                </a:lnTo>
                <a:cubicBezTo>
                  <a:pt x="0" y="703"/>
                  <a:pt x="3" y="716"/>
                  <a:pt x="8" y="729"/>
                </a:cubicBezTo>
                <a:cubicBezTo>
                  <a:pt x="13" y="742"/>
                  <a:pt x="21" y="753"/>
                  <a:pt x="31" y="763"/>
                </a:cubicBezTo>
                <a:cubicBezTo>
                  <a:pt x="41" y="773"/>
                  <a:pt x="52" y="781"/>
                  <a:pt x="65" y="786"/>
                </a:cubicBezTo>
                <a:cubicBezTo>
                  <a:pt x="78" y="792"/>
                  <a:pt x="92" y="794"/>
                  <a:pt x="106" y="794"/>
                </a:cubicBezTo>
                <a:lnTo>
                  <a:pt x="2832" y="794"/>
                </a:lnTo>
                <a:cubicBezTo>
                  <a:pt x="2846" y="794"/>
                  <a:pt x="2860" y="792"/>
                  <a:pt x="2873" y="786"/>
                </a:cubicBezTo>
                <a:cubicBezTo>
                  <a:pt x="2885" y="781"/>
                  <a:pt x="2897" y="773"/>
                  <a:pt x="2907" y="763"/>
                </a:cubicBezTo>
                <a:cubicBezTo>
                  <a:pt x="2917" y="753"/>
                  <a:pt x="2924" y="742"/>
                  <a:pt x="2930" y="729"/>
                </a:cubicBezTo>
                <a:cubicBezTo>
                  <a:pt x="2935" y="716"/>
                  <a:pt x="2938" y="703"/>
                  <a:pt x="2938" y="688"/>
                </a:cubicBezTo>
                <a:lnTo>
                  <a:pt x="2938" y="105"/>
                </a:lnTo>
                <a:cubicBezTo>
                  <a:pt x="2938" y="91"/>
                  <a:pt x="2935" y="78"/>
                  <a:pt x="2930" y="65"/>
                </a:cubicBezTo>
                <a:cubicBezTo>
                  <a:pt x="2924" y="52"/>
                  <a:pt x="2917" y="41"/>
                  <a:pt x="2907" y="31"/>
                </a:cubicBezTo>
                <a:cubicBezTo>
                  <a:pt x="2897" y="21"/>
                  <a:pt x="2885" y="13"/>
                  <a:pt x="2873" y="8"/>
                </a:cubicBezTo>
                <a:cubicBezTo>
                  <a:pt x="2860" y="2"/>
                  <a:pt x="2846" y="0"/>
                  <a:pt x="2832" y="0"/>
                </a:cubicBezTo>
                <a:lnTo>
                  <a:pt x="106" y="0"/>
                </a:lnTo>
                <a:cubicBezTo>
                  <a:pt x="92" y="0"/>
                  <a:pt x="78" y="2"/>
                  <a:pt x="65" y="8"/>
                </a:cubicBezTo>
                <a:cubicBezTo>
                  <a:pt x="52" y="13"/>
                  <a:pt x="41" y="21"/>
                  <a:pt x="31" y="31"/>
                </a:cubicBezTo>
                <a:cubicBezTo>
                  <a:pt x="21" y="41"/>
                  <a:pt x="13" y="52"/>
                  <a:pt x="8" y="65"/>
                </a:cubicBezTo>
                <a:cubicBezTo>
                  <a:pt x="3" y="78"/>
                  <a:pt x="0" y="91"/>
                  <a:pt x="0" y="105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 txBox="1"/>
          <p:nvPr/>
        </p:nvSpPr>
        <p:spPr>
          <a:xfrm>
            <a:off x="6302520" y="4927680"/>
            <a:ext cx="23662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Splices context into KAgent prompt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 txBox="1"/>
          <p:nvPr/>
        </p:nvSpPr>
        <p:spPr>
          <a:xfrm>
            <a:off x="809640" y="5516280"/>
            <a:ext cx="1032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5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D ES I G N E D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 txBox="1"/>
          <p:nvPr/>
        </p:nvSpPr>
        <p:spPr>
          <a:xfrm>
            <a:off x="1760400" y="5413320"/>
            <a:ext cx="82198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Pending answers from platform team on Q1–Q14 · `aks-mgmt-stack/k8s-event-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 txBox="1"/>
          <p:nvPr/>
        </p:nvSpPr>
        <p:spPr>
          <a:xfrm>
            <a:off x="685800" y="5765760"/>
            <a:ext cx="3443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triage/managed-lgtm-integration/`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1179180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19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685440" y="2590560"/>
            <a:ext cx="29160" cy="657720"/>
          </a:xfrm>
          <a:custGeom>
            <a:avLst/>
            <a:gdLst/>
            <a:ahLst/>
            <a:rect l="0" t="0" r="r" b="b"/>
            <a:pathLst>
              <a:path w="81" h="1827">
                <a:moveTo>
                  <a:pt x="0" y="0"/>
                </a:moveTo>
                <a:lnTo>
                  <a:pt x="81" y="0"/>
                </a:lnTo>
                <a:lnTo>
                  <a:pt x="81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FF6B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685440" y="3828960"/>
            <a:ext cx="5086800" cy="19440"/>
          </a:xfrm>
          <a:custGeom>
            <a:avLst/>
            <a:gdLst/>
            <a:ahLst/>
            <a:rect l="0" t="0" r="r" b="b"/>
            <a:pathLst>
              <a:path w="14130" h="54">
                <a:moveTo>
                  <a:pt x="0" y="0"/>
                </a:moveTo>
                <a:lnTo>
                  <a:pt x="14130" y="0"/>
                </a:lnTo>
                <a:lnTo>
                  <a:pt x="1413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"/>
          <p:cNvSpPr/>
          <p:nvPr/>
        </p:nvSpPr>
        <p:spPr>
          <a:xfrm>
            <a:off x="5771880" y="3828960"/>
            <a:ext cx="4267800" cy="19440"/>
          </a:xfrm>
          <a:custGeom>
            <a:avLst/>
            <a:gdLst/>
            <a:ahLst/>
            <a:rect l="0" t="0" r="r" b="b"/>
            <a:pathLst>
              <a:path w="11855" h="54">
                <a:moveTo>
                  <a:pt x="0" y="0"/>
                </a:moveTo>
                <a:lnTo>
                  <a:pt x="11855" y="0"/>
                </a:lnTo>
                <a:lnTo>
                  <a:pt x="1185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685440" y="4257360"/>
            <a:ext cx="5086800" cy="10080"/>
          </a:xfrm>
          <a:custGeom>
            <a:avLst/>
            <a:gdLst/>
            <a:ahLst/>
            <a:rect l="0" t="0" r="r" b="b"/>
            <a:pathLst>
              <a:path w="14130" h="28">
                <a:moveTo>
                  <a:pt x="0" y="0"/>
                </a:moveTo>
                <a:lnTo>
                  <a:pt x="14130" y="0"/>
                </a:lnTo>
                <a:lnTo>
                  <a:pt x="14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5771880" y="4257360"/>
            <a:ext cx="4267800" cy="10080"/>
          </a:xfrm>
          <a:custGeom>
            <a:avLst/>
            <a:gdLst/>
            <a:ahLst/>
            <a:rect l="0" t="0" r="r" b="b"/>
            <a:pathLst>
              <a:path w="11855" h="28">
                <a:moveTo>
                  <a:pt x="0" y="0"/>
                </a:moveTo>
                <a:lnTo>
                  <a:pt x="11855" y="0"/>
                </a:lnTo>
                <a:lnTo>
                  <a:pt x="118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685440" y="4686120"/>
            <a:ext cx="5086800" cy="9720"/>
          </a:xfrm>
          <a:custGeom>
            <a:avLst/>
            <a:gdLst/>
            <a:ahLst/>
            <a:rect l="0" t="0" r="r" b="b"/>
            <a:pathLst>
              <a:path w="14130" h="27">
                <a:moveTo>
                  <a:pt x="0" y="0"/>
                </a:moveTo>
                <a:lnTo>
                  <a:pt x="14130" y="0"/>
                </a:lnTo>
                <a:lnTo>
                  <a:pt x="14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5771880" y="4686120"/>
            <a:ext cx="4267800" cy="9720"/>
          </a:xfrm>
          <a:custGeom>
            <a:avLst/>
            <a:gdLst/>
            <a:ahLst/>
            <a:rect l="0" t="0" r="r" b="b"/>
            <a:pathLst>
              <a:path w="11855" h="27">
                <a:moveTo>
                  <a:pt x="0" y="0"/>
                </a:moveTo>
                <a:lnTo>
                  <a:pt x="11855" y="0"/>
                </a:lnTo>
                <a:lnTo>
                  <a:pt x="118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685440" y="5105160"/>
            <a:ext cx="5086800" cy="10080"/>
          </a:xfrm>
          <a:custGeom>
            <a:avLst/>
            <a:gdLst/>
            <a:ahLst/>
            <a:rect l="0" t="0" r="r" b="b"/>
            <a:pathLst>
              <a:path w="14130" h="28">
                <a:moveTo>
                  <a:pt x="0" y="0"/>
                </a:moveTo>
                <a:lnTo>
                  <a:pt x="14130" y="0"/>
                </a:lnTo>
                <a:lnTo>
                  <a:pt x="14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5771880" y="5105160"/>
            <a:ext cx="4267800" cy="10080"/>
          </a:xfrm>
          <a:custGeom>
            <a:avLst/>
            <a:gdLst/>
            <a:ahLst/>
            <a:rect l="0" t="0" r="r" b="b"/>
            <a:pathLst>
              <a:path w="11855" h="28">
                <a:moveTo>
                  <a:pt x="0" y="0"/>
                </a:moveTo>
                <a:lnTo>
                  <a:pt x="11855" y="0"/>
                </a:lnTo>
                <a:lnTo>
                  <a:pt x="118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685440" y="5524200"/>
            <a:ext cx="5086800" cy="10080"/>
          </a:xfrm>
          <a:custGeom>
            <a:avLst/>
            <a:gdLst/>
            <a:ahLst/>
            <a:rect l="0" t="0" r="r" b="b"/>
            <a:pathLst>
              <a:path w="14130" h="28">
                <a:moveTo>
                  <a:pt x="0" y="0"/>
                </a:moveTo>
                <a:lnTo>
                  <a:pt x="14130" y="0"/>
                </a:lnTo>
                <a:lnTo>
                  <a:pt x="14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5771880" y="5524200"/>
            <a:ext cx="4267800" cy="10080"/>
          </a:xfrm>
          <a:custGeom>
            <a:avLst/>
            <a:gdLst/>
            <a:ahLst/>
            <a:rect l="0" t="0" r="r" b="b"/>
            <a:pathLst>
              <a:path w="11855" h="28">
                <a:moveTo>
                  <a:pt x="0" y="0"/>
                </a:moveTo>
                <a:lnTo>
                  <a:pt x="11855" y="0"/>
                </a:lnTo>
                <a:lnTo>
                  <a:pt x="118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685440" y="5952960"/>
            <a:ext cx="5086800" cy="9720"/>
          </a:xfrm>
          <a:custGeom>
            <a:avLst/>
            <a:gdLst/>
            <a:ahLst/>
            <a:rect l="0" t="0" r="r" b="b"/>
            <a:pathLst>
              <a:path w="14130" h="27">
                <a:moveTo>
                  <a:pt x="0" y="0"/>
                </a:moveTo>
                <a:lnTo>
                  <a:pt x="14130" y="0"/>
                </a:lnTo>
                <a:lnTo>
                  <a:pt x="14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5771880" y="5952960"/>
            <a:ext cx="4267800" cy="9720"/>
          </a:xfrm>
          <a:custGeom>
            <a:avLst/>
            <a:gdLst/>
            <a:ahLst/>
            <a:rect l="0" t="0" r="r" b="b"/>
            <a:pathLst>
              <a:path w="11855" h="27">
                <a:moveTo>
                  <a:pt x="0" y="0"/>
                </a:moveTo>
                <a:lnTo>
                  <a:pt x="11855" y="0"/>
                </a:lnTo>
                <a:lnTo>
                  <a:pt x="118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 txBox="1"/>
          <p:nvPr/>
        </p:nvSpPr>
        <p:spPr>
          <a:xfrm>
            <a:off x="685800" y="882000"/>
            <a:ext cx="1669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A G E N T G AT E WAY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685800" y="1081800"/>
            <a:ext cx="1201572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LiteLLM replaced · agentgateway is current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685800" y="1634040"/>
            <a:ext cx="142524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state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905040" y="2678760"/>
            <a:ext cx="164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✓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 txBox="1"/>
          <p:nvPr/>
        </p:nvSpPr>
        <p:spPr>
          <a:xfrm>
            <a:off x="1031040" y="2661840"/>
            <a:ext cx="10172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</a:t>
            </a:r>
            <a:r>
              <a:rPr lang="en-GB" sz="130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Migration complete.</a:t>
            </a:r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All agents route LLM, MCP, and A2A traffic through agentgateway. LiteLLM removed. PostgreSQL retained for kagent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905040" y="2937960"/>
            <a:ext cx="64080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memory.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"/>
          <p:cNvSpPr txBox="1"/>
          <p:nvPr/>
        </p:nvSpPr>
        <p:spPr>
          <a:xfrm>
            <a:off x="685800" y="3533760"/>
            <a:ext cx="14742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W H Y   W E   M O V E D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5769000" y="3533760"/>
            <a:ext cx="121716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W H AT   S TAY E D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685800" y="3946320"/>
            <a:ext cx="4101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UAMI / workload identity </a:t>
            </a:r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to Azure OpenAI — no keys to rotate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8543880" y="3952800"/>
            <a:ext cx="705240" cy="209880"/>
          </a:xfrm>
          <a:custGeom>
            <a:avLst/>
            <a:gdLst/>
            <a:ahLst/>
            <a:rect l="0" t="0" r="r" b="b"/>
            <a:pathLst>
              <a:path w="1959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1853" y="0"/>
                </a:lnTo>
                <a:cubicBezTo>
                  <a:pt x="1867" y="0"/>
                  <a:pt x="1880" y="2"/>
                  <a:pt x="1893" y="8"/>
                </a:cubicBezTo>
                <a:cubicBezTo>
                  <a:pt x="1906" y="13"/>
                  <a:pt x="1918" y="21"/>
                  <a:pt x="1928" y="31"/>
                </a:cubicBezTo>
                <a:cubicBezTo>
                  <a:pt x="1937" y="41"/>
                  <a:pt x="1945" y="52"/>
                  <a:pt x="1950" y="65"/>
                </a:cubicBezTo>
                <a:cubicBezTo>
                  <a:pt x="1956" y="78"/>
                  <a:pt x="1959" y="92"/>
                  <a:pt x="1959" y="106"/>
                </a:cubicBezTo>
                <a:lnTo>
                  <a:pt x="1959" y="477"/>
                </a:lnTo>
                <a:cubicBezTo>
                  <a:pt x="1959" y="491"/>
                  <a:pt x="1956" y="504"/>
                  <a:pt x="1950" y="517"/>
                </a:cubicBezTo>
                <a:cubicBezTo>
                  <a:pt x="1945" y="530"/>
                  <a:pt x="1937" y="542"/>
                  <a:pt x="1928" y="552"/>
                </a:cubicBezTo>
                <a:cubicBezTo>
                  <a:pt x="1918" y="562"/>
                  <a:pt x="1906" y="569"/>
                  <a:pt x="1893" y="575"/>
                </a:cubicBezTo>
                <a:cubicBezTo>
                  <a:pt x="1880" y="580"/>
                  <a:pt x="1867" y="583"/>
                  <a:pt x="1853" y="583"/>
                </a:cubicBezTo>
                <a:lnTo>
                  <a:pt x="105" y="583"/>
                </a:lnTo>
                <a:cubicBezTo>
                  <a:pt x="91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0"/>
                  <a:pt x="8" y="517"/>
                </a:cubicBezTo>
                <a:cubicBezTo>
                  <a:pt x="2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5769000" y="3946320"/>
            <a:ext cx="2764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kagent Agent CRDs </a:t>
            </a:r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— only ModelConfig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8622000" y="3984120"/>
            <a:ext cx="5529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baseUrl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9249120" y="3946320"/>
            <a:ext cx="6400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changed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1647720" y="4371840"/>
            <a:ext cx="1810080" cy="209880"/>
          </a:xfrm>
          <a:custGeom>
            <a:avLst/>
            <a:gdLst/>
            <a:ahLst/>
            <a:rect l="0" t="0" r="r" b="b"/>
            <a:pathLst>
              <a:path w="5028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922" y="0"/>
                </a:lnTo>
                <a:cubicBezTo>
                  <a:pt x="4936" y="0"/>
                  <a:pt x="4950" y="3"/>
                  <a:pt x="4963" y="8"/>
                </a:cubicBezTo>
                <a:cubicBezTo>
                  <a:pt x="4976" y="13"/>
                  <a:pt x="4987" y="21"/>
                  <a:pt x="4997" y="31"/>
                </a:cubicBezTo>
                <a:cubicBezTo>
                  <a:pt x="5007" y="41"/>
                  <a:pt x="5014" y="52"/>
                  <a:pt x="5020" y="65"/>
                </a:cubicBezTo>
                <a:cubicBezTo>
                  <a:pt x="5025" y="78"/>
                  <a:pt x="5028" y="92"/>
                  <a:pt x="5028" y="106"/>
                </a:cubicBezTo>
                <a:lnTo>
                  <a:pt x="5028" y="477"/>
                </a:lnTo>
                <a:cubicBezTo>
                  <a:pt x="5028" y="491"/>
                  <a:pt x="5025" y="505"/>
                  <a:pt x="5020" y="518"/>
                </a:cubicBezTo>
                <a:cubicBezTo>
                  <a:pt x="5014" y="531"/>
                  <a:pt x="5007" y="542"/>
                  <a:pt x="4997" y="552"/>
                </a:cubicBezTo>
                <a:cubicBezTo>
                  <a:pt x="4987" y="562"/>
                  <a:pt x="4976" y="570"/>
                  <a:pt x="4963" y="575"/>
                </a:cubicBezTo>
                <a:cubicBezTo>
                  <a:pt x="4950" y="580"/>
                  <a:pt x="4936" y="583"/>
                  <a:pt x="4922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685800" y="4365360"/>
            <a:ext cx="996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OTel native </a:t>
            </a:r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—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 txBox="1"/>
          <p:nvPr/>
        </p:nvSpPr>
        <p:spPr>
          <a:xfrm>
            <a:off x="1726920" y="4403160"/>
            <a:ext cx="16578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agentgateway_gen_ai_*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 txBox="1"/>
          <p:nvPr/>
        </p:nvSpPr>
        <p:spPr>
          <a:xfrm>
            <a:off x="3455280" y="4365360"/>
            <a:ext cx="16016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token + latency metrics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5769000" y="4365360"/>
            <a:ext cx="3071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A2A protocol </a:t>
            </a:r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— same JSON-RPC 2.0 contract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 txBox="1"/>
          <p:nvPr/>
        </p:nvSpPr>
        <p:spPr>
          <a:xfrm>
            <a:off x="685800" y="4794120"/>
            <a:ext cx="3112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MCP gateway </a:t>
            </a:r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for centralised auth + federation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5769000" y="4794120"/>
            <a:ext cx="27896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Argo Workflows DAGs </a:t>
            </a:r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— no change at all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"/>
          <p:cNvSpPr txBox="1"/>
          <p:nvPr/>
        </p:nvSpPr>
        <p:spPr>
          <a:xfrm>
            <a:off x="685800" y="5213160"/>
            <a:ext cx="28389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A2A gateway </a:t>
            </a:r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for inter-agent routing + auth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 txBox="1"/>
          <p:nvPr/>
        </p:nvSpPr>
        <p:spPr>
          <a:xfrm>
            <a:off x="5769000" y="5213160"/>
            <a:ext cx="28890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PostgreSQL </a:t>
            </a:r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— retained for kagent memory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 txBox="1"/>
          <p:nvPr/>
        </p:nvSpPr>
        <p:spPr>
          <a:xfrm>
            <a:off x="685800" y="5632200"/>
            <a:ext cx="47613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Per-route budgets + guardrails </a:t>
            </a:r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(regex / moderation / custom webhooks)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 txBox="1"/>
          <p:nvPr/>
        </p:nvSpPr>
        <p:spPr>
          <a:xfrm>
            <a:off x="1175580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20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690480" y="1633320"/>
            <a:ext cx="10811160" cy="3410280"/>
          </a:xfrm>
          <a:custGeom>
            <a:avLst/>
            <a:gdLst/>
            <a:ahLst/>
            <a:rect l="0" t="0" r="r" b="b"/>
            <a:pathLst>
              <a:path w="30031" h="9473">
                <a:moveTo>
                  <a:pt x="0" y="9222"/>
                </a:moveTo>
                <a:lnTo>
                  <a:pt x="0" y="252"/>
                </a:lnTo>
                <a:cubicBezTo>
                  <a:pt x="0" y="236"/>
                  <a:pt x="1" y="220"/>
                  <a:pt x="5" y="203"/>
                </a:cubicBezTo>
                <a:cubicBezTo>
                  <a:pt x="8" y="186"/>
                  <a:pt x="13" y="171"/>
                  <a:pt x="19" y="155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1" y="98"/>
                  <a:pt x="62" y="85"/>
                  <a:pt x="73" y="74"/>
                </a:cubicBezTo>
                <a:cubicBezTo>
                  <a:pt x="85" y="62"/>
                  <a:pt x="98" y="52"/>
                  <a:pt x="111" y="42"/>
                </a:cubicBezTo>
                <a:cubicBezTo>
                  <a:pt x="125" y="33"/>
                  <a:pt x="140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29780" y="0"/>
                </a:lnTo>
                <a:cubicBezTo>
                  <a:pt x="29796" y="0"/>
                  <a:pt x="29812" y="2"/>
                  <a:pt x="29829" y="5"/>
                </a:cubicBezTo>
                <a:cubicBezTo>
                  <a:pt x="29845" y="8"/>
                  <a:pt x="29861" y="13"/>
                  <a:pt x="29876" y="19"/>
                </a:cubicBezTo>
                <a:cubicBezTo>
                  <a:pt x="29891" y="26"/>
                  <a:pt x="29906" y="33"/>
                  <a:pt x="29919" y="42"/>
                </a:cubicBezTo>
                <a:cubicBezTo>
                  <a:pt x="29933" y="52"/>
                  <a:pt x="29946" y="62"/>
                  <a:pt x="29957" y="74"/>
                </a:cubicBezTo>
                <a:cubicBezTo>
                  <a:pt x="29969" y="85"/>
                  <a:pt x="29979" y="98"/>
                  <a:pt x="29989" y="112"/>
                </a:cubicBezTo>
                <a:cubicBezTo>
                  <a:pt x="29998" y="126"/>
                  <a:pt x="30005" y="140"/>
                  <a:pt x="30012" y="155"/>
                </a:cubicBezTo>
                <a:cubicBezTo>
                  <a:pt x="30018" y="171"/>
                  <a:pt x="30023" y="186"/>
                  <a:pt x="30026" y="203"/>
                </a:cubicBezTo>
                <a:cubicBezTo>
                  <a:pt x="30029" y="220"/>
                  <a:pt x="30031" y="236"/>
                  <a:pt x="30031" y="252"/>
                </a:cubicBezTo>
                <a:lnTo>
                  <a:pt x="30031" y="9222"/>
                </a:lnTo>
                <a:cubicBezTo>
                  <a:pt x="30031" y="9238"/>
                  <a:pt x="30029" y="9255"/>
                  <a:pt x="30026" y="9271"/>
                </a:cubicBezTo>
                <a:cubicBezTo>
                  <a:pt x="30023" y="9287"/>
                  <a:pt x="30018" y="9303"/>
                  <a:pt x="30012" y="9318"/>
                </a:cubicBezTo>
                <a:cubicBezTo>
                  <a:pt x="30005" y="9333"/>
                  <a:pt x="29998" y="9348"/>
                  <a:pt x="29989" y="9361"/>
                </a:cubicBezTo>
                <a:cubicBezTo>
                  <a:pt x="29979" y="9375"/>
                  <a:pt x="29969" y="9388"/>
                  <a:pt x="29957" y="9400"/>
                </a:cubicBezTo>
                <a:cubicBezTo>
                  <a:pt x="29946" y="9411"/>
                  <a:pt x="29933" y="9422"/>
                  <a:pt x="29919" y="9431"/>
                </a:cubicBezTo>
                <a:cubicBezTo>
                  <a:pt x="29906" y="9440"/>
                  <a:pt x="29891" y="9448"/>
                  <a:pt x="29876" y="9454"/>
                </a:cubicBezTo>
                <a:cubicBezTo>
                  <a:pt x="29861" y="9460"/>
                  <a:pt x="29845" y="9465"/>
                  <a:pt x="29829" y="9468"/>
                </a:cubicBezTo>
                <a:cubicBezTo>
                  <a:pt x="29812" y="9472"/>
                  <a:pt x="29796" y="9473"/>
                  <a:pt x="29780" y="9473"/>
                </a:cubicBezTo>
                <a:lnTo>
                  <a:pt x="251" y="9473"/>
                </a:lnTo>
                <a:cubicBezTo>
                  <a:pt x="235" y="9473"/>
                  <a:pt x="218" y="9472"/>
                  <a:pt x="202" y="9468"/>
                </a:cubicBezTo>
                <a:cubicBezTo>
                  <a:pt x="186" y="9465"/>
                  <a:pt x="170" y="9460"/>
                  <a:pt x="155" y="9454"/>
                </a:cubicBezTo>
                <a:cubicBezTo>
                  <a:pt x="140" y="9448"/>
                  <a:pt x="125" y="9440"/>
                  <a:pt x="111" y="9431"/>
                </a:cubicBezTo>
                <a:cubicBezTo>
                  <a:pt x="98" y="9422"/>
                  <a:pt x="85" y="9411"/>
                  <a:pt x="73" y="9400"/>
                </a:cubicBezTo>
                <a:cubicBezTo>
                  <a:pt x="62" y="9388"/>
                  <a:pt x="51" y="9375"/>
                  <a:pt x="42" y="9361"/>
                </a:cubicBezTo>
                <a:cubicBezTo>
                  <a:pt x="33" y="9348"/>
                  <a:pt x="25" y="9333"/>
                  <a:pt x="19" y="9318"/>
                </a:cubicBezTo>
                <a:cubicBezTo>
                  <a:pt x="13" y="9303"/>
                  <a:pt x="8" y="9287"/>
                  <a:pt x="5" y="9271"/>
                </a:cubicBezTo>
                <a:cubicBezTo>
                  <a:pt x="1" y="9255"/>
                  <a:pt x="0" y="9238"/>
                  <a:pt x="0" y="9222"/>
                </a:cubicBezTo>
                <a:close/>
              </a:path>
            </a:pathLst>
          </a:custGeom>
          <a:solidFill>
            <a:srgbClr val="1414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690480" y="1633320"/>
            <a:ext cx="10811160" cy="3410280"/>
          </a:xfrm>
          <a:custGeom>
            <a:avLst/>
            <a:gdLst/>
            <a:ahLst/>
            <a:rect l="0" t="0" r="r" b="b"/>
            <a:pathLst>
              <a:path w="30031" h="9473">
                <a:moveTo>
                  <a:pt x="0" y="9222"/>
                </a:moveTo>
                <a:lnTo>
                  <a:pt x="0" y="252"/>
                </a:lnTo>
                <a:cubicBezTo>
                  <a:pt x="0" y="236"/>
                  <a:pt x="1" y="220"/>
                  <a:pt x="5" y="203"/>
                </a:cubicBezTo>
                <a:cubicBezTo>
                  <a:pt x="8" y="186"/>
                  <a:pt x="13" y="171"/>
                  <a:pt x="19" y="155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1" y="98"/>
                  <a:pt x="62" y="85"/>
                  <a:pt x="73" y="74"/>
                </a:cubicBezTo>
                <a:cubicBezTo>
                  <a:pt x="85" y="62"/>
                  <a:pt x="98" y="52"/>
                  <a:pt x="111" y="42"/>
                </a:cubicBezTo>
                <a:cubicBezTo>
                  <a:pt x="125" y="33"/>
                  <a:pt x="140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29780" y="0"/>
                </a:lnTo>
                <a:cubicBezTo>
                  <a:pt x="29796" y="0"/>
                  <a:pt x="29812" y="2"/>
                  <a:pt x="29829" y="5"/>
                </a:cubicBezTo>
                <a:cubicBezTo>
                  <a:pt x="29845" y="8"/>
                  <a:pt x="29861" y="13"/>
                  <a:pt x="29876" y="19"/>
                </a:cubicBezTo>
                <a:cubicBezTo>
                  <a:pt x="29891" y="26"/>
                  <a:pt x="29906" y="33"/>
                  <a:pt x="29919" y="42"/>
                </a:cubicBezTo>
                <a:cubicBezTo>
                  <a:pt x="29933" y="52"/>
                  <a:pt x="29946" y="62"/>
                  <a:pt x="29957" y="74"/>
                </a:cubicBezTo>
                <a:cubicBezTo>
                  <a:pt x="29969" y="85"/>
                  <a:pt x="29979" y="98"/>
                  <a:pt x="29989" y="112"/>
                </a:cubicBezTo>
                <a:cubicBezTo>
                  <a:pt x="29998" y="126"/>
                  <a:pt x="30005" y="140"/>
                  <a:pt x="30012" y="155"/>
                </a:cubicBezTo>
                <a:cubicBezTo>
                  <a:pt x="30018" y="171"/>
                  <a:pt x="30023" y="186"/>
                  <a:pt x="30026" y="203"/>
                </a:cubicBezTo>
                <a:cubicBezTo>
                  <a:pt x="30029" y="220"/>
                  <a:pt x="30031" y="236"/>
                  <a:pt x="30031" y="252"/>
                </a:cubicBezTo>
                <a:lnTo>
                  <a:pt x="30031" y="9222"/>
                </a:lnTo>
                <a:cubicBezTo>
                  <a:pt x="30031" y="9238"/>
                  <a:pt x="30029" y="9255"/>
                  <a:pt x="30026" y="9271"/>
                </a:cubicBezTo>
                <a:cubicBezTo>
                  <a:pt x="30023" y="9287"/>
                  <a:pt x="30018" y="9303"/>
                  <a:pt x="30012" y="9318"/>
                </a:cubicBezTo>
                <a:cubicBezTo>
                  <a:pt x="30005" y="9333"/>
                  <a:pt x="29998" y="9348"/>
                  <a:pt x="29989" y="9361"/>
                </a:cubicBezTo>
                <a:cubicBezTo>
                  <a:pt x="29979" y="9375"/>
                  <a:pt x="29969" y="9388"/>
                  <a:pt x="29957" y="9400"/>
                </a:cubicBezTo>
                <a:cubicBezTo>
                  <a:pt x="29946" y="9411"/>
                  <a:pt x="29933" y="9422"/>
                  <a:pt x="29919" y="9431"/>
                </a:cubicBezTo>
                <a:cubicBezTo>
                  <a:pt x="29906" y="9440"/>
                  <a:pt x="29891" y="9448"/>
                  <a:pt x="29876" y="9454"/>
                </a:cubicBezTo>
                <a:cubicBezTo>
                  <a:pt x="29861" y="9460"/>
                  <a:pt x="29845" y="9465"/>
                  <a:pt x="29829" y="9468"/>
                </a:cubicBezTo>
                <a:cubicBezTo>
                  <a:pt x="29812" y="9472"/>
                  <a:pt x="29796" y="9473"/>
                  <a:pt x="29780" y="9473"/>
                </a:cubicBezTo>
                <a:lnTo>
                  <a:pt x="251" y="9473"/>
                </a:lnTo>
                <a:cubicBezTo>
                  <a:pt x="235" y="9473"/>
                  <a:pt x="218" y="9472"/>
                  <a:pt x="202" y="9468"/>
                </a:cubicBezTo>
                <a:cubicBezTo>
                  <a:pt x="186" y="9465"/>
                  <a:pt x="170" y="9460"/>
                  <a:pt x="155" y="9454"/>
                </a:cubicBezTo>
                <a:cubicBezTo>
                  <a:pt x="140" y="9448"/>
                  <a:pt x="125" y="9440"/>
                  <a:pt x="111" y="9431"/>
                </a:cubicBezTo>
                <a:cubicBezTo>
                  <a:pt x="98" y="9422"/>
                  <a:pt x="85" y="9411"/>
                  <a:pt x="73" y="9400"/>
                </a:cubicBezTo>
                <a:cubicBezTo>
                  <a:pt x="62" y="9388"/>
                  <a:pt x="51" y="9375"/>
                  <a:pt x="42" y="9361"/>
                </a:cubicBezTo>
                <a:cubicBezTo>
                  <a:pt x="33" y="9348"/>
                  <a:pt x="25" y="9333"/>
                  <a:pt x="19" y="9318"/>
                </a:cubicBezTo>
                <a:cubicBezTo>
                  <a:pt x="13" y="9303"/>
                  <a:pt x="8" y="9287"/>
                  <a:pt x="5" y="9271"/>
                </a:cubicBezTo>
                <a:cubicBezTo>
                  <a:pt x="1" y="9255"/>
                  <a:pt x="0" y="9238"/>
                  <a:pt x="0" y="9222"/>
                </a:cubicBezTo>
                <a:close/>
              </a:path>
            </a:pathLst>
          </a:custGeom>
          <a:noFill/>
          <a:ln w="9360">
            <a:solidFill>
              <a:srgbClr val="2A2A2A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685800" y="548640"/>
            <a:ext cx="22334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S K I L L S   M E C H A N I S M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 txBox="1"/>
          <p:nvPr/>
        </p:nvSpPr>
        <p:spPr>
          <a:xfrm>
            <a:off x="685800" y="748080"/>
            <a:ext cx="1112004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Git-versioned, mounted via initContainer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"/>
          <p:cNvSpPr txBox="1"/>
          <p:nvPr/>
        </p:nvSpPr>
        <p:spPr>
          <a:xfrm>
            <a:off x="923760" y="1845360"/>
            <a:ext cx="225792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Agent CRD spec.skills.gitRefs: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"/>
          <p:cNvSpPr txBox="1"/>
          <p:nvPr/>
        </p:nvSpPr>
        <p:spPr>
          <a:xfrm>
            <a:off x="923760" y="2035800"/>
            <a:ext cx="428940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- url: https://github.com/your-org/your-skills-repo.git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"/>
          <p:cNvSpPr txBox="1"/>
          <p:nvPr/>
        </p:nvSpPr>
        <p:spPr>
          <a:xfrm>
            <a:off x="923760" y="2226600"/>
            <a:ext cx="97884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ref: main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"/>
          <p:cNvSpPr txBox="1"/>
          <p:nvPr/>
        </p:nvSpPr>
        <p:spPr>
          <a:xfrm>
            <a:off x="923760" y="2407320"/>
            <a:ext cx="248364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path: skills/cert-diagnostics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 txBox="1"/>
          <p:nvPr/>
        </p:nvSpPr>
        <p:spPr>
          <a:xfrm>
            <a:off x="923760" y="2598120"/>
            <a:ext cx="195696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name: cert-diagnostics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 txBox="1"/>
          <p:nvPr/>
        </p:nvSpPr>
        <p:spPr>
          <a:xfrm>
            <a:off x="923760" y="2788560"/>
            <a:ext cx="18064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    │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 txBox="1"/>
          <p:nvPr/>
        </p:nvSpPr>
        <p:spPr>
          <a:xfrm>
            <a:off x="923760" y="2979000"/>
            <a:ext cx="18064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    ▼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 txBox="1"/>
          <p:nvPr/>
        </p:nvSpPr>
        <p:spPr>
          <a:xfrm>
            <a:off x="923760" y="3169440"/>
            <a:ext cx="376272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kagent injects "skills-init" initContainer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 txBox="1"/>
          <p:nvPr/>
        </p:nvSpPr>
        <p:spPr>
          <a:xfrm>
            <a:off x="923760" y="3350520"/>
            <a:ext cx="18064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    │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 txBox="1"/>
          <p:nvPr/>
        </p:nvSpPr>
        <p:spPr>
          <a:xfrm>
            <a:off x="923760" y="3540960"/>
            <a:ext cx="18064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    ▼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 txBox="1"/>
          <p:nvPr/>
        </p:nvSpPr>
        <p:spPr>
          <a:xfrm>
            <a:off x="923760" y="3731400"/>
            <a:ext cx="323604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Clones repos to emptyDir at /skills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 txBox="1"/>
          <p:nvPr/>
        </p:nvSpPr>
        <p:spPr>
          <a:xfrm>
            <a:off x="923760" y="3921840"/>
            <a:ext cx="18064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    │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"/>
          <p:cNvSpPr txBox="1"/>
          <p:nvPr/>
        </p:nvSpPr>
        <p:spPr>
          <a:xfrm>
            <a:off x="923760" y="4112280"/>
            <a:ext cx="18064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               ▼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 txBox="1"/>
          <p:nvPr/>
        </p:nvSpPr>
        <p:spPr>
          <a:xfrm>
            <a:off x="923760" y="4293360"/>
            <a:ext cx="398844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Main agent container mounts /skills read-only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"/>
          <p:cNvSpPr txBox="1"/>
          <p:nvPr/>
        </p:nvSpPr>
        <p:spPr>
          <a:xfrm>
            <a:off x="923760" y="4483800"/>
            <a:ext cx="36874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Discovers skills via SKILL.md frontmatter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923760" y="4674240"/>
            <a:ext cx="436464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        Executes scripts via built-in BashTool (sandboxed)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 txBox="1"/>
          <p:nvPr/>
        </p:nvSpPr>
        <p:spPr>
          <a:xfrm>
            <a:off x="685800" y="5196960"/>
            <a:ext cx="7552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 TAT U S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 txBox="1"/>
          <p:nvPr/>
        </p:nvSpPr>
        <p:spPr>
          <a:xfrm>
            <a:off x="685800" y="5403960"/>
            <a:ext cx="60472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Mechanism deployed and proven · library currently shallow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 txBox="1"/>
          <p:nvPr/>
        </p:nvSpPr>
        <p:spPr>
          <a:xfrm>
            <a:off x="685800" y="5739840"/>
            <a:ext cx="9151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G R O W T H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 txBox="1"/>
          <p:nvPr/>
        </p:nvSpPr>
        <p:spPr>
          <a:xfrm>
            <a:off x="685800" y="5956560"/>
            <a:ext cx="94276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Driven by the </a:t>
            </a:r>
            <a:r>
              <a:rPr lang="en-GB" sz="180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learning loop</a:t>
            </a: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— every triaged ticket closes only when an agent skill is updated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"/>
          <p:cNvSpPr txBox="1"/>
          <p:nvPr/>
        </p:nvSpPr>
        <p:spPr>
          <a:xfrm>
            <a:off x="1179468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21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685440" y="1876320"/>
            <a:ext cx="29160" cy="381240"/>
          </a:xfrm>
          <a:custGeom>
            <a:avLst/>
            <a:gdLst/>
            <a:ahLst/>
            <a:rect l="0" t="0" r="r" b="b"/>
            <a:pathLst>
              <a:path w="81" h="1059">
                <a:moveTo>
                  <a:pt x="0" y="0"/>
                </a:moveTo>
                <a:lnTo>
                  <a:pt x="81" y="0"/>
                </a:lnTo>
                <a:lnTo>
                  <a:pt x="8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6B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685440" y="2828880"/>
            <a:ext cx="2724840" cy="19440"/>
          </a:xfrm>
          <a:custGeom>
            <a:avLst/>
            <a:gdLst/>
            <a:ahLst/>
            <a:rect l="0" t="0" r="r" b="b"/>
            <a:pathLst>
              <a:path w="7569" h="54">
                <a:moveTo>
                  <a:pt x="0" y="0"/>
                </a:moveTo>
                <a:lnTo>
                  <a:pt x="7569" y="0"/>
                </a:lnTo>
                <a:lnTo>
                  <a:pt x="756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>
            <a:off x="3409920" y="2828880"/>
            <a:ext cx="3505320" cy="19440"/>
          </a:xfrm>
          <a:custGeom>
            <a:avLst/>
            <a:gdLst/>
            <a:ahLst/>
            <a:rect l="0" t="0" r="r" b="b"/>
            <a:pathLst>
              <a:path w="9737" h="54">
                <a:moveTo>
                  <a:pt x="0" y="0"/>
                </a:moveTo>
                <a:lnTo>
                  <a:pt x="9737" y="0"/>
                </a:lnTo>
                <a:lnTo>
                  <a:pt x="973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685440" y="3295440"/>
            <a:ext cx="2724840" cy="10080"/>
          </a:xfrm>
          <a:custGeom>
            <a:avLst/>
            <a:gdLst/>
            <a:ahLst/>
            <a:rect l="0" t="0" r="r" b="b"/>
            <a:pathLst>
              <a:path w="7569" h="28">
                <a:moveTo>
                  <a:pt x="0" y="0"/>
                </a:moveTo>
                <a:lnTo>
                  <a:pt x="7569" y="0"/>
                </a:lnTo>
                <a:lnTo>
                  <a:pt x="75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3409920" y="3295440"/>
            <a:ext cx="3505320" cy="10080"/>
          </a:xfrm>
          <a:custGeom>
            <a:avLst/>
            <a:gdLst/>
            <a:ahLst/>
            <a:rect l="0" t="0" r="r" b="b"/>
            <a:pathLst>
              <a:path w="9737" h="28">
                <a:moveTo>
                  <a:pt x="0" y="0"/>
                </a:moveTo>
                <a:lnTo>
                  <a:pt x="9737" y="0"/>
                </a:lnTo>
                <a:lnTo>
                  <a:pt x="97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685440" y="3752640"/>
            <a:ext cx="2724840" cy="10080"/>
          </a:xfrm>
          <a:custGeom>
            <a:avLst/>
            <a:gdLst/>
            <a:ahLst/>
            <a:rect l="0" t="0" r="r" b="b"/>
            <a:pathLst>
              <a:path w="7569" h="28">
                <a:moveTo>
                  <a:pt x="0" y="0"/>
                </a:moveTo>
                <a:lnTo>
                  <a:pt x="7569" y="0"/>
                </a:lnTo>
                <a:lnTo>
                  <a:pt x="75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3409920" y="3752640"/>
            <a:ext cx="3505320" cy="10080"/>
          </a:xfrm>
          <a:custGeom>
            <a:avLst/>
            <a:gdLst/>
            <a:ahLst/>
            <a:rect l="0" t="0" r="r" b="b"/>
            <a:pathLst>
              <a:path w="9737" h="28">
                <a:moveTo>
                  <a:pt x="0" y="0"/>
                </a:moveTo>
                <a:lnTo>
                  <a:pt x="9737" y="0"/>
                </a:lnTo>
                <a:lnTo>
                  <a:pt x="97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685440" y="4200480"/>
            <a:ext cx="2724840" cy="9720"/>
          </a:xfrm>
          <a:custGeom>
            <a:avLst/>
            <a:gdLst/>
            <a:ahLst/>
            <a:rect l="0" t="0" r="r" b="b"/>
            <a:pathLst>
              <a:path w="7569" h="27">
                <a:moveTo>
                  <a:pt x="0" y="0"/>
                </a:moveTo>
                <a:lnTo>
                  <a:pt x="7569" y="0"/>
                </a:lnTo>
                <a:lnTo>
                  <a:pt x="75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3409920" y="4200480"/>
            <a:ext cx="3505320" cy="9720"/>
          </a:xfrm>
          <a:custGeom>
            <a:avLst/>
            <a:gdLst/>
            <a:ahLst/>
            <a:rect l="0" t="0" r="r" b="b"/>
            <a:pathLst>
              <a:path w="9737" h="27">
                <a:moveTo>
                  <a:pt x="0" y="0"/>
                </a:moveTo>
                <a:lnTo>
                  <a:pt x="9737" y="0"/>
                </a:lnTo>
                <a:lnTo>
                  <a:pt x="97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685440" y="4657680"/>
            <a:ext cx="2724840" cy="9720"/>
          </a:xfrm>
          <a:custGeom>
            <a:avLst/>
            <a:gdLst/>
            <a:ahLst/>
            <a:rect l="0" t="0" r="r" b="b"/>
            <a:pathLst>
              <a:path w="7569" h="27">
                <a:moveTo>
                  <a:pt x="0" y="0"/>
                </a:moveTo>
                <a:lnTo>
                  <a:pt x="7569" y="0"/>
                </a:lnTo>
                <a:lnTo>
                  <a:pt x="75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3409920" y="4657680"/>
            <a:ext cx="3505320" cy="9720"/>
          </a:xfrm>
          <a:custGeom>
            <a:avLst/>
            <a:gdLst/>
            <a:ahLst/>
            <a:rect l="0" t="0" r="r" b="b"/>
            <a:pathLst>
              <a:path w="9737" h="27">
                <a:moveTo>
                  <a:pt x="0" y="0"/>
                </a:moveTo>
                <a:lnTo>
                  <a:pt x="9737" y="0"/>
                </a:lnTo>
                <a:lnTo>
                  <a:pt x="97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685440" y="5105160"/>
            <a:ext cx="2724840" cy="10080"/>
          </a:xfrm>
          <a:custGeom>
            <a:avLst/>
            <a:gdLst/>
            <a:ahLst/>
            <a:rect l="0" t="0" r="r" b="b"/>
            <a:pathLst>
              <a:path w="7569" h="28">
                <a:moveTo>
                  <a:pt x="0" y="0"/>
                </a:moveTo>
                <a:lnTo>
                  <a:pt x="7569" y="0"/>
                </a:lnTo>
                <a:lnTo>
                  <a:pt x="75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3409920" y="5105160"/>
            <a:ext cx="3505320" cy="10080"/>
          </a:xfrm>
          <a:custGeom>
            <a:avLst/>
            <a:gdLst/>
            <a:ahLst/>
            <a:rect l="0" t="0" r="r" b="b"/>
            <a:pathLst>
              <a:path w="9737" h="28">
                <a:moveTo>
                  <a:pt x="0" y="0"/>
                </a:moveTo>
                <a:lnTo>
                  <a:pt x="9737" y="0"/>
                </a:lnTo>
                <a:lnTo>
                  <a:pt x="97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685440" y="5562360"/>
            <a:ext cx="2724840" cy="10080"/>
          </a:xfrm>
          <a:custGeom>
            <a:avLst/>
            <a:gdLst/>
            <a:ahLst/>
            <a:rect l="0" t="0" r="r" b="b"/>
            <a:pathLst>
              <a:path w="7569" h="28">
                <a:moveTo>
                  <a:pt x="0" y="0"/>
                </a:moveTo>
                <a:lnTo>
                  <a:pt x="7569" y="0"/>
                </a:lnTo>
                <a:lnTo>
                  <a:pt x="75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3409920" y="5562360"/>
            <a:ext cx="3505320" cy="10080"/>
          </a:xfrm>
          <a:custGeom>
            <a:avLst/>
            <a:gdLst/>
            <a:ahLst/>
            <a:rect l="0" t="0" r="r" b="b"/>
            <a:pathLst>
              <a:path w="9737" h="28">
                <a:moveTo>
                  <a:pt x="0" y="0"/>
                </a:moveTo>
                <a:lnTo>
                  <a:pt x="9737" y="0"/>
                </a:lnTo>
                <a:lnTo>
                  <a:pt x="97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685440" y="5743440"/>
            <a:ext cx="29160" cy="381240"/>
          </a:xfrm>
          <a:custGeom>
            <a:avLst/>
            <a:gdLst/>
            <a:ahLst/>
            <a:rect l="0" t="0" r="r" b="b"/>
            <a:pathLst>
              <a:path w="81" h="1059">
                <a:moveTo>
                  <a:pt x="0" y="0"/>
                </a:moveTo>
                <a:lnTo>
                  <a:pt x="81" y="0"/>
                </a:lnTo>
                <a:lnTo>
                  <a:pt x="8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6B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 txBox="1"/>
          <p:nvPr/>
        </p:nvSpPr>
        <p:spPr>
          <a:xfrm>
            <a:off x="685800" y="720000"/>
            <a:ext cx="18982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M E M O R Y   S T A T U S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 txBox="1"/>
          <p:nvPr/>
        </p:nvSpPr>
        <p:spPr>
          <a:xfrm>
            <a:off x="685800" y="919800"/>
            <a:ext cx="1288296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Designed · backend ready · integration in flight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3257280" y="1962000"/>
            <a:ext cx="1114920" cy="228960"/>
          </a:xfrm>
          <a:custGeom>
            <a:avLst/>
            <a:gdLst/>
            <a:ahLst/>
            <a:rect l="0" t="0" r="r" b="b"/>
            <a:pathLst>
              <a:path w="3097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991" y="0"/>
                </a:lnTo>
                <a:cubicBezTo>
                  <a:pt x="3005" y="0"/>
                  <a:pt x="3019" y="3"/>
                  <a:pt x="3032" y="8"/>
                </a:cubicBezTo>
                <a:cubicBezTo>
                  <a:pt x="3045" y="13"/>
                  <a:pt x="3056" y="21"/>
                  <a:pt x="3066" y="31"/>
                </a:cubicBezTo>
                <a:cubicBezTo>
                  <a:pt x="3076" y="41"/>
                  <a:pt x="3083" y="52"/>
                  <a:pt x="3089" y="65"/>
                </a:cubicBezTo>
                <a:cubicBezTo>
                  <a:pt x="3094" y="78"/>
                  <a:pt x="3097" y="92"/>
                  <a:pt x="3097" y="106"/>
                </a:cubicBezTo>
                <a:lnTo>
                  <a:pt x="3097" y="529"/>
                </a:lnTo>
                <a:cubicBezTo>
                  <a:pt x="3097" y="543"/>
                  <a:pt x="3094" y="557"/>
                  <a:pt x="3089" y="570"/>
                </a:cubicBezTo>
                <a:cubicBezTo>
                  <a:pt x="3083" y="584"/>
                  <a:pt x="3076" y="595"/>
                  <a:pt x="3066" y="605"/>
                </a:cubicBezTo>
                <a:cubicBezTo>
                  <a:pt x="3056" y="615"/>
                  <a:pt x="3045" y="622"/>
                  <a:pt x="3032" y="628"/>
                </a:cubicBezTo>
                <a:cubicBezTo>
                  <a:pt x="3019" y="633"/>
                  <a:pt x="3005" y="636"/>
                  <a:pt x="2991" y="636"/>
                </a:cubicBezTo>
                <a:lnTo>
                  <a:pt x="106" y="636"/>
                </a:lnTo>
                <a:cubicBezTo>
                  <a:pt x="92" y="636"/>
                  <a:pt x="79" y="633"/>
                  <a:pt x="66" y="628"/>
                </a:cubicBezTo>
                <a:cubicBezTo>
                  <a:pt x="53" y="622"/>
                  <a:pt x="41" y="615"/>
                  <a:pt x="31" y="605"/>
                </a:cubicBezTo>
                <a:cubicBezTo>
                  <a:pt x="21" y="595"/>
                  <a:pt x="14" y="584"/>
                  <a:pt x="8" y="570"/>
                </a:cubicBezTo>
                <a:cubicBezTo>
                  <a:pt x="3" y="557"/>
                  <a:pt x="0" y="543"/>
                  <a:pt x="0" y="529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 txBox="1"/>
          <p:nvPr/>
        </p:nvSpPr>
        <p:spPr>
          <a:xfrm>
            <a:off x="905040" y="1947600"/>
            <a:ext cx="23241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In flight</a:t>
            </a:r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— pgvector deployed · 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 txBox="1"/>
          <p:nvPr/>
        </p:nvSpPr>
        <p:spPr>
          <a:xfrm>
            <a:off x="3329280" y="1989360"/>
            <a:ext cx="959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5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load_memory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4543200" y="1962000"/>
            <a:ext cx="1114920" cy="228960"/>
          </a:xfrm>
          <a:custGeom>
            <a:avLst/>
            <a:gdLst/>
            <a:ahLst/>
            <a:rect l="0" t="0" r="r" b="b"/>
            <a:pathLst>
              <a:path w="3097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991" y="0"/>
                </a:lnTo>
                <a:cubicBezTo>
                  <a:pt x="3005" y="0"/>
                  <a:pt x="3018" y="3"/>
                  <a:pt x="3031" y="8"/>
                </a:cubicBezTo>
                <a:cubicBezTo>
                  <a:pt x="3044" y="13"/>
                  <a:pt x="3056" y="21"/>
                  <a:pt x="3066" y="31"/>
                </a:cubicBezTo>
                <a:cubicBezTo>
                  <a:pt x="3076" y="41"/>
                  <a:pt x="3083" y="52"/>
                  <a:pt x="3089" y="65"/>
                </a:cubicBezTo>
                <a:cubicBezTo>
                  <a:pt x="3094" y="78"/>
                  <a:pt x="3097" y="92"/>
                  <a:pt x="3097" y="106"/>
                </a:cubicBezTo>
                <a:lnTo>
                  <a:pt x="3097" y="529"/>
                </a:lnTo>
                <a:cubicBezTo>
                  <a:pt x="3097" y="543"/>
                  <a:pt x="3094" y="557"/>
                  <a:pt x="3089" y="570"/>
                </a:cubicBezTo>
                <a:cubicBezTo>
                  <a:pt x="3083" y="584"/>
                  <a:pt x="3076" y="595"/>
                  <a:pt x="3066" y="605"/>
                </a:cubicBezTo>
                <a:cubicBezTo>
                  <a:pt x="3056" y="615"/>
                  <a:pt x="3044" y="622"/>
                  <a:pt x="3031" y="628"/>
                </a:cubicBezTo>
                <a:cubicBezTo>
                  <a:pt x="3018" y="633"/>
                  <a:pt x="3005" y="636"/>
                  <a:pt x="2991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4" y="584"/>
                  <a:pt x="8" y="570"/>
                </a:cubicBezTo>
                <a:cubicBezTo>
                  <a:pt x="3" y="557"/>
                  <a:pt x="0" y="543"/>
                  <a:pt x="0" y="529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 txBox="1"/>
          <p:nvPr/>
        </p:nvSpPr>
        <p:spPr>
          <a:xfrm>
            <a:off x="4367520" y="194760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/ 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"/>
          <p:cNvSpPr txBox="1"/>
          <p:nvPr/>
        </p:nvSpPr>
        <p:spPr>
          <a:xfrm>
            <a:off x="4624200" y="1989360"/>
            <a:ext cx="959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5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save_memory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 txBox="1"/>
          <p:nvPr/>
        </p:nvSpPr>
        <p:spPr>
          <a:xfrm>
            <a:off x="5662440" y="1947600"/>
            <a:ext cx="436392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designed · wiring into specialist agents alongside the A2A 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 txBox="1"/>
          <p:nvPr/>
        </p:nvSpPr>
        <p:spPr>
          <a:xfrm>
            <a:off x="10036440" y="1964520"/>
            <a:ext cx="165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 txBox="1"/>
          <p:nvPr/>
        </p:nvSpPr>
        <p:spPr>
          <a:xfrm>
            <a:off x="10201680" y="1947600"/>
            <a:ext cx="9064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HITL demo.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 txBox="1"/>
          <p:nvPr/>
        </p:nvSpPr>
        <p:spPr>
          <a:xfrm>
            <a:off x="685800" y="2543040"/>
            <a:ext cx="84996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E L E M E N T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 txBox="1"/>
          <p:nvPr/>
        </p:nvSpPr>
        <p:spPr>
          <a:xfrm>
            <a:off x="3406680" y="2543040"/>
            <a:ext cx="59904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STAT U S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3409920" y="2952720"/>
            <a:ext cx="800280" cy="247680"/>
          </a:xfrm>
          <a:custGeom>
            <a:avLst/>
            <a:gdLst/>
            <a:ahLst/>
            <a:rect l="0" t="0" r="r" b="b"/>
            <a:pathLst>
              <a:path w="2223" h="688">
                <a:moveTo>
                  <a:pt x="38" y="38"/>
                </a:moveTo>
                <a:cubicBezTo>
                  <a:pt x="64" y="12"/>
                  <a:pt x="95" y="0"/>
                  <a:pt x="132" y="0"/>
                </a:cubicBezTo>
                <a:lnTo>
                  <a:pt x="2091" y="0"/>
                </a:lnTo>
                <a:cubicBezTo>
                  <a:pt x="2127" y="0"/>
                  <a:pt x="2159" y="12"/>
                  <a:pt x="2184" y="38"/>
                </a:cubicBezTo>
                <a:cubicBezTo>
                  <a:pt x="2210" y="64"/>
                  <a:pt x="2223" y="95"/>
                  <a:pt x="2223" y="132"/>
                </a:cubicBezTo>
                <a:lnTo>
                  <a:pt x="2223" y="556"/>
                </a:lnTo>
                <a:cubicBezTo>
                  <a:pt x="2223" y="593"/>
                  <a:pt x="2210" y="624"/>
                  <a:pt x="2184" y="650"/>
                </a:cubicBezTo>
                <a:cubicBezTo>
                  <a:pt x="2159" y="676"/>
                  <a:pt x="2127" y="688"/>
                  <a:pt x="2091" y="688"/>
                </a:cubicBezTo>
                <a:lnTo>
                  <a:pt x="132" y="688"/>
                </a:lnTo>
                <a:cubicBezTo>
                  <a:pt x="95" y="688"/>
                  <a:pt x="64" y="676"/>
                  <a:pt x="38" y="650"/>
                </a:cubicBezTo>
                <a:cubicBezTo>
                  <a:pt x="12" y="624"/>
                  <a:pt x="0" y="593"/>
                  <a:pt x="0" y="556"/>
                </a:cubicBezTo>
                <a:lnTo>
                  <a:pt x="0" y="132"/>
                </a:lnTo>
                <a:cubicBezTo>
                  <a:pt x="0" y="95"/>
                  <a:pt x="12" y="64"/>
                  <a:pt x="38" y="38"/>
                </a:cubicBezTo>
                <a:close/>
              </a:path>
            </a:pathLst>
          </a:custGeom>
          <a:solidFill>
            <a:srgbClr val="22C55E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3409920" y="2952720"/>
            <a:ext cx="800280" cy="247680"/>
          </a:xfrm>
          <a:custGeom>
            <a:avLst/>
            <a:gdLst/>
            <a:ahLst/>
            <a:rect l="0" t="0" r="r" b="b"/>
            <a:pathLst>
              <a:path w="2223" h="688">
                <a:moveTo>
                  <a:pt x="0" y="556"/>
                </a:moveTo>
                <a:lnTo>
                  <a:pt x="0" y="132"/>
                </a:lnTo>
                <a:cubicBezTo>
                  <a:pt x="0" y="95"/>
                  <a:pt x="12" y="64"/>
                  <a:pt x="38" y="38"/>
                </a:cubicBezTo>
                <a:cubicBezTo>
                  <a:pt x="64" y="12"/>
                  <a:pt x="95" y="0"/>
                  <a:pt x="132" y="0"/>
                </a:cubicBezTo>
                <a:lnTo>
                  <a:pt x="2091" y="0"/>
                </a:lnTo>
                <a:cubicBezTo>
                  <a:pt x="2127" y="0"/>
                  <a:pt x="2159" y="12"/>
                  <a:pt x="2184" y="38"/>
                </a:cubicBezTo>
                <a:cubicBezTo>
                  <a:pt x="2210" y="64"/>
                  <a:pt x="2223" y="95"/>
                  <a:pt x="2223" y="132"/>
                </a:cubicBezTo>
                <a:lnTo>
                  <a:pt x="2223" y="556"/>
                </a:lnTo>
                <a:cubicBezTo>
                  <a:pt x="2223" y="593"/>
                  <a:pt x="2210" y="624"/>
                  <a:pt x="2184" y="650"/>
                </a:cubicBezTo>
                <a:cubicBezTo>
                  <a:pt x="2159" y="676"/>
                  <a:pt x="2127" y="688"/>
                  <a:pt x="2091" y="688"/>
                </a:cubicBezTo>
                <a:lnTo>
                  <a:pt x="132" y="688"/>
                </a:lnTo>
                <a:cubicBezTo>
                  <a:pt x="95" y="688"/>
                  <a:pt x="64" y="676"/>
                  <a:pt x="38" y="650"/>
                </a:cubicBezTo>
                <a:cubicBezTo>
                  <a:pt x="12" y="624"/>
                  <a:pt x="0" y="593"/>
                  <a:pt x="0" y="556"/>
                </a:cubicBezTo>
                <a:moveTo>
                  <a:pt x="26" y="132"/>
                </a:moveTo>
                <a:lnTo>
                  <a:pt x="26" y="556"/>
                </a:lnTo>
                <a:cubicBezTo>
                  <a:pt x="26" y="570"/>
                  <a:pt x="29" y="584"/>
                  <a:pt x="34" y="597"/>
                </a:cubicBezTo>
                <a:cubicBezTo>
                  <a:pt x="39" y="610"/>
                  <a:pt x="47" y="621"/>
                  <a:pt x="57" y="631"/>
                </a:cubicBezTo>
                <a:cubicBezTo>
                  <a:pt x="67" y="641"/>
                  <a:pt x="78" y="649"/>
                  <a:pt x="91" y="654"/>
                </a:cubicBezTo>
                <a:cubicBezTo>
                  <a:pt x="104" y="659"/>
                  <a:pt x="118" y="662"/>
                  <a:pt x="132" y="662"/>
                </a:cubicBezTo>
                <a:lnTo>
                  <a:pt x="2091" y="662"/>
                </a:lnTo>
                <a:cubicBezTo>
                  <a:pt x="2105" y="662"/>
                  <a:pt x="2118" y="659"/>
                  <a:pt x="2131" y="654"/>
                </a:cubicBezTo>
                <a:cubicBezTo>
                  <a:pt x="2144" y="649"/>
                  <a:pt x="2156" y="641"/>
                  <a:pt x="2166" y="631"/>
                </a:cubicBezTo>
                <a:cubicBezTo>
                  <a:pt x="2176" y="621"/>
                  <a:pt x="2183" y="610"/>
                  <a:pt x="2189" y="597"/>
                </a:cubicBezTo>
                <a:cubicBezTo>
                  <a:pt x="2194" y="584"/>
                  <a:pt x="2197" y="570"/>
                  <a:pt x="2197" y="556"/>
                </a:cubicBezTo>
                <a:lnTo>
                  <a:pt x="2197" y="132"/>
                </a:lnTo>
                <a:cubicBezTo>
                  <a:pt x="2197" y="118"/>
                  <a:pt x="2194" y="104"/>
                  <a:pt x="2189" y="91"/>
                </a:cubicBezTo>
                <a:cubicBezTo>
                  <a:pt x="2183" y="78"/>
                  <a:pt x="2176" y="67"/>
                  <a:pt x="2166" y="57"/>
                </a:cubicBezTo>
                <a:cubicBezTo>
                  <a:pt x="2156" y="47"/>
                  <a:pt x="2144" y="39"/>
                  <a:pt x="2131" y="34"/>
                </a:cubicBezTo>
                <a:cubicBezTo>
                  <a:pt x="2118" y="29"/>
                  <a:pt x="2105" y="26"/>
                  <a:pt x="2091" y="26"/>
                </a:cubicBezTo>
                <a:lnTo>
                  <a:pt x="132" y="26"/>
                </a:lnTo>
                <a:cubicBezTo>
                  <a:pt x="118" y="26"/>
                  <a:pt x="104" y="29"/>
                  <a:pt x="91" y="34"/>
                </a:cubicBezTo>
                <a:cubicBezTo>
                  <a:pt x="78" y="39"/>
                  <a:pt x="67" y="47"/>
                  <a:pt x="57" y="57"/>
                </a:cubicBezTo>
                <a:cubicBezTo>
                  <a:pt x="47" y="67"/>
                  <a:pt x="39" y="78"/>
                  <a:pt x="34" y="91"/>
                </a:cubicBezTo>
                <a:cubicBezTo>
                  <a:pt x="29" y="104"/>
                  <a:pt x="26" y="118"/>
                  <a:pt x="26" y="132"/>
                </a:cubicBezTo>
                <a:close/>
              </a:path>
            </a:pathLst>
          </a:custGeom>
          <a:solidFill>
            <a:srgbClr val="22C55E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 txBox="1"/>
          <p:nvPr/>
        </p:nvSpPr>
        <p:spPr>
          <a:xfrm>
            <a:off x="685800" y="2946240"/>
            <a:ext cx="22158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PostgreSQL + pgvector backend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"/>
          <p:cNvSpPr txBox="1"/>
          <p:nvPr/>
        </p:nvSpPr>
        <p:spPr>
          <a:xfrm>
            <a:off x="3530520" y="3013200"/>
            <a:ext cx="6087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22C55E"/>
                </a:solidFill>
                <a:effectLst/>
                <a:uFillTx/>
                <a:latin typeface="Outfit-Thin_"/>
                <a:ea typeface="Outfit-Thin_"/>
              </a:rPr>
              <a:t>D E PLOYE D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3409920" y="3409920"/>
            <a:ext cx="781200" cy="247680"/>
          </a:xfrm>
          <a:custGeom>
            <a:avLst/>
            <a:gdLst/>
            <a:ahLst/>
            <a:rect l="0" t="0" r="r" b="b"/>
            <a:pathLst>
              <a:path w="2170" h="688">
                <a:moveTo>
                  <a:pt x="38" y="38"/>
                </a:moveTo>
                <a:cubicBezTo>
                  <a:pt x="64" y="12"/>
                  <a:pt x="95" y="0"/>
                  <a:pt x="132" y="0"/>
                </a:cubicBezTo>
                <a:lnTo>
                  <a:pt x="2038" y="0"/>
                </a:lnTo>
                <a:cubicBezTo>
                  <a:pt x="2074" y="0"/>
                  <a:pt x="2106" y="12"/>
                  <a:pt x="2131" y="38"/>
                </a:cubicBezTo>
                <a:cubicBezTo>
                  <a:pt x="2157" y="64"/>
                  <a:pt x="2170" y="95"/>
                  <a:pt x="2170" y="132"/>
                </a:cubicBezTo>
                <a:lnTo>
                  <a:pt x="2170" y="556"/>
                </a:lnTo>
                <a:cubicBezTo>
                  <a:pt x="2170" y="593"/>
                  <a:pt x="2157" y="624"/>
                  <a:pt x="2131" y="650"/>
                </a:cubicBezTo>
                <a:cubicBezTo>
                  <a:pt x="2106" y="676"/>
                  <a:pt x="2074" y="688"/>
                  <a:pt x="2038" y="688"/>
                </a:cubicBezTo>
                <a:lnTo>
                  <a:pt x="132" y="688"/>
                </a:lnTo>
                <a:cubicBezTo>
                  <a:pt x="95" y="688"/>
                  <a:pt x="64" y="676"/>
                  <a:pt x="38" y="650"/>
                </a:cubicBezTo>
                <a:cubicBezTo>
                  <a:pt x="12" y="624"/>
                  <a:pt x="0" y="593"/>
                  <a:pt x="0" y="556"/>
                </a:cubicBezTo>
                <a:lnTo>
                  <a:pt x="0" y="132"/>
                </a:lnTo>
                <a:cubicBezTo>
                  <a:pt x="0" y="95"/>
                  <a:pt x="12" y="64"/>
                  <a:pt x="38" y="38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3409920" y="3409920"/>
            <a:ext cx="781200" cy="247680"/>
          </a:xfrm>
          <a:custGeom>
            <a:avLst/>
            <a:gdLst/>
            <a:ahLst/>
            <a:rect l="0" t="0" r="r" b="b"/>
            <a:pathLst>
              <a:path w="2170" h="688">
                <a:moveTo>
                  <a:pt x="0" y="556"/>
                </a:moveTo>
                <a:lnTo>
                  <a:pt x="0" y="132"/>
                </a:lnTo>
                <a:cubicBezTo>
                  <a:pt x="0" y="95"/>
                  <a:pt x="12" y="64"/>
                  <a:pt x="38" y="38"/>
                </a:cubicBezTo>
                <a:cubicBezTo>
                  <a:pt x="64" y="12"/>
                  <a:pt x="95" y="0"/>
                  <a:pt x="132" y="0"/>
                </a:cubicBezTo>
                <a:lnTo>
                  <a:pt x="2038" y="0"/>
                </a:lnTo>
                <a:cubicBezTo>
                  <a:pt x="2074" y="0"/>
                  <a:pt x="2106" y="12"/>
                  <a:pt x="2131" y="38"/>
                </a:cubicBezTo>
                <a:cubicBezTo>
                  <a:pt x="2157" y="64"/>
                  <a:pt x="2170" y="95"/>
                  <a:pt x="2170" y="132"/>
                </a:cubicBezTo>
                <a:lnTo>
                  <a:pt x="2170" y="556"/>
                </a:lnTo>
                <a:cubicBezTo>
                  <a:pt x="2170" y="593"/>
                  <a:pt x="2157" y="624"/>
                  <a:pt x="2131" y="650"/>
                </a:cubicBezTo>
                <a:cubicBezTo>
                  <a:pt x="2106" y="676"/>
                  <a:pt x="2074" y="688"/>
                  <a:pt x="2038" y="688"/>
                </a:cubicBezTo>
                <a:lnTo>
                  <a:pt x="132" y="688"/>
                </a:lnTo>
                <a:cubicBezTo>
                  <a:pt x="95" y="688"/>
                  <a:pt x="64" y="676"/>
                  <a:pt x="38" y="650"/>
                </a:cubicBezTo>
                <a:cubicBezTo>
                  <a:pt x="12" y="624"/>
                  <a:pt x="0" y="593"/>
                  <a:pt x="0" y="556"/>
                </a:cubicBezTo>
                <a:moveTo>
                  <a:pt x="26" y="132"/>
                </a:moveTo>
                <a:lnTo>
                  <a:pt x="26" y="556"/>
                </a:lnTo>
                <a:cubicBezTo>
                  <a:pt x="26" y="570"/>
                  <a:pt x="29" y="584"/>
                  <a:pt x="34" y="597"/>
                </a:cubicBezTo>
                <a:cubicBezTo>
                  <a:pt x="39" y="610"/>
                  <a:pt x="47" y="621"/>
                  <a:pt x="57" y="631"/>
                </a:cubicBezTo>
                <a:cubicBezTo>
                  <a:pt x="67" y="641"/>
                  <a:pt x="78" y="649"/>
                  <a:pt x="91" y="654"/>
                </a:cubicBezTo>
                <a:cubicBezTo>
                  <a:pt x="104" y="659"/>
                  <a:pt x="118" y="662"/>
                  <a:pt x="132" y="662"/>
                </a:cubicBezTo>
                <a:lnTo>
                  <a:pt x="2038" y="662"/>
                </a:lnTo>
                <a:cubicBezTo>
                  <a:pt x="2052" y="662"/>
                  <a:pt x="2065" y="659"/>
                  <a:pt x="2078" y="654"/>
                </a:cubicBezTo>
                <a:cubicBezTo>
                  <a:pt x="2091" y="649"/>
                  <a:pt x="2103" y="641"/>
                  <a:pt x="2113" y="631"/>
                </a:cubicBezTo>
                <a:cubicBezTo>
                  <a:pt x="2123" y="621"/>
                  <a:pt x="2130" y="610"/>
                  <a:pt x="2136" y="597"/>
                </a:cubicBezTo>
                <a:cubicBezTo>
                  <a:pt x="2141" y="584"/>
                  <a:pt x="2144" y="570"/>
                  <a:pt x="2144" y="556"/>
                </a:cubicBezTo>
                <a:lnTo>
                  <a:pt x="2144" y="132"/>
                </a:lnTo>
                <a:cubicBezTo>
                  <a:pt x="2144" y="118"/>
                  <a:pt x="2141" y="104"/>
                  <a:pt x="2136" y="91"/>
                </a:cubicBezTo>
                <a:cubicBezTo>
                  <a:pt x="2130" y="78"/>
                  <a:pt x="2123" y="67"/>
                  <a:pt x="2113" y="57"/>
                </a:cubicBezTo>
                <a:cubicBezTo>
                  <a:pt x="2103" y="47"/>
                  <a:pt x="2091" y="39"/>
                  <a:pt x="2078" y="34"/>
                </a:cubicBezTo>
                <a:cubicBezTo>
                  <a:pt x="2065" y="29"/>
                  <a:pt x="2052" y="26"/>
                  <a:pt x="2038" y="26"/>
                </a:cubicBezTo>
                <a:lnTo>
                  <a:pt x="132" y="26"/>
                </a:lnTo>
                <a:cubicBezTo>
                  <a:pt x="118" y="26"/>
                  <a:pt x="104" y="29"/>
                  <a:pt x="91" y="34"/>
                </a:cubicBezTo>
                <a:cubicBezTo>
                  <a:pt x="78" y="39"/>
                  <a:pt x="67" y="47"/>
                  <a:pt x="57" y="57"/>
                </a:cubicBezTo>
                <a:cubicBezTo>
                  <a:pt x="47" y="67"/>
                  <a:pt x="39" y="78"/>
                  <a:pt x="34" y="91"/>
                </a:cubicBezTo>
                <a:cubicBezTo>
                  <a:pt x="29" y="104"/>
                  <a:pt x="26" y="118"/>
                  <a:pt x="26" y="132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 txBox="1"/>
          <p:nvPr/>
        </p:nvSpPr>
        <p:spPr>
          <a:xfrm>
            <a:off x="685800" y="3403440"/>
            <a:ext cx="16768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Embedding ModelConfig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"/>
          <p:cNvSpPr txBox="1"/>
          <p:nvPr/>
        </p:nvSpPr>
        <p:spPr>
          <a:xfrm>
            <a:off x="3530520" y="3470400"/>
            <a:ext cx="6764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D ES I G N E D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685440" y="3867120"/>
            <a:ext cx="1019880" cy="209880"/>
          </a:xfrm>
          <a:custGeom>
            <a:avLst/>
            <a:gdLst/>
            <a:ahLst/>
            <a:rect l="0" t="0" r="r" b="b"/>
            <a:pathLst>
              <a:path w="2833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727" y="0"/>
                </a:lnTo>
                <a:cubicBezTo>
                  <a:pt x="2741" y="0"/>
                  <a:pt x="2754" y="2"/>
                  <a:pt x="2767" y="8"/>
                </a:cubicBezTo>
                <a:cubicBezTo>
                  <a:pt x="2780" y="13"/>
                  <a:pt x="2792" y="21"/>
                  <a:pt x="2802" y="32"/>
                </a:cubicBezTo>
                <a:cubicBezTo>
                  <a:pt x="2811" y="42"/>
                  <a:pt x="2819" y="53"/>
                  <a:pt x="2824" y="66"/>
                </a:cubicBezTo>
                <a:cubicBezTo>
                  <a:pt x="2830" y="79"/>
                  <a:pt x="2833" y="92"/>
                  <a:pt x="2833" y="106"/>
                </a:cubicBezTo>
                <a:lnTo>
                  <a:pt x="2833" y="477"/>
                </a:lnTo>
                <a:cubicBezTo>
                  <a:pt x="2833" y="491"/>
                  <a:pt x="2830" y="504"/>
                  <a:pt x="2824" y="517"/>
                </a:cubicBezTo>
                <a:cubicBezTo>
                  <a:pt x="2819" y="530"/>
                  <a:pt x="2811" y="542"/>
                  <a:pt x="2802" y="552"/>
                </a:cubicBezTo>
                <a:cubicBezTo>
                  <a:pt x="2792" y="562"/>
                  <a:pt x="2780" y="569"/>
                  <a:pt x="2767" y="575"/>
                </a:cubicBezTo>
                <a:cubicBezTo>
                  <a:pt x="2754" y="580"/>
                  <a:pt x="2741" y="583"/>
                  <a:pt x="2727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2" y="542"/>
                  <a:pt x="14" y="530"/>
                  <a:pt x="9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 txBox="1"/>
          <p:nvPr/>
        </p:nvSpPr>
        <p:spPr>
          <a:xfrm>
            <a:off x="4191120" y="3403440"/>
            <a:ext cx="1719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separate from inference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5" name=""/>
          <p:cNvSpPr txBox="1"/>
          <p:nvPr/>
        </p:nvSpPr>
        <p:spPr>
          <a:xfrm>
            <a:off x="762120" y="3898440"/>
            <a:ext cx="8686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load_memory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1866600" y="3867120"/>
            <a:ext cx="1019520" cy="209880"/>
          </a:xfrm>
          <a:custGeom>
            <a:avLst/>
            <a:gdLst/>
            <a:ahLst/>
            <a:rect l="0" t="0" r="r" b="b"/>
            <a:pathLst>
              <a:path w="2832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727" y="0"/>
                </a:lnTo>
                <a:cubicBezTo>
                  <a:pt x="2741" y="0"/>
                  <a:pt x="2754" y="2"/>
                  <a:pt x="2767" y="8"/>
                </a:cubicBezTo>
                <a:cubicBezTo>
                  <a:pt x="2780" y="13"/>
                  <a:pt x="2791" y="21"/>
                  <a:pt x="2801" y="32"/>
                </a:cubicBezTo>
                <a:cubicBezTo>
                  <a:pt x="2811" y="42"/>
                  <a:pt x="2819" y="53"/>
                  <a:pt x="2824" y="66"/>
                </a:cubicBezTo>
                <a:cubicBezTo>
                  <a:pt x="2830" y="79"/>
                  <a:pt x="2832" y="92"/>
                  <a:pt x="2832" y="106"/>
                </a:cubicBezTo>
                <a:lnTo>
                  <a:pt x="2832" y="477"/>
                </a:lnTo>
                <a:cubicBezTo>
                  <a:pt x="2832" y="491"/>
                  <a:pt x="2830" y="504"/>
                  <a:pt x="2824" y="517"/>
                </a:cubicBezTo>
                <a:cubicBezTo>
                  <a:pt x="2819" y="530"/>
                  <a:pt x="2811" y="542"/>
                  <a:pt x="2801" y="552"/>
                </a:cubicBezTo>
                <a:cubicBezTo>
                  <a:pt x="2791" y="562"/>
                  <a:pt x="2780" y="569"/>
                  <a:pt x="2767" y="575"/>
                </a:cubicBezTo>
                <a:cubicBezTo>
                  <a:pt x="2754" y="580"/>
                  <a:pt x="2741" y="583"/>
                  <a:pt x="2727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1" y="542"/>
                  <a:pt x="14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 txBox="1"/>
          <p:nvPr/>
        </p:nvSpPr>
        <p:spPr>
          <a:xfrm>
            <a:off x="1703880" y="38606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/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"/>
          <p:cNvSpPr txBox="1"/>
          <p:nvPr/>
        </p:nvSpPr>
        <p:spPr>
          <a:xfrm>
            <a:off x="1942560" y="3898440"/>
            <a:ext cx="8686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save_memory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3409920" y="3867120"/>
            <a:ext cx="638280" cy="238320"/>
          </a:xfrm>
          <a:custGeom>
            <a:avLst/>
            <a:gdLst/>
            <a:ahLst/>
            <a:rect l="0" t="0" r="r" b="b"/>
            <a:pathLst>
              <a:path w="1773" h="662">
                <a:moveTo>
                  <a:pt x="38" y="38"/>
                </a:moveTo>
                <a:cubicBezTo>
                  <a:pt x="64" y="12"/>
                  <a:pt x="95" y="0"/>
                  <a:pt x="132" y="0"/>
                </a:cubicBezTo>
                <a:lnTo>
                  <a:pt x="1641" y="0"/>
                </a:lnTo>
                <a:cubicBezTo>
                  <a:pt x="1678" y="0"/>
                  <a:pt x="1709" y="12"/>
                  <a:pt x="1735" y="38"/>
                </a:cubicBezTo>
                <a:cubicBezTo>
                  <a:pt x="1760" y="64"/>
                  <a:pt x="1773" y="95"/>
                  <a:pt x="1773" y="132"/>
                </a:cubicBezTo>
                <a:lnTo>
                  <a:pt x="1773" y="530"/>
                </a:lnTo>
                <a:cubicBezTo>
                  <a:pt x="1773" y="566"/>
                  <a:pt x="1760" y="597"/>
                  <a:pt x="1735" y="623"/>
                </a:cubicBezTo>
                <a:cubicBezTo>
                  <a:pt x="1709" y="649"/>
                  <a:pt x="1678" y="662"/>
                  <a:pt x="1641" y="662"/>
                </a:cubicBezTo>
                <a:lnTo>
                  <a:pt x="132" y="662"/>
                </a:lnTo>
                <a:cubicBezTo>
                  <a:pt x="95" y="662"/>
                  <a:pt x="64" y="649"/>
                  <a:pt x="38" y="623"/>
                </a:cubicBezTo>
                <a:cubicBezTo>
                  <a:pt x="12" y="597"/>
                  <a:pt x="0" y="566"/>
                  <a:pt x="0" y="530"/>
                </a:cubicBezTo>
                <a:lnTo>
                  <a:pt x="0" y="132"/>
                </a:lnTo>
                <a:cubicBezTo>
                  <a:pt x="0" y="95"/>
                  <a:pt x="12" y="64"/>
                  <a:pt x="38" y="38"/>
                </a:cubicBezTo>
                <a:close/>
              </a:path>
            </a:pathLst>
          </a:custGeom>
          <a:solidFill>
            <a:srgbClr val="F5A623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>
            <a:off x="3409920" y="3867120"/>
            <a:ext cx="638280" cy="238320"/>
          </a:xfrm>
          <a:custGeom>
            <a:avLst/>
            <a:gdLst/>
            <a:ahLst/>
            <a:rect l="0" t="0" r="r" b="b"/>
            <a:pathLst>
              <a:path w="1773" h="662">
                <a:moveTo>
                  <a:pt x="0" y="530"/>
                </a:moveTo>
                <a:lnTo>
                  <a:pt x="0" y="132"/>
                </a:lnTo>
                <a:cubicBezTo>
                  <a:pt x="0" y="95"/>
                  <a:pt x="12" y="64"/>
                  <a:pt x="38" y="38"/>
                </a:cubicBezTo>
                <a:cubicBezTo>
                  <a:pt x="64" y="12"/>
                  <a:pt x="95" y="0"/>
                  <a:pt x="132" y="0"/>
                </a:cubicBezTo>
                <a:lnTo>
                  <a:pt x="1641" y="0"/>
                </a:lnTo>
                <a:cubicBezTo>
                  <a:pt x="1678" y="0"/>
                  <a:pt x="1709" y="12"/>
                  <a:pt x="1735" y="38"/>
                </a:cubicBezTo>
                <a:cubicBezTo>
                  <a:pt x="1760" y="64"/>
                  <a:pt x="1773" y="95"/>
                  <a:pt x="1773" y="132"/>
                </a:cubicBezTo>
                <a:lnTo>
                  <a:pt x="1773" y="530"/>
                </a:lnTo>
                <a:cubicBezTo>
                  <a:pt x="1773" y="566"/>
                  <a:pt x="1760" y="597"/>
                  <a:pt x="1735" y="623"/>
                </a:cubicBezTo>
                <a:cubicBezTo>
                  <a:pt x="1709" y="649"/>
                  <a:pt x="1678" y="662"/>
                  <a:pt x="1641" y="662"/>
                </a:cubicBezTo>
                <a:lnTo>
                  <a:pt x="132" y="662"/>
                </a:lnTo>
                <a:cubicBezTo>
                  <a:pt x="95" y="662"/>
                  <a:pt x="64" y="649"/>
                  <a:pt x="38" y="623"/>
                </a:cubicBezTo>
                <a:cubicBezTo>
                  <a:pt x="12" y="597"/>
                  <a:pt x="0" y="566"/>
                  <a:pt x="0" y="530"/>
                </a:cubicBezTo>
                <a:moveTo>
                  <a:pt x="26" y="132"/>
                </a:moveTo>
                <a:lnTo>
                  <a:pt x="26" y="530"/>
                </a:lnTo>
                <a:cubicBezTo>
                  <a:pt x="26" y="544"/>
                  <a:pt x="29" y="557"/>
                  <a:pt x="34" y="570"/>
                </a:cubicBezTo>
                <a:cubicBezTo>
                  <a:pt x="39" y="583"/>
                  <a:pt x="47" y="595"/>
                  <a:pt x="57" y="605"/>
                </a:cubicBezTo>
                <a:cubicBezTo>
                  <a:pt x="67" y="615"/>
                  <a:pt x="78" y="622"/>
                  <a:pt x="91" y="628"/>
                </a:cubicBezTo>
                <a:cubicBezTo>
                  <a:pt x="104" y="633"/>
                  <a:pt x="118" y="636"/>
                  <a:pt x="132" y="636"/>
                </a:cubicBezTo>
                <a:lnTo>
                  <a:pt x="1641" y="636"/>
                </a:lnTo>
                <a:cubicBezTo>
                  <a:pt x="1655" y="636"/>
                  <a:pt x="1669" y="633"/>
                  <a:pt x="1681" y="628"/>
                </a:cubicBezTo>
                <a:cubicBezTo>
                  <a:pt x="1694" y="622"/>
                  <a:pt x="1706" y="615"/>
                  <a:pt x="1716" y="605"/>
                </a:cubicBezTo>
                <a:cubicBezTo>
                  <a:pt x="1726" y="595"/>
                  <a:pt x="1733" y="583"/>
                  <a:pt x="1739" y="570"/>
                </a:cubicBezTo>
                <a:cubicBezTo>
                  <a:pt x="1744" y="557"/>
                  <a:pt x="1747" y="544"/>
                  <a:pt x="1747" y="530"/>
                </a:cubicBezTo>
                <a:lnTo>
                  <a:pt x="1747" y="132"/>
                </a:lnTo>
                <a:cubicBezTo>
                  <a:pt x="1747" y="118"/>
                  <a:pt x="1744" y="104"/>
                  <a:pt x="1739" y="91"/>
                </a:cubicBezTo>
                <a:cubicBezTo>
                  <a:pt x="1733" y="78"/>
                  <a:pt x="1726" y="67"/>
                  <a:pt x="1716" y="57"/>
                </a:cubicBezTo>
                <a:cubicBezTo>
                  <a:pt x="1706" y="47"/>
                  <a:pt x="1694" y="39"/>
                  <a:pt x="1682" y="34"/>
                </a:cubicBezTo>
                <a:cubicBezTo>
                  <a:pt x="1669" y="29"/>
                  <a:pt x="1655" y="26"/>
                  <a:pt x="1641" y="26"/>
                </a:cubicBezTo>
                <a:lnTo>
                  <a:pt x="132" y="26"/>
                </a:lnTo>
                <a:cubicBezTo>
                  <a:pt x="118" y="26"/>
                  <a:pt x="104" y="29"/>
                  <a:pt x="91" y="34"/>
                </a:cubicBezTo>
                <a:cubicBezTo>
                  <a:pt x="78" y="39"/>
                  <a:pt x="67" y="47"/>
                  <a:pt x="57" y="57"/>
                </a:cubicBezTo>
                <a:cubicBezTo>
                  <a:pt x="47" y="67"/>
                  <a:pt x="39" y="78"/>
                  <a:pt x="34" y="91"/>
                </a:cubicBezTo>
                <a:cubicBezTo>
                  <a:pt x="29" y="104"/>
                  <a:pt x="26" y="118"/>
                  <a:pt x="26" y="132"/>
                </a:cubicBezTo>
                <a:close/>
              </a:path>
            </a:pathLst>
          </a:custGeom>
          <a:solidFill>
            <a:srgbClr val="F5A623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 txBox="1"/>
          <p:nvPr/>
        </p:nvSpPr>
        <p:spPr>
          <a:xfrm>
            <a:off x="2884320" y="3860640"/>
            <a:ext cx="357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tools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"/>
          <p:cNvSpPr txBox="1"/>
          <p:nvPr/>
        </p:nvSpPr>
        <p:spPr>
          <a:xfrm>
            <a:off x="3530520" y="3927600"/>
            <a:ext cx="512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FBBF24"/>
                </a:solidFill>
                <a:effectLst/>
                <a:uFillTx/>
                <a:latin typeface="Outfit-Thin_"/>
                <a:ea typeface="Outfit-Thin_"/>
              </a:rPr>
              <a:t>W I R I N G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"/>
          <p:cNvSpPr txBox="1"/>
          <p:nvPr/>
        </p:nvSpPr>
        <p:spPr>
          <a:xfrm>
            <a:off x="4049280" y="3860640"/>
            <a:ext cx="6980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per-agent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"/>
          <p:cNvSpPr/>
          <p:nvPr/>
        </p:nvSpPr>
        <p:spPr>
          <a:xfrm>
            <a:off x="3409920" y="4314600"/>
            <a:ext cx="543240" cy="248040"/>
          </a:xfrm>
          <a:custGeom>
            <a:avLst/>
            <a:gdLst/>
            <a:ahLst/>
            <a:rect l="0" t="0" r="r" b="b"/>
            <a:pathLst>
              <a:path w="1509" h="689">
                <a:moveTo>
                  <a:pt x="38" y="40"/>
                </a:moveTo>
                <a:cubicBezTo>
                  <a:pt x="64" y="13"/>
                  <a:pt x="95" y="0"/>
                  <a:pt x="132" y="0"/>
                </a:cubicBezTo>
                <a:lnTo>
                  <a:pt x="1376" y="0"/>
                </a:lnTo>
                <a:cubicBezTo>
                  <a:pt x="1413" y="0"/>
                  <a:pt x="1444" y="13"/>
                  <a:pt x="1470" y="40"/>
                </a:cubicBezTo>
                <a:cubicBezTo>
                  <a:pt x="1496" y="66"/>
                  <a:pt x="1509" y="97"/>
                  <a:pt x="1509" y="133"/>
                </a:cubicBezTo>
                <a:lnTo>
                  <a:pt x="1509" y="557"/>
                </a:lnTo>
                <a:cubicBezTo>
                  <a:pt x="1509" y="593"/>
                  <a:pt x="1496" y="624"/>
                  <a:pt x="1470" y="650"/>
                </a:cubicBezTo>
                <a:cubicBezTo>
                  <a:pt x="1444" y="676"/>
                  <a:pt x="1413" y="689"/>
                  <a:pt x="1376" y="689"/>
                </a:cubicBezTo>
                <a:lnTo>
                  <a:pt x="132" y="689"/>
                </a:lnTo>
                <a:cubicBezTo>
                  <a:pt x="95" y="689"/>
                  <a:pt x="64" y="676"/>
                  <a:pt x="38" y="650"/>
                </a:cubicBezTo>
                <a:cubicBezTo>
                  <a:pt x="12" y="624"/>
                  <a:pt x="0" y="593"/>
                  <a:pt x="0" y="557"/>
                </a:cubicBezTo>
                <a:lnTo>
                  <a:pt x="0" y="133"/>
                </a:lnTo>
                <a:cubicBezTo>
                  <a:pt x="0" y="97"/>
                  <a:pt x="12" y="66"/>
                  <a:pt x="38" y="40"/>
                </a:cubicBezTo>
                <a:close/>
              </a:path>
            </a:pathLst>
          </a:custGeom>
          <a:solidFill>
            <a:srgbClr val="22C55E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/>
          <p:nvPr/>
        </p:nvSpPr>
        <p:spPr>
          <a:xfrm>
            <a:off x="3409920" y="4314600"/>
            <a:ext cx="543240" cy="248040"/>
          </a:xfrm>
          <a:custGeom>
            <a:avLst/>
            <a:gdLst/>
            <a:ahLst/>
            <a:rect l="0" t="0" r="r" b="b"/>
            <a:pathLst>
              <a:path w="1509" h="689">
                <a:moveTo>
                  <a:pt x="0" y="557"/>
                </a:moveTo>
                <a:lnTo>
                  <a:pt x="0" y="133"/>
                </a:lnTo>
                <a:cubicBezTo>
                  <a:pt x="0" y="97"/>
                  <a:pt x="12" y="66"/>
                  <a:pt x="38" y="40"/>
                </a:cubicBezTo>
                <a:cubicBezTo>
                  <a:pt x="64" y="13"/>
                  <a:pt x="95" y="0"/>
                  <a:pt x="132" y="0"/>
                </a:cubicBezTo>
                <a:lnTo>
                  <a:pt x="1376" y="0"/>
                </a:lnTo>
                <a:cubicBezTo>
                  <a:pt x="1413" y="0"/>
                  <a:pt x="1444" y="13"/>
                  <a:pt x="1470" y="40"/>
                </a:cubicBezTo>
                <a:cubicBezTo>
                  <a:pt x="1496" y="66"/>
                  <a:pt x="1509" y="97"/>
                  <a:pt x="1509" y="133"/>
                </a:cubicBezTo>
                <a:lnTo>
                  <a:pt x="1509" y="557"/>
                </a:lnTo>
                <a:cubicBezTo>
                  <a:pt x="1509" y="593"/>
                  <a:pt x="1496" y="624"/>
                  <a:pt x="1470" y="650"/>
                </a:cubicBezTo>
                <a:cubicBezTo>
                  <a:pt x="1444" y="676"/>
                  <a:pt x="1413" y="689"/>
                  <a:pt x="1376" y="689"/>
                </a:cubicBezTo>
                <a:lnTo>
                  <a:pt x="132" y="689"/>
                </a:lnTo>
                <a:cubicBezTo>
                  <a:pt x="95" y="689"/>
                  <a:pt x="64" y="676"/>
                  <a:pt x="38" y="650"/>
                </a:cubicBezTo>
                <a:cubicBezTo>
                  <a:pt x="12" y="624"/>
                  <a:pt x="0" y="593"/>
                  <a:pt x="0" y="557"/>
                </a:cubicBezTo>
                <a:moveTo>
                  <a:pt x="26" y="133"/>
                </a:moveTo>
                <a:lnTo>
                  <a:pt x="26" y="557"/>
                </a:lnTo>
                <a:cubicBezTo>
                  <a:pt x="26" y="571"/>
                  <a:pt x="29" y="584"/>
                  <a:pt x="34" y="597"/>
                </a:cubicBezTo>
                <a:cubicBezTo>
                  <a:pt x="39" y="610"/>
                  <a:pt x="47" y="622"/>
                  <a:pt x="57" y="632"/>
                </a:cubicBezTo>
                <a:cubicBezTo>
                  <a:pt x="67" y="642"/>
                  <a:pt x="78" y="649"/>
                  <a:pt x="91" y="655"/>
                </a:cubicBezTo>
                <a:cubicBezTo>
                  <a:pt x="104" y="660"/>
                  <a:pt x="118" y="663"/>
                  <a:pt x="132" y="663"/>
                </a:cubicBezTo>
                <a:lnTo>
                  <a:pt x="1376" y="663"/>
                </a:lnTo>
                <a:cubicBezTo>
                  <a:pt x="1390" y="663"/>
                  <a:pt x="1404" y="660"/>
                  <a:pt x="1417" y="655"/>
                </a:cubicBezTo>
                <a:cubicBezTo>
                  <a:pt x="1430" y="649"/>
                  <a:pt x="1441" y="642"/>
                  <a:pt x="1451" y="632"/>
                </a:cubicBezTo>
                <a:cubicBezTo>
                  <a:pt x="1461" y="622"/>
                  <a:pt x="1469" y="610"/>
                  <a:pt x="1474" y="597"/>
                </a:cubicBezTo>
                <a:cubicBezTo>
                  <a:pt x="1480" y="584"/>
                  <a:pt x="1482" y="571"/>
                  <a:pt x="1482" y="557"/>
                </a:cubicBezTo>
                <a:lnTo>
                  <a:pt x="1482" y="133"/>
                </a:lnTo>
                <a:cubicBezTo>
                  <a:pt x="1482" y="119"/>
                  <a:pt x="1480" y="106"/>
                  <a:pt x="1474" y="93"/>
                </a:cubicBezTo>
                <a:cubicBezTo>
                  <a:pt x="1469" y="80"/>
                  <a:pt x="1461" y="69"/>
                  <a:pt x="1451" y="59"/>
                </a:cubicBezTo>
                <a:cubicBezTo>
                  <a:pt x="1441" y="49"/>
                  <a:pt x="1430" y="41"/>
                  <a:pt x="1417" y="35"/>
                </a:cubicBezTo>
                <a:cubicBezTo>
                  <a:pt x="1404" y="29"/>
                  <a:pt x="1390" y="27"/>
                  <a:pt x="1376" y="27"/>
                </a:cubicBezTo>
                <a:lnTo>
                  <a:pt x="132" y="27"/>
                </a:lnTo>
                <a:cubicBezTo>
                  <a:pt x="118" y="27"/>
                  <a:pt x="104" y="29"/>
                  <a:pt x="91" y="35"/>
                </a:cubicBezTo>
                <a:cubicBezTo>
                  <a:pt x="78" y="41"/>
                  <a:pt x="67" y="49"/>
                  <a:pt x="57" y="59"/>
                </a:cubicBezTo>
                <a:cubicBezTo>
                  <a:pt x="47" y="69"/>
                  <a:pt x="39" y="80"/>
                  <a:pt x="34" y="93"/>
                </a:cubicBezTo>
                <a:cubicBezTo>
                  <a:pt x="29" y="106"/>
                  <a:pt x="26" y="119"/>
                  <a:pt x="26" y="133"/>
                </a:cubicBezTo>
                <a:close/>
              </a:path>
            </a:pathLst>
          </a:custGeom>
          <a:solidFill>
            <a:srgbClr val="22C55E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"/>
          <p:cNvSpPr txBox="1"/>
          <p:nvPr/>
        </p:nvSpPr>
        <p:spPr>
          <a:xfrm>
            <a:off x="685800" y="4308480"/>
            <a:ext cx="1800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Memory + A2A design doc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 txBox="1"/>
          <p:nvPr/>
        </p:nvSpPr>
        <p:spPr>
          <a:xfrm>
            <a:off x="3530520" y="4375080"/>
            <a:ext cx="2757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22C55E"/>
                </a:solidFill>
                <a:effectLst/>
                <a:uFillTx/>
                <a:latin typeface="Outfit-Thin_"/>
                <a:ea typeface="Outfit-Thin_"/>
              </a:rPr>
              <a:t>DONE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3409920" y="4771800"/>
            <a:ext cx="781200" cy="238680"/>
          </a:xfrm>
          <a:custGeom>
            <a:avLst/>
            <a:gdLst/>
            <a:ahLst/>
            <a:rect l="0" t="0" r="r" b="b"/>
            <a:pathLst>
              <a:path w="2170" h="663">
                <a:moveTo>
                  <a:pt x="38" y="39"/>
                </a:moveTo>
                <a:cubicBezTo>
                  <a:pt x="64" y="13"/>
                  <a:pt x="95" y="0"/>
                  <a:pt x="132" y="0"/>
                </a:cubicBezTo>
                <a:lnTo>
                  <a:pt x="2038" y="0"/>
                </a:lnTo>
                <a:cubicBezTo>
                  <a:pt x="2074" y="0"/>
                  <a:pt x="2106" y="13"/>
                  <a:pt x="2131" y="39"/>
                </a:cubicBezTo>
                <a:cubicBezTo>
                  <a:pt x="2157" y="65"/>
                  <a:pt x="2170" y="96"/>
                  <a:pt x="2170" y="132"/>
                </a:cubicBezTo>
                <a:lnTo>
                  <a:pt x="2170" y="530"/>
                </a:lnTo>
                <a:cubicBezTo>
                  <a:pt x="2170" y="567"/>
                  <a:pt x="2157" y="598"/>
                  <a:pt x="2131" y="624"/>
                </a:cubicBezTo>
                <a:cubicBezTo>
                  <a:pt x="2106" y="650"/>
                  <a:pt x="2074" y="663"/>
                  <a:pt x="2038" y="663"/>
                </a:cubicBezTo>
                <a:lnTo>
                  <a:pt x="132" y="663"/>
                </a:lnTo>
                <a:cubicBezTo>
                  <a:pt x="95" y="663"/>
                  <a:pt x="64" y="650"/>
                  <a:pt x="38" y="624"/>
                </a:cubicBezTo>
                <a:cubicBezTo>
                  <a:pt x="12" y="598"/>
                  <a:pt x="0" y="567"/>
                  <a:pt x="0" y="530"/>
                </a:cubicBezTo>
                <a:lnTo>
                  <a:pt x="0" y="132"/>
                </a:lnTo>
                <a:cubicBezTo>
                  <a:pt x="0" y="96"/>
                  <a:pt x="12" y="65"/>
                  <a:pt x="38" y="39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"/>
          <p:cNvSpPr/>
          <p:nvPr/>
        </p:nvSpPr>
        <p:spPr>
          <a:xfrm>
            <a:off x="3409920" y="4771800"/>
            <a:ext cx="781200" cy="238680"/>
          </a:xfrm>
          <a:custGeom>
            <a:avLst/>
            <a:gdLst/>
            <a:ahLst/>
            <a:rect l="0" t="0" r="r" b="b"/>
            <a:pathLst>
              <a:path w="2170" h="663">
                <a:moveTo>
                  <a:pt x="0" y="530"/>
                </a:moveTo>
                <a:lnTo>
                  <a:pt x="0" y="132"/>
                </a:lnTo>
                <a:cubicBezTo>
                  <a:pt x="0" y="96"/>
                  <a:pt x="12" y="65"/>
                  <a:pt x="38" y="39"/>
                </a:cubicBezTo>
                <a:cubicBezTo>
                  <a:pt x="64" y="13"/>
                  <a:pt x="95" y="0"/>
                  <a:pt x="132" y="0"/>
                </a:cubicBezTo>
                <a:lnTo>
                  <a:pt x="2038" y="0"/>
                </a:lnTo>
                <a:cubicBezTo>
                  <a:pt x="2074" y="0"/>
                  <a:pt x="2106" y="13"/>
                  <a:pt x="2131" y="39"/>
                </a:cubicBezTo>
                <a:cubicBezTo>
                  <a:pt x="2157" y="65"/>
                  <a:pt x="2170" y="96"/>
                  <a:pt x="2170" y="132"/>
                </a:cubicBezTo>
                <a:lnTo>
                  <a:pt x="2170" y="530"/>
                </a:lnTo>
                <a:cubicBezTo>
                  <a:pt x="2170" y="567"/>
                  <a:pt x="2157" y="598"/>
                  <a:pt x="2131" y="624"/>
                </a:cubicBezTo>
                <a:cubicBezTo>
                  <a:pt x="2106" y="650"/>
                  <a:pt x="2074" y="663"/>
                  <a:pt x="2038" y="663"/>
                </a:cubicBezTo>
                <a:lnTo>
                  <a:pt x="132" y="663"/>
                </a:lnTo>
                <a:cubicBezTo>
                  <a:pt x="95" y="663"/>
                  <a:pt x="64" y="650"/>
                  <a:pt x="38" y="624"/>
                </a:cubicBezTo>
                <a:cubicBezTo>
                  <a:pt x="12" y="598"/>
                  <a:pt x="0" y="567"/>
                  <a:pt x="0" y="530"/>
                </a:cubicBezTo>
                <a:moveTo>
                  <a:pt x="26" y="132"/>
                </a:moveTo>
                <a:lnTo>
                  <a:pt x="26" y="530"/>
                </a:lnTo>
                <a:cubicBezTo>
                  <a:pt x="26" y="544"/>
                  <a:pt x="29" y="558"/>
                  <a:pt x="34" y="571"/>
                </a:cubicBezTo>
                <a:cubicBezTo>
                  <a:pt x="39" y="584"/>
                  <a:pt x="47" y="595"/>
                  <a:pt x="57" y="605"/>
                </a:cubicBezTo>
                <a:cubicBezTo>
                  <a:pt x="67" y="615"/>
                  <a:pt x="78" y="623"/>
                  <a:pt x="91" y="628"/>
                </a:cubicBezTo>
                <a:cubicBezTo>
                  <a:pt x="104" y="633"/>
                  <a:pt x="118" y="636"/>
                  <a:pt x="132" y="636"/>
                </a:cubicBezTo>
                <a:lnTo>
                  <a:pt x="2038" y="636"/>
                </a:lnTo>
                <a:cubicBezTo>
                  <a:pt x="2052" y="636"/>
                  <a:pt x="2065" y="633"/>
                  <a:pt x="2078" y="628"/>
                </a:cubicBezTo>
                <a:cubicBezTo>
                  <a:pt x="2091" y="623"/>
                  <a:pt x="2103" y="615"/>
                  <a:pt x="2113" y="605"/>
                </a:cubicBezTo>
                <a:cubicBezTo>
                  <a:pt x="2123" y="595"/>
                  <a:pt x="2130" y="584"/>
                  <a:pt x="2136" y="571"/>
                </a:cubicBezTo>
                <a:cubicBezTo>
                  <a:pt x="2141" y="558"/>
                  <a:pt x="2144" y="544"/>
                  <a:pt x="2144" y="530"/>
                </a:cubicBezTo>
                <a:lnTo>
                  <a:pt x="2144" y="132"/>
                </a:lnTo>
                <a:cubicBezTo>
                  <a:pt x="2144" y="118"/>
                  <a:pt x="2141" y="105"/>
                  <a:pt x="2136" y="92"/>
                </a:cubicBezTo>
                <a:cubicBezTo>
                  <a:pt x="2130" y="79"/>
                  <a:pt x="2123" y="68"/>
                  <a:pt x="2113" y="58"/>
                </a:cubicBezTo>
                <a:cubicBezTo>
                  <a:pt x="2103" y="48"/>
                  <a:pt x="2091" y="40"/>
                  <a:pt x="2078" y="35"/>
                </a:cubicBezTo>
                <a:cubicBezTo>
                  <a:pt x="2065" y="29"/>
                  <a:pt x="2052" y="27"/>
                  <a:pt x="2038" y="27"/>
                </a:cubicBezTo>
                <a:lnTo>
                  <a:pt x="132" y="27"/>
                </a:lnTo>
                <a:cubicBezTo>
                  <a:pt x="118" y="27"/>
                  <a:pt x="104" y="29"/>
                  <a:pt x="91" y="35"/>
                </a:cubicBezTo>
                <a:cubicBezTo>
                  <a:pt x="78" y="40"/>
                  <a:pt x="67" y="48"/>
                  <a:pt x="57" y="58"/>
                </a:cubicBezTo>
                <a:cubicBezTo>
                  <a:pt x="47" y="68"/>
                  <a:pt x="39" y="79"/>
                  <a:pt x="34" y="92"/>
                </a:cubicBezTo>
                <a:cubicBezTo>
                  <a:pt x="29" y="105"/>
                  <a:pt x="26" y="118"/>
                  <a:pt x="26" y="132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"/>
          <p:cNvSpPr txBox="1"/>
          <p:nvPr/>
        </p:nvSpPr>
        <p:spPr>
          <a:xfrm>
            <a:off x="685800" y="4765680"/>
            <a:ext cx="21502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Cross-incident pattern matching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 txBox="1"/>
          <p:nvPr/>
        </p:nvSpPr>
        <p:spPr>
          <a:xfrm>
            <a:off x="3530520" y="4832280"/>
            <a:ext cx="6764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D ES I G N E D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4667040" y="4771800"/>
            <a:ext cx="1095840" cy="209880"/>
          </a:xfrm>
          <a:custGeom>
            <a:avLst/>
            <a:gdLst/>
            <a:ahLst/>
            <a:rect l="0" t="0" r="r" b="b"/>
            <a:pathLst>
              <a:path w="3044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938" y="0"/>
                </a:lnTo>
                <a:cubicBezTo>
                  <a:pt x="2952" y="0"/>
                  <a:pt x="2965" y="3"/>
                  <a:pt x="2978" y="8"/>
                </a:cubicBezTo>
                <a:cubicBezTo>
                  <a:pt x="2991" y="14"/>
                  <a:pt x="3003" y="21"/>
                  <a:pt x="3013" y="31"/>
                </a:cubicBezTo>
                <a:cubicBezTo>
                  <a:pt x="3023" y="41"/>
                  <a:pt x="3030" y="52"/>
                  <a:pt x="3036" y="65"/>
                </a:cubicBezTo>
                <a:cubicBezTo>
                  <a:pt x="3041" y="78"/>
                  <a:pt x="3044" y="92"/>
                  <a:pt x="3044" y="106"/>
                </a:cubicBezTo>
                <a:lnTo>
                  <a:pt x="3044" y="477"/>
                </a:lnTo>
                <a:cubicBezTo>
                  <a:pt x="3044" y="491"/>
                  <a:pt x="3041" y="505"/>
                  <a:pt x="3036" y="518"/>
                </a:cubicBezTo>
                <a:cubicBezTo>
                  <a:pt x="3030" y="531"/>
                  <a:pt x="3023" y="542"/>
                  <a:pt x="3013" y="552"/>
                </a:cubicBezTo>
                <a:cubicBezTo>
                  <a:pt x="3003" y="562"/>
                  <a:pt x="2991" y="570"/>
                  <a:pt x="2978" y="575"/>
                </a:cubicBezTo>
                <a:cubicBezTo>
                  <a:pt x="2965" y="581"/>
                  <a:pt x="2952" y="583"/>
                  <a:pt x="2938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 txBox="1"/>
          <p:nvPr/>
        </p:nvSpPr>
        <p:spPr>
          <a:xfrm>
            <a:off x="4191120" y="4765680"/>
            <a:ext cx="515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keys: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 txBox="1"/>
          <p:nvPr/>
        </p:nvSpPr>
        <p:spPr>
          <a:xfrm>
            <a:off x="4742280" y="4803120"/>
            <a:ext cx="9475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event_reason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>
            <a:off x="5905440" y="4771800"/>
            <a:ext cx="857520" cy="209880"/>
          </a:xfrm>
          <a:custGeom>
            <a:avLst/>
            <a:gdLst/>
            <a:ahLst/>
            <a:rect l="0" t="0" r="r" b="b"/>
            <a:pathLst>
              <a:path w="2382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276" y="0"/>
                </a:lnTo>
                <a:cubicBezTo>
                  <a:pt x="2290" y="0"/>
                  <a:pt x="2304" y="3"/>
                  <a:pt x="2317" y="8"/>
                </a:cubicBezTo>
                <a:cubicBezTo>
                  <a:pt x="2330" y="14"/>
                  <a:pt x="2341" y="21"/>
                  <a:pt x="2351" y="31"/>
                </a:cubicBezTo>
                <a:cubicBezTo>
                  <a:pt x="2361" y="41"/>
                  <a:pt x="2368" y="52"/>
                  <a:pt x="2374" y="65"/>
                </a:cubicBezTo>
                <a:cubicBezTo>
                  <a:pt x="2379" y="78"/>
                  <a:pt x="2382" y="92"/>
                  <a:pt x="2382" y="106"/>
                </a:cubicBezTo>
                <a:lnTo>
                  <a:pt x="2382" y="477"/>
                </a:lnTo>
                <a:cubicBezTo>
                  <a:pt x="2382" y="491"/>
                  <a:pt x="2379" y="505"/>
                  <a:pt x="2374" y="518"/>
                </a:cubicBezTo>
                <a:cubicBezTo>
                  <a:pt x="2368" y="531"/>
                  <a:pt x="2361" y="542"/>
                  <a:pt x="2351" y="552"/>
                </a:cubicBezTo>
                <a:cubicBezTo>
                  <a:pt x="2341" y="562"/>
                  <a:pt x="2330" y="570"/>
                  <a:pt x="2317" y="575"/>
                </a:cubicBezTo>
                <a:cubicBezTo>
                  <a:pt x="2304" y="581"/>
                  <a:pt x="2290" y="583"/>
                  <a:pt x="2276" y="583"/>
                </a:cubicBezTo>
                <a:lnTo>
                  <a:pt x="105" y="583"/>
                </a:lnTo>
                <a:cubicBezTo>
                  <a:pt x="91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 txBox="1"/>
          <p:nvPr/>
        </p:nvSpPr>
        <p:spPr>
          <a:xfrm>
            <a:off x="5762880" y="4765680"/>
            <a:ext cx="1821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+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 txBox="1"/>
          <p:nvPr/>
        </p:nvSpPr>
        <p:spPr>
          <a:xfrm>
            <a:off x="5977080" y="4803120"/>
            <a:ext cx="7110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namespace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/>
          <p:nvPr/>
        </p:nvSpPr>
        <p:spPr>
          <a:xfrm>
            <a:off x="3409920" y="5219640"/>
            <a:ext cx="790920" cy="248040"/>
          </a:xfrm>
          <a:custGeom>
            <a:avLst/>
            <a:gdLst/>
            <a:ahLst/>
            <a:rect l="0" t="0" r="r" b="b"/>
            <a:pathLst>
              <a:path w="2197" h="689">
                <a:moveTo>
                  <a:pt x="38" y="38"/>
                </a:moveTo>
                <a:cubicBezTo>
                  <a:pt x="64" y="13"/>
                  <a:pt x="95" y="0"/>
                  <a:pt x="132" y="0"/>
                </a:cubicBezTo>
                <a:lnTo>
                  <a:pt x="2064" y="0"/>
                </a:lnTo>
                <a:cubicBezTo>
                  <a:pt x="2101" y="0"/>
                  <a:pt x="2132" y="13"/>
                  <a:pt x="2158" y="38"/>
                </a:cubicBezTo>
                <a:cubicBezTo>
                  <a:pt x="2184" y="64"/>
                  <a:pt x="2197" y="95"/>
                  <a:pt x="2197" y="132"/>
                </a:cubicBezTo>
                <a:lnTo>
                  <a:pt x="2197" y="556"/>
                </a:lnTo>
                <a:cubicBezTo>
                  <a:pt x="2197" y="593"/>
                  <a:pt x="2184" y="624"/>
                  <a:pt x="2158" y="650"/>
                </a:cubicBezTo>
                <a:cubicBezTo>
                  <a:pt x="2132" y="676"/>
                  <a:pt x="2101" y="689"/>
                  <a:pt x="2064" y="689"/>
                </a:cubicBezTo>
                <a:lnTo>
                  <a:pt x="132" y="689"/>
                </a:lnTo>
                <a:cubicBezTo>
                  <a:pt x="95" y="689"/>
                  <a:pt x="64" y="676"/>
                  <a:pt x="38" y="650"/>
                </a:cubicBezTo>
                <a:cubicBezTo>
                  <a:pt x="12" y="624"/>
                  <a:pt x="0" y="593"/>
                  <a:pt x="0" y="556"/>
                </a:cubicBezTo>
                <a:lnTo>
                  <a:pt x="0" y="132"/>
                </a:lnTo>
                <a:cubicBezTo>
                  <a:pt x="0" y="95"/>
                  <a:pt x="12" y="64"/>
                  <a:pt x="38" y="38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/>
          <p:nvPr/>
        </p:nvSpPr>
        <p:spPr>
          <a:xfrm>
            <a:off x="3409920" y="5219640"/>
            <a:ext cx="790920" cy="248040"/>
          </a:xfrm>
          <a:custGeom>
            <a:avLst/>
            <a:gdLst/>
            <a:ahLst/>
            <a:rect l="0" t="0" r="r" b="b"/>
            <a:pathLst>
              <a:path w="2197" h="689">
                <a:moveTo>
                  <a:pt x="0" y="556"/>
                </a:moveTo>
                <a:lnTo>
                  <a:pt x="0" y="132"/>
                </a:lnTo>
                <a:cubicBezTo>
                  <a:pt x="0" y="95"/>
                  <a:pt x="12" y="64"/>
                  <a:pt x="38" y="38"/>
                </a:cubicBezTo>
                <a:cubicBezTo>
                  <a:pt x="64" y="13"/>
                  <a:pt x="95" y="0"/>
                  <a:pt x="132" y="0"/>
                </a:cubicBezTo>
                <a:lnTo>
                  <a:pt x="2064" y="0"/>
                </a:lnTo>
                <a:cubicBezTo>
                  <a:pt x="2101" y="0"/>
                  <a:pt x="2132" y="13"/>
                  <a:pt x="2158" y="38"/>
                </a:cubicBezTo>
                <a:cubicBezTo>
                  <a:pt x="2184" y="64"/>
                  <a:pt x="2197" y="95"/>
                  <a:pt x="2197" y="132"/>
                </a:cubicBezTo>
                <a:lnTo>
                  <a:pt x="2197" y="556"/>
                </a:lnTo>
                <a:cubicBezTo>
                  <a:pt x="2197" y="593"/>
                  <a:pt x="2184" y="624"/>
                  <a:pt x="2158" y="650"/>
                </a:cubicBezTo>
                <a:cubicBezTo>
                  <a:pt x="2132" y="676"/>
                  <a:pt x="2101" y="689"/>
                  <a:pt x="2064" y="689"/>
                </a:cubicBezTo>
                <a:lnTo>
                  <a:pt x="132" y="689"/>
                </a:lnTo>
                <a:cubicBezTo>
                  <a:pt x="95" y="689"/>
                  <a:pt x="64" y="676"/>
                  <a:pt x="38" y="650"/>
                </a:cubicBezTo>
                <a:cubicBezTo>
                  <a:pt x="12" y="624"/>
                  <a:pt x="0" y="593"/>
                  <a:pt x="0" y="556"/>
                </a:cubicBezTo>
                <a:moveTo>
                  <a:pt x="26" y="132"/>
                </a:moveTo>
                <a:lnTo>
                  <a:pt x="26" y="556"/>
                </a:lnTo>
                <a:cubicBezTo>
                  <a:pt x="26" y="570"/>
                  <a:pt x="29" y="584"/>
                  <a:pt x="34" y="597"/>
                </a:cubicBezTo>
                <a:cubicBezTo>
                  <a:pt x="39" y="610"/>
                  <a:pt x="47" y="621"/>
                  <a:pt x="57" y="631"/>
                </a:cubicBezTo>
                <a:cubicBezTo>
                  <a:pt x="67" y="641"/>
                  <a:pt x="78" y="649"/>
                  <a:pt x="91" y="654"/>
                </a:cubicBezTo>
                <a:cubicBezTo>
                  <a:pt x="104" y="659"/>
                  <a:pt x="118" y="662"/>
                  <a:pt x="132" y="662"/>
                </a:cubicBezTo>
                <a:lnTo>
                  <a:pt x="2064" y="662"/>
                </a:lnTo>
                <a:cubicBezTo>
                  <a:pt x="2078" y="662"/>
                  <a:pt x="2092" y="659"/>
                  <a:pt x="2105" y="654"/>
                </a:cubicBezTo>
                <a:cubicBezTo>
                  <a:pt x="2118" y="649"/>
                  <a:pt x="2129" y="641"/>
                  <a:pt x="2139" y="631"/>
                </a:cubicBezTo>
                <a:cubicBezTo>
                  <a:pt x="2149" y="621"/>
                  <a:pt x="2157" y="610"/>
                  <a:pt x="2162" y="597"/>
                </a:cubicBezTo>
                <a:cubicBezTo>
                  <a:pt x="2167" y="584"/>
                  <a:pt x="2170" y="570"/>
                  <a:pt x="2170" y="556"/>
                </a:cubicBezTo>
                <a:lnTo>
                  <a:pt x="2170" y="132"/>
                </a:lnTo>
                <a:cubicBezTo>
                  <a:pt x="2170" y="118"/>
                  <a:pt x="2167" y="104"/>
                  <a:pt x="2162" y="91"/>
                </a:cubicBezTo>
                <a:cubicBezTo>
                  <a:pt x="2157" y="78"/>
                  <a:pt x="2149" y="67"/>
                  <a:pt x="2139" y="57"/>
                </a:cubicBezTo>
                <a:cubicBezTo>
                  <a:pt x="2129" y="47"/>
                  <a:pt x="2118" y="40"/>
                  <a:pt x="2105" y="34"/>
                </a:cubicBezTo>
                <a:cubicBezTo>
                  <a:pt x="2092" y="29"/>
                  <a:pt x="2078" y="26"/>
                  <a:pt x="2064" y="26"/>
                </a:cubicBezTo>
                <a:lnTo>
                  <a:pt x="132" y="26"/>
                </a:lnTo>
                <a:cubicBezTo>
                  <a:pt x="118" y="26"/>
                  <a:pt x="104" y="29"/>
                  <a:pt x="91" y="34"/>
                </a:cubicBezTo>
                <a:cubicBezTo>
                  <a:pt x="78" y="40"/>
                  <a:pt x="67" y="47"/>
                  <a:pt x="57" y="57"/>
                </a:cubicBezTo>
                <a:cubicBezTo>
                  <a:pt x="47" y="67"/>
                  <a:pt x="39" y="78"/>
                  <a:pt x="34" y="91"/>
                </a:cubicBezTo>
                <a:cubicBezTo>
                  <a:pt x="29" y="104"/>
                  <a:pt x="26" y="118"/>
                  <a:pt x="26" y="132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"/>
          <p:cNvSpPr txBox="1"/>
          <p:nvPr/>
        </p:nvSpPr>
        <p:spPr>
          <a:xfrm>
            <a:off x="685800" y="5213160"/>
            <a:ext cx="19098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pgvectorscale upgrade path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"/>
          <p:cNvSpPr txBox="1"/>
          <p:nvPr/>
        </p:nvSpPr>
        <p:spPr>
          <a:xfrm>
            <a:off x="3530520" y="5280120"/>
            <a:ext cx="6764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O PT I O N A L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"/>
          <p:cNvSpPr txBox="1"/>
          <p:nvPr/>
        </p:nvSpPr>
        <p:spPr>
          <a:xfrm>
            <a:off x="4196520" y="5213160"/>
            <a:ext cx="15440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for StreamingDiskANN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 txBox="1"/>
          <p:nvPr/>
        </p:nvSpPr>
        <p:spPr>
          <a:xfrm>
            <a:off x="905040" y="5814720"/>
            <a:ext cx="89654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Goal:</a:t>
            </a:r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agents check past incidents before re-investigating · "Seen before — incident #142, ACME fix worked" · 90-day TTL.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"/>
          <p:cNvSpPr txBox="1"/>
          <p:nvPr/>
        </p:nvSpPr>
        <p:spPr>
          <a:xfrm>
            <a:off x="1177020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22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 txBox="1"/>
          <p:nvPr/>
        </p:nvSpPr>
        <p:spPr>
          <a:xfrm>
            <a:off x="5592960" y="2541960"/>
            <a:ext cx="1208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S E C T I O N   0 4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"/>
          <p:cNvSpPr txBox="1"/>
          <p:nvPr/>
        </p:nvSpPr>
        <p:spPr>
          <a:xfrm>
            <a:off x="2625120" y="2705400"/>
            <a:ext cx="8611200" cy="966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40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Architecture Decisions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 txBox="1"/>
          <p:nvPr/>
        </p:nvSpPr>
        <p:spPr>
          <a:xfrm>
            <a:off x="4094280" y="3828240"/>
            <a:ext cx="402948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25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14 calls that shaped the design</a:t>
            </a:r>
            <a:endParaRPr lang="en-GB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 txBox="1"/>
          <p:nvPr/>
        </p:nvSpPr>
        <p:spPr>
          <a:xfrm>
            <a:off x="1177056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23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685440" y="2705040"/>
            <a:ext cx="248040" cy="19800"/>
          </a:xfrm>
          <a:custGeom>
            <a:avLst/>
            <a:gdLst/>
            <a:ahLst/>
            <a:rect l="0" t="0" r="r" b="b"/>
            <a:pathLst>
              <a:path w="689" h="55">
                <a:moveTo>
                  <a:pt x="0" y="0"/>
                </a:moveTo>
                <a:lnTo>
                  <a:pt x="689" y="0"/>
                </a:lnTo>
                <a:lnTo>
                  <a:pt x="689" y="55"/>
                </a:lnTo>
                <a:lnTo>
                  <a:pt x="0" y="55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933120" y="2705040"/>
            <a:ext cx="4572360" cy="19800"/>
          </a:xfrm>
          <a:custGeom>
            <a:avLst/>
            <a:gdLst/>
            <a:ahLst/>
            <a:rect l="0" t="0" r="r" b="b"/>
            <a:pathLst>
              <a:path w="12701" h="55">
                <a:moveTo>
                  <a:pt x="0" y="0"/>
                </a:moveTo>
                <a:lnTo>
                  <a:pt x="12701" y="0"/>
                </a:lnTo>
                <a:lnTo>
                  <a:pt x="12701" y="55"/>
                </a:lnTo>
                <a:lnTo>
                  <a:pt x="0" y="55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5505120" y="2705040"/>
            <a:ext cx="5439240" cy="19800"/>
          </a:xfrm>
          <a:custGeom>
            <a:avLst/>
            <a:gdLst/>
            <a:ahLst/>
            <a:rect l="0" t="0" r="r" b="b"/>
            <a:pathLst>
              <a:path w="15109" h="55">
                <a:moveTo>
                  <a:pt x="0" y="0"/>
                </a:moveTo>
                <a:lnTo>
                  <a:pt x="15109" y="0"/>
                </a:lnTo>
                <a:lnTo>
                  <a:pt x="15109" y="55"/>
                </a:lnTo>
                <a:lnTo>
                  <a:pt x="0" y="55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685440" y="3133440"/>
            <a:ext cx="248040" cy="10080"/>
          </a:xfrm>
          <a:custGeom>
            <a:avLst/>
            <a:gdLst/>
            <a:ahLst/>
            <a:rect l="0" t="0" r="r" b="b"/>
            <a:pathLst>
              <a:path w="689" h="28">
                <a:moveTo>
                  <a:pt x="0" y="0"/>
                </a:moveTo>
                <a:lnTo>
                  <a:pt x="689" y="0"/>
                </a:lnTo>
                <a:lnTo>
                  <a:pt x="6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933120" y="3133440"/>
            <a:ext cx="4572360" cy="10080"/>
          </a:xfrm>
          <a:custGeom>
            <a:avLst/>
            <a:gdLst/>
            <a:ahLst/>
            <a:rect l="0" t="0" r="r" b="b"/>
            <a:pathLst>
              <a:path w="12701" h="28">
                <a:moveTo>
                  <a:pt x="0" y="0"/>
                </a:moveTo>
                <a:lnTo>
                  <a:pt x="12701" y="0"/>
                </a:lnTo>
                <a:lnTo>
                  <a:pt x="127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5505120" y="3133440"/>
            <a:ext cx="5439240" cy="10080"/>
          </a:xfrm>
          <a:custGeom>
            <a:avLst/>
            <a:gdLst/>
            <a:ahLst/>
            <a:rect l="0" t="0" r="r" b="b"/>
            <a:pathLst>
              <a:path w="15109" h="28">
                <a:moveTo>
                  <a:pt x="0" y="0"/>
                </a:moveTo>
                <a:lnTo>
                  <a:pt x="15109" y="0"/>
                </a:lnTo>
                <a:lnTo>
                  <a:pt x="151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685440" y="3552480"/>
            <a:ext cx="248040" cy="10080"/>
          </a:xfrm>
          <a:custGeom>
            <a:avLst/>
            <a:gdLst/>
            <a:ahLst/>
            <a:rect l="0" t="0" r="r" b="b"/>
            <a:pathLst>
              <a:path w="689" h="28">
                <a:moveTo>
                  <a:pt x="0" y="0"/>
                </a:moveTo>
                <a:lnTo>
                  <a:pt x="689" y="0"/>
                </a:lnTo>
                <a:lnTo>
                  <a:pt x="6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933120" y="3552480"/>
            <a:ext cx="4572360" cy="10080"/>
          </a:xfrm>
          <a:custGeom>
            <a:avLst/>
            <a:gdLst/>
            <a:ahLst/>
            <a:rect l="0" t="0" r="r" b="b"/>
            <a:pathLst>
              <a:path w="12701" h="28">
                <a:moveTo>
                  <a:pt x="0" y="0"/>
                </a:moveTo>
                <a:lnTo>
                  <a:pt x="12701" y="0"/>
                </a:lnTo>
                <a:lnTo>
                  <a:pt x="127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5505120" y="3552480"/>
            <a:ext cx="5439240" cy="10080"/>
          </a:xfrm>
          <a:custGeom>
            <a:avLst/>
            <a:gdLst/>
            <a:ahLst/>
            <a:rect l="0" t="0" r="r" b="b"/>
            <a:pathLst>
              <a:path w="15109" h="28">
                <a:moveTo>
                  <a:pt x="0" y="0"/>
                </a:moveTo>
                <a:lnTo>
                  <a:pt x="15109" y="0"/>
                </a:lnTo>
                <a:lnTo>
                  <a:pt x="151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685440" y="3981240"/>
            <a:ext cx="248040" cy="10080"/>
          </a:xfrm>
          <a:custGeom>
            <a:avLst/>
            <a:gdLst/>
            <a:ahLst/>
            <a:rect l="0" t="0" r="r" b="b"/>
            <a:pathLst>
              <a:path w="689" h="28">
                <a:moveTo>
                  <a:pt x="0" y="0"/>
                </a:moveTo>
                <a:lnTo>
                  <a:pt x="689" y="0"/>
                </a:lnTo>
                <a:lnTo>
                  <a:pt x="6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933120" y="3981240"/>
            <a:ext cx="4572360" cy="10080"/>
          </a:xfrm>
          <a:custGeom>
            <a:avLst/>
            <a:gdLst/>
            <a:ahLst/>
            <a:rect l="0" t="0" r="r" b="b"/>
            <a:pathLst>
              <a:path w="12701" h="28">
                <a:moveTo>
                  <a:pt x="0" y="0"/>
                </a:moveTo>
                <a:lnTo>
                  <a:pt x="12701" y="0"/>
                </a:lnTo>
                <a:lnTo>
                  <a:pt x="127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5505120" y="3981240"/>
            <a:ext cx="5439240" cy="10080"/>
          </a:xfrm>
          <a:custGeom>
            <a:avLst/>
            <a:gdLst/>
            <a:ahLst/>
            <a:rect l="0" t="0" r="r" b="b"/>
            <a:pathLst>
              <a:path w="15109" h="28">
                <a:moveTo>
                  <a:pt x="0" y="0"/>
                </a:moveTo>
                <a:lnTo>
                  <a:pt x="15109" y="0"/>
                </a:lnTo>
                <a:lnTo>
                  <a:pt x="151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685440" y="4400280"/>
            <a:ext cx="248040" cy="10080"/>
          </a:xfrm>
          <a:custGeom>
            <a:avLst/>
            <a:gdLst/>
            <a:ahLst/>
            <a:rect l="0" t="0" r="r" b="b"/>
            <a:pathLst>
              <a:path w="689" h="28">
                <a:moveTo>
                  <a:pt x="0" y="0"/>
                </a:moveTo>
                <a:lnTo>
                  <a:pt x="689" y="0"/>
                </a:lnTo>
                <a:lnTo>
                  <a:pt x="6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933120" y="4400280"/>
            <a:ext cx="4572360" cy="10080"/>
          </a:xfrm>
          <a:custGeom>
            <a:avLst/>
            <a:gdLst/>
            <a:ahLst/>
            <a:rect l="0" t="0" r="r" b="b"/>
            <a:pathLst>
              <a:path w="12701" h="28">
                <a:moveTo>
                  <a:pt x="0" y="0"/>
                </a:moveTo>
                <a:lnTo>
                  <a:pt x="12701" y="0"/>
                </a:lnTo>
                <a:lnTo>
                  <a:pt x="127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5505120" y="4400280"/>
            <a:ext cx="5439240" cy="10080"/>
          </a:xfrm>
          <a:custGeom>
            <a:avLst/>
            <a:gdLst/>
            <a:ahLst/>
            <a:rect l="0" t="0" r="r" b="b"/>
            <a:pathLst>
              <a:path w="15109" h="28">
                <a:moveTo>
                  <a:pt x="0" y="0"/>
                </a:moveTo>
                <a:lnTo>
                  <a:pt x="15109" y="0"/>
                </a:lnTo>
                <a:lnTo>
                  <a:pt x="151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685440" y="4829040"/>
            <a:ext cx="248040" cy="9720"/>
          </a:xfrm>
          <a:custGeom>
            <a:avLst/>
            <a:gdLst/>
            <a:ahLst/>
            <a:rect l="0" t="0" r="r" b="b"/>
            <a:pathLst>
              <a:path w="689" h="27">
                <a:moveTo>
                  <a:pt x="0" y="0"/>
                </a:moveTo>
                <a:lnTo>
                  <a:pt x="689" y="0"/>
                </a:lnTo>
                <a:lnTo>
                  <a:pt x="6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933120" y="4829040"/>
            <a:ext cx="4572360" cy="9720"/>
          </a:xfrm>
          <a:custGeom>
            <a:avLst/>
            <a:gdLst/>
            <a:ahLst/>
            <a:rect l="0" t="0" r="r" b="b"/>
            <a:pathLst>
              <a:path w="12701" h="27">
                <a:moveTo>
                  <a:pt x="0" y="0"/>
                </a:moveTo>
                <a:lnTo>
                  <a:pt x="12701" y="0"/>
                </a:lnTo>
                <a:lnTo>
                  <a:pt x="127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5505120" y="4829040"/>
            <a:ext cx="5439240" cy="9720"/>
          </a:xfrm>
          <a:custGeom>
            <a:avLst/>
            <a:gdLst/>
            <a:ahLst/>
            <a:rect l="0" t="0" r="r" b="b"/>
            <a:pathLst>
              <a:path w="15109" h="27">
                <a:moveTo>
                  <a:pt x="0" y="0"/>
                </a:moveTo>
                <a:lnTo>
                  <a:pt x="15109" y="0"/>
                </a:lnTo>
                <a:lnTo>
                  <a:pt x="151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685440" y="5248080"/>
            <a:ext cx="248040" cy="9720"/>
          </a:xfrm>
          <a:custGeom>
            <a:avLst/>
            <a:gdLst/>
            <a:ahLst/>
            <a:rect l="0" t="0" r="r" b="b"/>
            <a:pathLst>
              <a:path w="689" h="27">
                <a:moveTo>
                  <a:pt x="0" y="0"/>
                </a:moveTo>
                <a:lnTo>
                  <a:pt x="689" y="0"/>
                </a:lnTo>
                <a:lnTo>
                  <a:pt x="6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933120" y="5248080"/>
            <a:ext cx="4572360" cy="9720"/>
          </a:xfrm>
          <a:custGeom>
            <a:avLst/>
            <a:gdLst/>
            <a:ahLst/>
            <a:rect l="0" t="0" r="r" b="b"/>
            <a:pathLst>
              <a:path w="12701" h="27">
                <a:moveTo>
                  <a:pt x="0" y="0"/>
                </a:moveTo>
                <a:lnTo>
                  <a:pt x="12701" y="0"/>
                </a:lnTo>
                <a:lnTo>
                  <a:pt x="127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5505120" y="5248080"/>
            <a:ext cx="5439240" cy="9720"/>
          </a:xfrm>
          <a:custGeom>
            <a:avLst/>
            <a:gdLst/>
            <a:ahLst/>
            <a:rect l="0" t="0" r="r" b="b"/>
            <a:pathLst>
              <a:path w="15109" h="27">
                <a:moveTo>
                  <a:pt x="0" y="0"/>
                </a:moveTo>
                <a:lnTo>
                  <a:pt x="15109" y="0"/>
                </a:lnTo>
                <a:lnTo>
                  <a:pt x="151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685440" y="5667120"/>
            <a:ext cx="248040" cy="10440"/>
          </a:xfrm>
          <a:custGeom>
            <a:avLst/>
            <a:gdLst/>
            <a:ahLst/>
            <a:rect l="0" t="0" r="r" b="b"/>
            <a:pathLst>
              <a:path w="689" h="29">
                <a:moveTo>
                  <a:pt x="0" y="0"/>
                </a:moveTo>
                <a:lnTo>
                  <a:pt x="689" y="0"/>
                </a:lnTo>
                <a:lnTo>
                  <a:pt x="68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933120" y="5667120"/>
            <a:ext cx="4572360" cy="10440"/>
          </a:xfrm>
          <a:custGeom>
            <a:avLst/>
            <a:gdLst/>
            <a:ahLst/>
            <a:rect l="0" t="0" r="r" b="b"/>
            <a:pathLst>
              <a:path w="12701" h="29">
                <a:moveTo>
                  <a:pt x="0" y="0"/>
                </a:moveTo>
                <a:lnTo>
                  <a:pt x="12701" y="0"/>
                </a:lnTo>
                <a:lnTo>
                  <a:pt x="12701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5505120" y="5667120"/>
            <a:ext cx="5439240" cy="10440"/>
          </a:xfrm>
          <a:custGeom>
            <a:avLst/>
            <a:gdLst/>
            <a:ahLst/>
            <a:rect l="0" t="0" r="r" b="b"/>
            <a:pathLst>
              <a:path w="15109" h="29">
                <a:moveTo>
                  <a:pt x="0" y="0"/>
                </a:moveTo>
                <a:lnTo>
                  <a:pt x="15109" y="0"/>
                </a:lnTo>
                <a:lnTo>
                  <a:pt x="1510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 txBox="1"/>
          <p:nvPr/>
        </p:nvSpPr>
        <p:spPr>
          <a:xfrm>
            <a:off x="685800" y="1167840"/>
            <a:ext cx="1875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D E C I S I O N S   1   –   7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 txBox="1"/>
          <p:nvPr/>
        </p:nvSpPr>
        <p:spPr>
          <a:xfrm>
            <a:off x="685800" y="1367280"/>
            <a:ext cx="894096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Specialisation, safety, contracts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 txBox="1"/>
          <p:nvPr/>
        </p:nvSpPr>
        <p:spPr>
          <a:xfrm>
            <a:off x="685800" y="2409840"/>
            <a:ext cx="11556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#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 txBox="1"/>
          <p:nvPr/>
        </p:nvSpPr>
        <p:spPr>
          <a:xfrm>
            <a:off x="931320" y="2409840"/>
            <a:ext cx="9018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D E C I S I O N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 txBox="1"/>
          <p:nvPr/>
        </p:nvSpPr>
        <p:spPr>
          <a:xfrm>
            <a:off x="5502960" y="2409840"/>
            <a:ext cx="9853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RAT I O N A L E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 txBox="1"/>
          <p:nvPr/>
        </p:nvSpPr>
        <p:spPr>
          <a:xfrm>
            <a:off x="685800" y="282240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1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 txBox="1"/>
          <p:nvPr/>
        </p:nvSpPr>
        <p:spPr>
          <a:xfrm>
            <a:off x="931320" y="2822400"/>
            <a:ext cx="3180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Specialist agents per namespace, not generalist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"/>
          <p:cNvSpPr txBox="1"/>
          <p:nvPr/>
        </p:nvSpPr>
        <p:spPr>
          <a:xfrm>
            <a:off x="5502960" y="2822400"/>
            <a:ext cx="4482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Smaller models hallucinate when omniscient · focused prompts win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"/>
          <p:cNvSpPr txBox="1"/>
          <p:nvPr/>
        </p:nvSpPr>
        <p:spPr>
          <a:xfrm>
            <a:off x="685800" y="32414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2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"/>
          <p:cNvSpPr txBox="1"/>
          <p:nvPr/>
        </p:nvSpPr>
        <p:spPr>
          <a:xfrm>
            <a:off x="931320" y="3241440"/>
            <a:ext cx="30639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Read-only by default · write only via promotion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"/>
          <p:cNvSpPr txBox="1"/>
          <p:nvPr/>
        </p:nvSpPr>
        <p:spPr>
          <a:xfrm>
            <a:off x="5502960" y="3241440"/>
            <a:ext cx="46321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Blast radius is the hard control · RBAC-enforced not prompt-enforced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 txBox="1"/>
          <p:nvPr/>
        </p:nvSpPr>
        <p:spPr>
          <a:xfrm>
            <a:off x="685800" y="36608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3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"/>
          <p:cNvSpPr/>
          <p:nvPr/>
        </p:nvSpPr>
        <p:spPr>
          <a:xfrm>
            <a:off x="2562120" y="3666960"/>
            <a:ext cx="2752920" cy="209880"/>
          </a:xfrm>
          <a:custGeom>
            <a:avLst/>
            <a:gdLst/>
            <a:ahLst/>
            <a:rect l="0" t="0" r="r" b="b"/>
            <a:pathLst>
              <a:path w="7647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7541" y="0"/>
                </a:lnTo>
                <a:cubicBezTo>
                  <a:pt x="7555" y="0"/>
                  <a:pt x="7569" y="3"/>
                  <a:pt x="7582" y="8"/>
                </a:cubicBezTo>
                <a:cubicBezTo>
                  <a:pt x="7595" y="13"/>
                  <a:pt x="7606" y="21"/>
                  <a:pt x="7616" y="31"/>
                </a:cubicBezTo>
                <a:cubicBezTo>
                  <a:pt x="7626" y="41"/>
                  <a:pt x="7634" y="52"/>
                  <a:pt x="7639" y="65"/>
                </a:cubicBezTo>
                <a:cubicBezTo>
                  <a:pt x="7645" y="78"/>
                  <a:pt x="7647" y="92"/>
                  <a:pt x="7647" y="106"/>
                </a:cubicBezTo>
                <a:lnTo>
                  <a:pt x="7647" y="476"/>
                </a:lnTo>
                <a:cubicBezTo>
                  <a:pt x="7647" y="490"/>
                  <a:pt x="7645" y="504"/>
                  <a:pt x="7639" y="517"/>
                </a:cubicBezTo>
                <a:cubicBezTo>
                  <a:pt x="7634" y="530"/>
                  <a:pt x="7626" y="541"/>
                  <a:pt x="7616" y="551"/>
                </a:cubicBezTo>
                <a:cubicBezTo>
                  <a:pt x="7606" y="561"/>
                  <a:pt x="7595" y="569"/>
                  <a:pt x="7582" y="574"/>
                </a:cubicBezTo>
                <a:cubicBezTo>
                  <a:pt x="7569" y="579"/>
                  <a:pt x="7555" y="583"/>
                  <a:pt x="7541" y="583"/>
                </a:cubicBezTo>
                <a:lnTo>
                  <a:pt x="106" y="583"/>
                </a:lnTo>
                <a:cubicBezTo>
                  <a:pt x="92" y="583"/>
                  <a:pt x="78" y="579"/>
                  <a:pt x="65" y="574"/>
                </a:cubicBezTo>
                <a:cubicBezTo>
                  <a:pt x="52" y="569"/>
                  <a:pt x="41" y="561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2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"/>
          <p:cNvSpPr txBox="1"/>
          <p:nvPr/>
        </p:nvSpPr>
        <p:spPr>
          <a:xfrm>
            <a:off x="931320" y="3660840"/>
            <a:ext cx="15861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Namespace anchoring </a:t>
            </a:r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(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"/>
          <p:cNvSpPr txBox="1"/>
          <p:nvPr/>
        </p:nvSpPr>
        <p:spPr>
          <a:xfrm>
            <a:off x="2640240" y="3698280"/>
            <a:ext cx="2604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CRITICAL: use exact namespace "X"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"/>
          <p:cNvSpPr txBox="1"/>
          <p:nvPr/>
        </p:nvSpPr>
        <p:spPr>
          <a:xfrm>
            <a:off x="5312880" y="36608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 txBox="1"/>
          <p:nvPr/>
        </p:nvSpPr>
        <p:spPr>
          <a:xfrm>
            <a:off x="5502960" y="3660840"/>
            <a:ext cx="46566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Empirical fix for Qwen 14B typos · belt-and-braces alongside Kyverno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"/>
          <p:cNvSpPr txBox="1"/>
          <p:nvPr/>
        </p:nvSpPr>
        <p:spPr>
          <a:xfrm>
            <a:off x="685800" y="40892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4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 txBox="1"/>
          <p:nvPr/>
        </p:nvSpPr>
        <p:spPr>
          <a:xfrm>
            <a:off x="931320" y="4089240"/>
            <a:ext cx="2059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A2A as the inter-agent contract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"/>
          <p:cNvSpPr txBox="1"/>
          <p:nvPr/>
        </p:nvSpPr>
        <p:spPr>
          <a:xfrm>
            <a:off x="5502960" y="4089240"/>
            <a:ext cx="4366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Standardised JSON-RPC · kagent native · agentgateway-routable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"/>
          <p:cNvSpPr txBox="1"/>
          <p:nvPr/>
        </p:nvSpPr>
        <p:spPr>
          <a:xfrm>
            <a:off x="685800" y="450828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5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1171440" y="4514760"/>
            <a:ext cx="1095840" cy="209880"/>
          </a:xfrm>
          <a:custGeom>
            <a:avLst/>
            <a:gdLst/>
            <a:ahLst/>
            <a:rect l="0" t="0" r="r" b="b"/>
            <a:pathLst>
              <a:path w="3044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938" y="0"/>
                </a:lnTo>
                <a:cubicBezTo>
                  <a:pt x="2952" y="0"/>
                  <a:pt x="2965" y="2"/>
                  <a:pt x="2978" y="8"/>
                </a:cubicBezTo>
                <a:cubicBezTo>
                  <a:pt x="2991" y="13"/>
                  <a:pt x="3003" y="21"/>
                  <a:pt x="3013" y="31"/>
                </a:cubicBezTo>
                <a:cubicBezTo>
                  <a:pt x="3023" y="41"/>
                  <a:pt x="3030" y="52"/>
                  <a:pt x="3036" y="65"/>
                </a:cubicBezTo>
                <a:cubicBezTo>
                  <a:pt x="3041" y="78"/>
                  <a:pt x="3044" y="92"/>
                  <a:pt x="3044" y="106"/>
                </a:cubicBezTo>
                <a:lnTo>
                  <a:pt x="3044" y="476"/>
                </a:lnTo>
                <a:cubicBezTo>
                  <a:pt x="3044" y="490"/>
                  <a:pt x="3041" y="504"/>
                  <a:pt x="3036" y="516"/>
                </a:cubicBezTo>
                <a:cubicBezTo>
                  <a:pt x="3030" y="529"/>
                  <a:pt x="3023" y="541"/>
                  <a:pt x="3013" y="551"/>
                </a:cubicBezTo>
                <a:cubicBezTo>
                  <a:pt x="3003" y="562"/>
                  <a:pt x="2991" y="569"/>
                  <a:pt x="2978" y="575"/>
                </a:cubicBezTo>
                <a:cubicBezTo>
                  <a:pt x="2965" y="580"/>
                  <a:pt x="2952" y="583"/>
                  <a:pt x="2938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1"/>
                </a:cubicBezTo>
                <a:cubicBezTo>
                  <a:pt x="21" y="541"/>
                  <a:pt x="13" y="529"/>
                  <a:pt x="8" y="516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"/>
          <p:cNvSpPr txBox="1"/>
          <p:nvPr/>
        </p:nvSpPr>
        <p:spPr>
          <a:xfrm>
            <a:off x="931320" y="4508280"/>
            <a:ext cx="2332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No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 txBox="1"/>
          <p:nvPr/>
        </p:nvSpPr>
        <p:spPr>
          <a:xfrm>
            <a:off x="1247400" y="4546080"/>
            <a:ext cx="9475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kubectl edit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/>
          <p:nvPr/>
        </p:nvSpPr>
        <p:spPr>
          <a:xfrm>
            <a:off x="3342960" y="4514760"/>
            <a:ext cx="543240" cy="209880"/>
          </a:xfrm>
          <a:custGeom>
            <a:avLst/>
            <a:gdLst/>
            <a:ahLst/>
            <a:rect l="0" t="0" r="r" b="b"/>
            <a:pathLst>
              <a:path w="1509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404" y="0"/>
                </a:lnTo>
                <a:cubicBezTo>
                  <a:pt x="1418" y="0"/>
                  <a:pt x="1431" y="2"/>
                  <a:pt x="1444" y="8"/>
                </a:cubicBezTo>
                <a:cubicBezTo>
                  <a:pt x="1457" y="13"/>
                  <a:pt x="1469" y="21"/>
                  <a:pt x="1479" y="31"/>
                </a:cubicBezTo>
                <a:cubicBezTo>
                  <a:pt x="1488" y="41"/>
                  <a:pt x="1496" y="52"/>
                  <a:pt x="1501" y="65"/>
                </a:cubicBezTo>
                <a:cubicBezTo>
                  <a:pt x="1507" y="78"/>
                  <a:pt x="1509" y="92"/>
                  <a:pt x="1509" y="106"/>
                </a:cubicBezTo>
                <a:lnTo>
                  <a:pt x="1509" y="476"/>
                </a:lnTo>
                <a:cubicBezTo>
                  <a:pt x="1509" y="490"/>
                  <a:pt x="1507" y="504"/>
                  <a:pt x="1501" y="516"/>
                </a:cubicBezTo>
                <a:cubicBezTo>
                  <a:pt x="1496" y="529"/>
                  <a:pt x="1488" y="541"/>
                  <a:pt x="1479" y="551"/>
                </a:cubicBezTo>
                <a:cubicBezTo>
                  <a:pt x="1469" y="562"/>
                  <a:pt x="1457" y="569"/>
                  <a:pt x="1444" y="575"/>
                </a:cubicBezTo>
                <a:cubicBezTo>
                  <a:pt x="1431" y="580"/>
                  <a:pt x="1418" y="583"/>
                  <a:pt x="1404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1"/>
                </a:cubicBezTo>
                <a:cubicBezTo>
                  <a:pt x="21" y="541"/>
                  <a:pt x="14" y="529"/>
                  <a:pt x="8" y="516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 txBox="1"/>
          <p:nvPr/>
        </p:nvSpPr>
        <p:spPr>
          <a:xfrm>
            <a:off x="2267640" y="4508280"/>
            <a:ext cx="1063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from agents —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 txBox="1"/>
          <p:nvPr/>
        </p:nvSpPr>
        <p:spPr>
          <a:xfrm>
            <a:off x="3420720" y="4546080"/>
            <a:ext cx="3952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patch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>
            <a:off x="4057560" y="4514760"/>
            <a:ext cx="543240" cy="209880"/>
          </a:xfrm>
          <a:custGeom>
            <a:avLst/>
            <a:gdLst/>
            <a:ahLst/>
            <a:rect l="0" t="0" r="r" b="b"/>
            <a:pathLst>
              <a:path w="1509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lnTo>
                  <a:pt x="1403" y="0"/>
                </a:lnTo>
                <a:cubicBezTo>
                  <a:pt x="1417" y="0"/>
                  <a:pt x="1431" y="2"/>
                  <a:pt x="1444" y="8"/>
                </a:cubicBezTo>
                <a:cubicBezTo>
                  <a:pt x="1457" y="13"/>
                  <a:pt x="1468" y="21"/>
                  <a:pt x="1478" y="31"/>
                </a:cubicBezTo>
                <a:cubicBezTo>
                  <a:pt x="1488" y="41"/>
                  <a:pt x="1495" y="52"/>
                  <a:pt x="1501" y="65"/>
                </a:cubicBezTo>
                <a:cubicBezTo>
                  <a:pt x="1506" y="78"/>
                  <a:pt x="1509" y="92"/>
                  <a:pt x="1509" y="106"/>
                </a:cubicBezTo>
                <a:lnTo>
                  <a:pt x="1509" y="476"/>
                </a:lnTo>
                <a:cubicBezTo>
                  <a:pt x="1509" y="490"/>
                  <a:pt x="1506" y="504"/>
                  <a:pt x="1501" y="516"/>
                </a:cubicBezTo>
                <a:cubicBezTo>
                  <a:pt x="1495" y="529"/>
                  <a:pt x="1488" y="541"/>
                  <a:pt x="1478" y="551"/>
                </a:cubicBezTo>
                <a:cubicBezTo>
                  <a:pt x="1468" y="562"/>
                  <a:pt x="1457" y="569"/>
                  <a:pt x="1444" y="575"/>
                </a:cubicBezTo>
                <a:cubicBezTo>
                  <a:pt x="1431" y="580"/>
                  <a:pt x="1417" y="583"/>
                  <a:pt x="1403" y="583"/>
                </a:cubicBezTo>
                <a:lnTo>
                  <a:pt x="107" y="583"/>
                </a:lnTo>
                <a:cubicBezTo>
                  <a:pt x="93" y="583"/>
                  <a:pt x="79" y="580"/>
                  <a:pt x="66" y="575"/>
                </a:cubicBezTo>
                <a:cubicBezTo>
                  <a:pt x="53" y="569"/>
                  <a:pt x="42" y="562"/>
                  <a:pt x="31" y="551"/>
                </a:cubicBezTo>
                <a:cubicBezTo>
                  <a:pt x="21" y="541"/>
                  <a:pt x="13" y="529"/>
                  <a:pt x="8" y="516"/>
                </a:cubicBezTo>
                <a:cubicBezTo>
                  <a:pt x="2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"/>
          <p:cNvSpPr txBox="1"/>
          <p:nvPr/>
        </p:nvSpPr>
        <p:spPr>
          <a:xfrm>
            <a:off x="3890520" y="4508280"/>
            <a:ext cx="14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/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"/>
          <p:cNvSpPr txBox="1"/>
          <p:nvPr/>
        </p:nvSpPr>
        <p:spPr>
          <a:xfrm>
            <a:off x="4132440" y="4546080"/>
            <a:ext cx="3952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apply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1" name=""/>
          <p:cNvSpPr txBox="1"/>
          <p:nvPr/>
        </p:nvSpPr>
        <p:spPr>
          <a:xfrm>
            <a:off x="4602240" y="4508280"/>
            <a:ext cx="316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only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2" name=""/>
          <p:cNvSpPr/>
          <p:nvPr/>
        </p:nvSpPr>
        <p:spPr>
          <a:xfrm>
            <a:off x="7819920" y="4514760"/>
            <a:ext cx="543240" cy="209880"/>
          </a:xfrm>
          <a:custGeom>
            <a:avLst/>
            <a:gdLst/>
            <a:ahLst/>
            <a:rect l="0" t="0" r="r" b="b"/>
            <a:pathLst>
              <a:path w="1509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403" y="0"/>
                </a:lnTo>
                <a:cubicBezTo>
                  <a:pt x="1417" y="0"/>
                  <a:pt x="1431" y="2"/>
                  <a:pt x="1444" y="8"/>
                </a:cubicBezTo>
                <a:cubicBezTo>
                  <a:pt x="1457" y="13"/>
                  <a:pt x="1468" y="21"/>
                  <a:pt x="1478" y="31"/>
                </a:cubicBezTo>
                <a:cubicBezTo>
                  <a:pt x="1488" y="41"/>
                  <a:pt x="1495" y="52"/>
                  <a:pt x="1501" y="65"/>
                </a:cubicBezTo>
                <a:cubicBezTo>
                  <a:pt x="1506" y="78"/>
                  <a:pt x="1509" y="92"/>
                  <a:pt x="1509" y="106"/>
                </a:cubicBezTo>
                <a:lnTo>
                  <a:pt x="1509" y="476"/>
                </a:lnTo>
                <a:cubicBezTo>
                  <a:pt x="1509" y="490"/>
                  <a:pt x="1506" y="504"/>
                  <a:pt x="1501" y="516"/>
                </a:cubicBezTo>
                <a:cubicBezTo>
                  <a:pt x="1495" y="529"/>
                  <a:pt x="1488" y="541"/>
                  <a:pt x="1478" y="551"/>
                </a:cubicBezTo>
                <a:cubicBezTo>
                  <a:pt x="1468" y="562"/>
                  <a:pt x="1457" y="569"/>
                  <a:pt x="1444" y="575"/>
                </a:cubicBezTo>
                <a:cubicBezTo>
                  <a:pt x="1431" y="580"/>
                  <a:pt x="1417" y="583"/>
                  <a:pt x="1403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1"/>
                </a:cubicBezTo>
                <a:cubicBezTo>
                  <a:pt x="21" y="541"/>
                  <a:pt x="13" y="529"/>
                  <a:pt x="8" y="516"/>
                </a:cubicBezTo>
                <a:cubicBezTo>
                  <a:pt x="2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3" name=""/>
          <p:cNvSpPr txBox="1"/>
          <p:nvPr/>
        </p:nvSpPr>
        <p:spPr>
          <a:xfrm>
            <a:off x="5502960" y="4508280"/>
            <a:ext cx="23410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Interactive editors via MCP break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"/>
          <p:cNvSpPr txBox="1"/>
          <p:nvPr/>
        </p:nvSpPr>
        <p:spPr>
          <a:xfrm>
            <a:off x="7892640" y="4546080"/>
            <a:ext cx="3952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patch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"/>
          <p:cNvSpPr txBox="1"/>
          <p:nvPr/>
        </p:nvSpPr>
        <p:spPr>
          <a:xfrm>
            <a:off x="8362440" y="4508280"/>
            <a:ext cx="1850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is deterministic + auditable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 txBox="1"/>
          <p:nvPr/>
        </p:nvSpPr>
        <p:spPr>
          <a:xfrm>
            <a:off x="685800" y="49370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6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"/>
          <p:cNvSpPr txBox="1"/>
          <p:nvPr/>
        </p:nvSpPr>
        <p:spPr>
          <a:xfrm>
            <a:off x="931320" y="4937040"/>
            <a:ext cx="3403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GitOps remediation via MR, not direct cluster writes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"/>
          <p:cNvSpPr/>
          <p:nvPr/>
        </p:nvSpPr>
        <p:spPr>
          <a:xfrm>
            <a:off x="6362640" y="4943160"/>
            <a:ext cx="1181160" cy="209880"/>
          </a:xfrm>
          <a:custGeom>
            <a:avLst/>
            <a:gdLst/>
            <a:ahLst/>
            <a:rect l="0" t="0" r="r" b="b"/>
            <a:pathLst>
              <a:path w="3281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176" y="0"/>
                </a:lnTo>
                <a:cubicBezTo>
                  <a:pt x="3190" y="0"/>
                  <a:pt x="3203" y="3"/>
                  <a:pt x="3216" y="8"/>
                </a:cubicBezTo>
                <a:cubicBezTo>
                  <a:pt x="3229" y="14"/>
                  <a:pt x="3241" y="21"/>
                  <a:pt x="3250" y="31"/>
                </a:cubicBezTo>
                <a:cubicBezTo>
                  <a:pt x="3260" y="41"/>
                  <a:pt x="3268" y="53"/>
                  <a:pt x="3273" y="66"/>
                </a:cubicBezTo>
                <a:cubicBezTo>
                  <a:pt x="3279" y="79"/>
                  <a:pt x="3281" y="92"/>
                  <a:pt x="3281" y="106"/>
                </a:cubicBezTo>
                <a:lnTo>
                  <a:pt x="3281" y="477"/>
                </a:lnTo>
                <a:cubicBezTo>
                  <a:pt x="3281" y="491"/>
                  <a:pt x="3279" y="504"/>
                  <a:pt x="3273" y="517"/>
                </a:cubicBezTo>
                <a:cubicBezTo>
                  <a:pt x="3268" y="531"/>
                  <a:pt x="3260" y="543"/>
                  <a:pt x="3250" y="552"/>
                </a:cubicBezTo>
                <a:cubicBezTo>
                  <a:pt x="3241" y="562"/>
                  <a:pt x="3229" y="570"/>
                  <a:pt x="3216" y="575"/>
                </a:cubicBezTo>
                <a:cubicBezTo>
                  <a:pt x="3203" y="581"/>
                  <a:pt x="3190" y="583"/>
                  <a:pt x="3176" y="583"/>
                </a:cubicBezTo>
                <a:lnTo>
                  <a:pt x="105" y="583"/>
                </a:lnTo>
                <a:cubicBezTo>
                  <a:pt x="91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3"/>
                  <a:pt x="13" y="531"/>
                  <a:pt x="8" y="517"/>
                </a:cubicBezTo>
                <a:cubicBezTo>
                  <a:pt x="2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"/>
          <p:cNvSpPr txBox="1"/>
          <p:nvPr/>
        </p:nvSpPr>
        <p:spPr>
          <a:xfrm>
            <a:off x="5502960" y="4937040"/>
            <a:ext cx="855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Agent never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0" name=""/>
          <p:cNvSpPr txBox="1"/>
          <p:nvPr/>
        </p:nvSpPr>
        <p:spPr>
          <a:xfrm>
            <a:off x="6443640" y="4974480"/>
            <a:ext cx="10263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kubectl apply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1" name=""/>
          <p:cNvSpPr txBox="1"/>
          <p:nvPr/>
        </p:nvSpPr>
        <p:spPr>
          <a:xfrm>
            <a:off x="7542720" y="4937040"/>
            <a:ext cx="32958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 · opens MR · Flux applies · auditable, reversible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"/>
          <p:cNvSpPr txBox="1"/>
          <p:nvPr/>
        </p:nvSpPr>
        <p:spPr>
          <a:xfrm>
            <a:off x="685800" y="535608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7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"/>
          <p:cNvSpPr txBox="1"/>
          <p:nvPr/>
        </p:nvSpPr>
        <p:spPr>
          <a:xfrm>
            <a:off x="931320" y="5356080"/>
            <a:ext cx="8809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Triage agent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"/>
          <p:cNvSpPr txBox="1"/>
          <p:nvPr/>
        </p:nvSpPr>
        <p:spPr>
          <a:xfrm>
            <a:off x="1824480" y="540072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≠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"/>
          <p:cNvSpPr txBox="1"/>
          <p:nvPr/>
        </p:nvSpPr>
        <p:spPr>
          <a:xfrm>
            <a:off x="1906200" y="5356080"/>
            <a:ext cx="1237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remediation agent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"/>
          <p:cNvSpPr txBox="1"/>
          <p:nvPr/>
        </p:nvSpPr>
        <p:spPr>
          <a:xfrm>
            <a:off x="5502960" y="5356080"/>
            <a:ext cx="44082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Two CRDs, two SAs, two RBAC levels · never an upgrade in place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8" name=""/>
          <p:cNvSpPr txBox="1"/>
          <p:nvPr/>
        </p:nvSpPr>
        <p:spPr>
          <a:xfrm>
            <a:off x="1176300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24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685440" y="2476440"/>
            <a:ext cx="305280" cy="19440"/>
          </a:xfrm>
          <a:custGeom>
            <a:avLst/>
            <a:gdLst/>
            <a:ahLst/>
            <a:rect l="0" t="0" r="r" b="b"/>
            <a:pathLst>
              <a:path w="848" h="54">
                <a:moveTo>
                  <a:pt x="0" y="0"/>
                </a:moveTo>
                <a:lnTo>
                  <a:pt x="848" y="0"/>
                </a:lnTo>
                <a:lnTo>
                  <a:pt x="84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990360" y="2476440"/>
            <a:ext cx="3848400" cy="19440"/>
          </a:xfrm>
          <a:custGeom>
            <a:avLst/>
            <a:gdLst/>
            <a:ahLst/>
            <a:rect l="0" t="0" r="r" b="b"/>
            <a:pathLst>
              <a:path w="10690" h="54">
                <a:moveTo>
                  <a:pt x="0" y="0"/>
                </a:moveTo>
                <a:lnTo>
                  <a:pt x="10690" y="0"/>
                </a:lnTo>
                <a:lnTo>
                  <a:pt x="1069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4838400" y="2476440"/>
            <a:ext cx="6667920" cy="19440"/>
          </a:xfrm>
          <a:custGeom>
            <a:avLst/>
            <a:gdLst/>
            <a:ahLst/>
            <a:rect l="0" t="0" r="r" b="b"/>
            <a:pathLst>
              <a:path w="18522" h="54">
                <a:moveTo>
                  <a:pt x="0" y="0"/>
                </a:moveTo>
                <a:lnTo>
                  <a:pt x="18522" y="0"/>
                </a:lnTo>
                <a:lnTo>
                  <a:pt x="1852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685440" y="2914560"/>
            <a:ext cx="305280" cy="9720"/>
          </a:xfrm>
          <a:custGeom>
            <a:avLst/>
            <a:gdLst/>
            <a:ahLst/>
            <a:rect l="0" t="0" r="r" b="b"/>
            <a:pathLst>
              <a:path w="848" h="27">
                <a:moveTo>
                  <a:pt x="0" y="0"/>
                </a:moveTo>
                <a:lnTo>
                  <a:pt x="848" y="0"/>
                </a:lnTo>
                <a:lnTo>
                  <a:pt x="8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990360" y="2914560"/>
            <a:ext cx="3848400" cy="9720"/>
          </a:xfrm>
          <a:custGeom>
            <a:avLst/>
            <a:gdLst/>
            <a:ahLst/>
            <a:rect l="0" t="0" r="r" b="b"/>
            <a:pathLst>
              <a:path w="10690" h="27">
                <a:moveTo>
                  <a:pt x="0" y="0"/>
                </a:moveTo>
                <a:lnTo>
                  <a:pt x="10690" y="0"/>
                </a:lnTo>
                <a:lnTo>
                  <a:pt x="10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4838400" y="2914560"/>
            <a:ext cx="6667920" cy="9720"/>
          </a:xfrm>
          <a:custGeom>
            <a:avLst/>
            <a:gdLst/>
            <a:ahLst/>
            <a:rect l="0" t="0" r="r" b="b"/>
            <a:pathLst>
              <a:path w="18522" h="27">
                <a:moveTo>
                  <a:pt x="0" y="0"/>
                </a:moveTo>
                <a:lnTo>
                  <a:pt x="18522" y="0"/>
                </a:lnTo>
                <a:lnTo>
                  <a:pt x="185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685440" y="3333600"/>
            <a:ext cx="305280" cy="9720"/>
          </a:xfrm>
          <a:custGeom>
            <a:avLst/>
            <a:gdLst/>
            <a:ahLst/>
            <a:rect l="0" t="0" r="r" b="b"/>
            <a:pathLst>
              <a:path w="848" h="27">
                <a:moveTo>
                  <a:pt x="0" y="0"/>
                </a:moveTo>
                <a:lnTo>
                  <a:pt x="848" y="0"/>
                </a:lnTo>
                <a:lnTo>
                  <a:pt x="8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990360" y="3333600"/>
            <a:ext cx="3848400" cy="9720"/>
          </a:xfrm>
          <a:custGeom>
            <a:avLst/>
            <a:gdLst/>
            <a:ahLst/>
            <a:rect l="0" t="0" r="r" b="b"/>
            <a:pathLst>
              <a:path w="10690" h="27">
                <a:moveTo>
                  <a:pt x="0" y="0"/>
                </a:moveTo>
                <a:lnTo>
                  <a:pt x="10690" y="0"/>
                </a:lnTo>
                <a:lnTo>
                  <a:pt x="10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4838400" y="3333600"/>
            <a:ext cx="6667920" cy="9720"/>
          </a:xfrm>
          <a:custGeom>
            <a:avLst/>
            <a:gdLst/>
            <a:ahLst/>
            <a:rect l="0" t="0" r="r" b="b"/>
            <a:pathLst>
              <a:path w="18522" h="27">
                <a:moveTo>
                  <a:pt x="0" y="0"/>
                </a:moveTo>
                <a:lnTo>
                  <a:pt x="18522" y="0"/>
                </a:lnTo>
                <a:lnTo>
                  <a:pt x="185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685440" y="3981240"/>
            <a:ext cx="305280" cy="10080"/>
          </a:xfrm>
          <a:custGeom>
            <a:avLst/>
            <a:gdLst/>
            <a:ahLst/>
            <a:rect l="0" t="0" r="r" b="b"/>
            <a:pathLst>
              <a:path w="848" h="28">
                <a:moveTo>
                  <a:pt x="0" y="0"/>
                </a:moveTo>
                <a:lnTo>
                  <a:pt x="848" y="0"/>
                </a:lnTo>
                <a:lnTo>
                  <a:pt x="8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990360" y="3981240"/>
            <a:ext cx="3848400" cy="10080"/>
          </a:xfrm>
          <a:custGeom>
            <a:avLst/>
            <a:gdLst/>
            <a:ahLst/>
            <a:rect l="0" t="0" r="r" b="b"/>
            <a:pathLst>
              <a:path w="10690" h="28">
                <a:moveTo>
                  <a:pt x="0" y="0"/>
                </a:moveTo>
                <a:lnTo>
                  <a:pt x="10690" y="0"/>
                </a:lnTo>
                <a:lnTo>
                  <a:pt x="106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4838400" y="3981240"/>
            <a:ext cx="6667920" cy="10080"/>
          </a:xfrm>
          <a:custGeom>
            <a:avLst/>
            <a:gdLst/>
            <a:ahLst/>
            <a:rect l="0" t="0" r="r" b="b"/>
            <a:pathLst>
              <a:path w="18522" h="28">
                <a:moveTo>
                  <a:pt x="0" y="0"/>
                </a:moveTo>
                <a:lnTo>
                  <a:pt x="18522" y="0"/>
                </a:lnTo>
                <a:lnTo>
                  <a:pt x="185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685440" y="4400280"/>
            <a:ext cx="305280" cy="10080"/>
          </a:xfrm>
          <a:custGeom>
            <a:avLst/>
            <a:gdLst/>
            <a:ahLst/>
            <a:rect l="0" t="0" r="r" b="b"/>
            <a:pathLst>
              <a:path w="848" h="28">
                <a:moveTo>
                  <a:pt x="0" y="0"/>
                </a:moveTo>
                <a:lnTo>
                  <a:pt x="848" y="0"/>
                </a:lnTo>
                <a:lnTo>
                  <a:pt x="8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990360" y="4400280"/>
            <a:ext cx="3848400" cy="10080"/>
          </a:xfrm>
          <a:custGeom>
            <a:avLst/>
            <a:gdLst/>
            <a:ahLst/>
            <a:rect l="0" t="0" r="r" b="b"/>
            <a:pathLst>
              <a:path w="10690" h="28">
                <a:moveTo>
                  <a:pt x="0" y="0"/>
                </a:moveTo>
                <a:lnTo>
                  <a:pt x="10690" y="0"/>
                </a:lnTo>
                <a:lnTo>
                  <a:pt x="106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4838400" y="4400280"/>
            <a:ext cx="6667920" cy="10080"/>
          </a:xfrm>
          <a:custGeom>
            <a:avLst/>
            <a:gdLst/>
            <a:ahLst/>
            <a:rect l="0" t="0" r="r" b="b"/>
            <a:pathLst>
              <a:path w="18522" h="28">
                <a:moveTo>
                  <a:pt x="0" y="0"/>
                </a:moveTo>
                <a:lnTo>
                  <a:pt x="18522" y="0"/>
                </a:lnTo>
                <a:lnTo>
                  <a:pt x="185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685440" y="4829040"/>
            <a:ext cx="305280" cy="9720"/>
          </a:xfrm>
          <a:custGeom>
            <a:avLst/>
            <a:gdLst/>
            <a:ahLst/>
            <a:rect l="0" t="0" r="r" b="b"/>
            <a:pathLst>
              <a:path w="848" h="27">
                <a:moveTo>
                  <a:pt x="0" y="0"/>
                </a:moveTo>
                <a:lnTo>
                  <a:pt x="848" y="0"/>
                </a:lnTo>
                <a:lnTo>
                  <a:pt x="8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990360" y="4829040"/>
            <a:ext cx="3848400" cy="9720"/>
          </a:xfrm>
          <a:custGeom>
            <a:avLst/>
            <a:gdLst/>
            <a:ahLst/>
            <a:rect l="0" t="0" r="r" b="b"/>
            <a:pathLst>
              <a:path w="10690" h="27">
                <a:moveTo>
                  <a:pt x="0" y="0"/>
                </a:moveTo>
                <a:lnTo>
                  <a:pt x="10690" y="0"/>
                </a:lnTo>
                <a:lnTo>
                  <a:pt x="10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4838400" y="4829040"/>
            <a:ext cx="6667920" cy="9720"/>
          </a:xfrm>
          <a:custGeom>
            <a:avLst/>
            <a:gdLst/>
            <a:ahLst/>
            <a:rect l="0" t="0" r="r" b="b"/>
            <a:pathLst>
              <a:path w="18522" h="27">
                <a:moveTo>
                  <a:pt x="0" y="0"/>
                </a:moveTo>
                <a:lnTo>
                  <a:pt x="18522" y="0"/>
                </a:lnTo>
                <a:lnTo>
                  <a:pt x="185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685440" y="5248080"/>
            <a:ext cx="305280" cy="9720"/>
          </a:xfrm>
          <a:custGeom>
            <a:avLst/>
            <a:gdLst/>
            <a:ahLst/>
            <a:rect l="0" t="0" r="r" b="b"/>
            <a:pathLst>
              <a:path w="848" h="27">
                <a:moveTo>
                  <a:pt x="0" y="0"/>
                </a:moveTo>
                <a:lnTo>
                  <a:pt x="848" y="0"/>
                </a:lnTo>
                <a:lnTo>
                  <a:pt x="8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990360" y="5248080"/>
            <a:ext cx="3848400" cy="9720"/>
          </a:xfrm>
          <a:custGeom>
            <a:avLst/>
            <a:gdLst/>
            <a:ahLst/>
            <a:rect l="0" t="0" r="r" b="b"/>
            <a:pathLst>
              <a:path w="10690" h="27">
                <a:moveTo>
                  <a:pt x="0" y="0"/>
                </a:moveTo>
                <a:lnTo>
                  <a:pt x="10690" y="0"/>
                </a:lnTo>
                <a:lnTo>
                  <a:pt x="106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4838400" y="5248080"/>
            <a:ext cx="6667920" cy="9720"/>
          </a:xfrm>
          <a:custGeom>
            <a:avLst/>
            <a:gdLst/>
            <a:ahLst/>
            <a:rect l="0" t="0" r="r" b="b"/>
            <a:pathLst>
              <a:path w="18522" h="27">
                <a:moveTo>
                  <a:pt x="0" y="0"/>
                </a:moveTo>
                <a:lnTo>
                  <a:pt x="18522" y="0"/>
                </a:lnTo>
                <a:lnTo>
                  <a:pt x="185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685440" y="5895720"/>
            <a:ext cx="305280" cy="10080"/>
          </a:xfrm>
          <a:custGeom>
            <a:avLst/>
            <a:gdLst/>
            <a:ahLst/>
            <a:rect l="0" t="0" r="r" b="b"/>
            <a:pathLst>
              <a:path w="848" h="28">
                <a:moveTo>
                  <a:pt x="0" y="0"/>
                </a:moveTo>
                <a:lnTo>
                  <a:pt x="848" y="0"/>
                </a:lnTo>
                <a:lnTo>
                  <a:pt x="8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990360" y="5895720"/>
            <a:ext cx="3848400" cy="10080"/>
          </a:xfrm>
          <a:custGeom>
            <a:avLst/>
            <a:gdLst/>
            <a:ahLst/>
            <a:rect l="0" t="0" r="r" b="b"/>
            <a:pathLst>
              <a:path w="10690" h="28">
                <a:moveTo>
                  <a:pt x="0" y="0"/>
                </a:moveTo>
                <a:lnTo>
                  <a:pt x="10690" y="0"/>
                </a:lnTo>
                <a:lnTo>
                  <a:pt x="106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4838400" y="5895720"/>
            <a:ext cx="6667920" cy="10080"/>
          </a:xfrm>
          <a:custGeom>
            <a:avLst/>
            <a:gdLst/>
            <a:ahLst/>
            <a:rect l="0" t="0" r="r" b="b"/>
            <a:pathLst>
              <a:path w="18522" h="28">
                <a:moveTo>
                  <a:pt x="0" y="0"/>
                </a:moveTo>
                <a:lnTo>
                  <a:pt x="18522" y="0"/>
                </a:lnTo>
                <a:lnTo>
                  <a:pt x="185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"/>
          <p:cNvSpPr txBox="1"/>
          <p:nvPr/>
        </p:nvSpPr>
        <p:spPr>
          <a:xfrm>
            <a:off x="685800" y="939240"/>
            <a:ext cx="20127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D E C I S I O N S   8   –   1 4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7" name=""/>
          <p:cNvSpPr txBox="1"/>
          <p:nvPr/>
        </p:nvSpPr>
        <p:spPr>
          <a:xfrm>
            <a:off x="685800" y="1138680"/>
            <a:ext cx="720900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Operations, gates, scaling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8" name=""/>
          <p:cNvSpPr txBox="1"/>
          <p:nvPr/>
        </p:nvSpPr>
        <p:spPr>
          <a:xfrm>
            <a:off x="685800" y="2190600"/>
            <a:ext cx="11556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#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9" name=""/>
          <p:cNvSpPr txBox="1"/>
          <p:nvPr/>
        </p:nvSpPr>
        <p:spPr>
          <a:xfrm>
            <a:off x="989640" y="2190600"/>
            <a:ext cx="9018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D E C I S I O N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"/>
          <p:cNvSpPr txBox="1"/>
          <p:nvPr/>
        </p:nvSpPr>
        <p:spPr>
          <a:xfrm>
            <a:off x="4842360" y="2190600"/>
            <a:ext cx="9853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RAT I O N A L E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"/>
          <p:cNvSpPr txBox="1"/>
          <p:nvPr/>
        </p:nvSpPr>
        <p:spPr>
          <a:xfrm>
            <a:off x="685800" y="259380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8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"/>
          <p:cNvSpPr txBox="1"/>
          <p:nvPr/>
        </p:nvSpPr>
        <p:spPr>
          <a:xfrm>
            <a:off x="989640" y="2593800"/>
            <a:ext cx="2200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HITL gate before any write action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"/>
          <p:cNvSpPr txBox="1"/>
          <p:nvPr/>
        </p:nvSpPr>
        <p:spPr>
          <a:xfrm>
            <a:off x="4842360" y="2593800"/>
            <a:ext cx="4449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Approve/Reject/Edit · auto-graduates to no-gate after N successes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"/>
          <p:cNvSpPr txBox="1"/>
          <p:nvPr/>
        </p:nvSpPr>
        <p:spPr>
          <a:xfrm>
            <a:off x="685800" y="302256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9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"/>
          <p:cNvSpPr txBox="1"/>
          <p:nvPr/>
        </p:nvSpPr>
        <p:spPr>
          <a:xfrm>
            <a:off x="989640" y="3022560"/>
            <a:ext cx="2291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Worker-local triage where possible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"/>
          <p:cNvSpPr txBox="1"/>
          <p:nvPr/>
        </p:nvSpPr>
        <p:spPr>
          <a:xfrm>
            <a:off x="4842360" y="3022560"/>
            <a:ext cx="4225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Eliminates Event Hub round-trip for self-contained namespaces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"/>
          <p:cNvSpPr txBox="1"/>
          <p:nvPr/>
        </p:nvSpPr>
        <p:spPr>
          <a:xfrm>
            <a:off x="685800" y="3441600"/>
            <a:ext cx="166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10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"/>
          <p:cNvSpPr txBox="1"/>
          <p:nvPr/>
        </p:nvSpPr>
        <p:spPr>
          <a:xfrm>
            <a:off x="989640" y="3441600"/>
            <a:ext cx="3172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Round-robin GitLab assignment, no namespace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"/>
          <p:cNvSpPr txBox="1"/>
          <p:nvPr/>
        </p:nvSpPr>
        <p:spPr>
          <a:xfrm>
            <a:off x="989640" y="3660840"/>
            <a:ext cx="681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ownership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"/>
          <p:cNvSpPr txBox="1"/>
          <p:nvPr/>
        </p:nvSpPr>
        <p:spPr>
          <a:xfrm>
            <a:off x="4842360" y="3441600"/>
            <a:ext cx="3154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Builds breadth · visible at standups via Kanban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"/>
          <p:cNvSpPr txBox="1"/>
          <p:nvPr/>
        </p:nvSpPr>
        <p:spPr>
          <a:xfrm>
            <a:off x="685800" y="4089240"/>
            <a:ext cx="166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11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2" name=""/>
          <p:cNvSpPr/>
          <p:nvPr/>
        </p:nvSpPr>
        <p:spPr>
          <a:xfrm>
            <a:off x="4838400" y="4095720"/>
            <a:ext cx="705240" cy="209880"/>
          </a:xfrm>
          <a:custGeom>
            <a:avLst/>
            <a:gdLst/>
            <a:ahLst/>
            <a:rect l="0" t="0" r="r" b="b"/>
            <a:pathLst>
              <a:path w="1959" h="583">
                <a:moveTo>
                  <a:pt x="0" y="47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853" y="0"/>
                </a:lnTo>
                <a:cubicBezTo>
                  <a:pt x="1867" y="0"/>
                  <a:pt x="1881" y="2"/>
                  <a:pt x="1894" y="8"/>
                </a:cubicBezTo>
                <a:cubicBezTo>
                  <a:pt x="1907" y="13"/>
                  <a:pt x="1918" y="21"/>
                  <a:pt x="1928" y="31"/>
                </a:cubicBezTo>
                <a:cubicBezTo>
                  <a:pt x="1938" y="41"/>
                  <a:pt x="1946" y="52"/>
                  <a:pt x="1951" y="65"/>
                </a:cubicBezTo>
                <a:cubicBezTo>
                  <a:pt x="1957" y="78"/>
                  <a:pt x="1959" y="91"/>
                  <a:pt x="1959" y="105"/>
                </a:cubicBezTo>
                <a:lnTo>
                  <a:pt x="1959" y="476"/>
                </a:lnTo>
                <a:cubicBezTo>
                  <a:pt x="1959" y="490"/>
                  <a:pt x="1957" y="503"/>
                  <a:pt x="1951" y="516"/>
                </a:cubicBezTo>
                <a:cubicBezTo>
                  <a:pt x="1946" y="529"/>
                  <a:pt x="1938" y="541"/>
                  <a:pt x="1928" y="551"/>
                </a:cubicBezTo>
                <a:cubicBezTo>
                  <a:pt x="1918" y="562"/>
                  <a:pt x="1907" y="569"/>
                  <a:pt x="1894" y="575"/>
                </a:cubicBezTo>
                <a:cubicBezTo>
                  <a:pt x="1881" y="580"/>
                  <a:pt x="1867" y="583"/>
                  <a:pt x="1853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1"/>
                </a:cubicBezTo>
                <a:cubicBezTo>
                  <a:pt x="21" y="541"/>
                  <a:pt x="14" y="529"/>
                  <a:pt x="8" y="516"/>
                </a:cubicBezTo>
                <a:cubicBezTo>
                  <a:pt x="3" y="503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"/>
          <p:cNvSpPr txBox="1"/>
          <p:nvPr/>
        </p:nvSpPr>
        <p:spPr>
          <a:xfrm>
            <a:off x="989640" y="4089240"/>
            <a:ext cx="2831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Skills are git-versioned, not in-line in CRDs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"/>
          <p:cNvSpPr txBox="1"/>
          <p:nvPr/>
        </p:nvSpPr>
        <p:spPr>
          <a:xfrm>
            <a:off x="4918680" y="4127040"/>
            <a:ext cx="5529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gitRefs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5" name=""/>
          <p:cNvSpPr txBox="1"/>
          <p:nvPr/>
        </p:nvSpPr>
        <p:spPr>
          <a:xfrm>
            <a:off x="5545800" y="4089240"/>
            <a:ext cx="3353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skills library reviewable in PRs · CRD stays small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6" name=""/>
          <p:cNvSpPr txBox="1"/>
          <p:nvPr/>
        </p:nvSpPr>
        <p:spPr>
          <a:xfrm>
            <a:off x="685800" y="4508280"/>
            <a:ext cx="166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12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4838400" y="4514760"/>
            <a:ext cx="1181520" cy="209880"/>
          </a:xfrm>
          <a:custGeom>
            <a:avLst/>
            <a:gdLst/>
            <a:ahLst/>
            <a:rect l="0" t="0" r="r" b="b"/>
            <a:pathLst>
              <a:path w="3282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3176" y="0"/>
                </a:lnTo>
                <a:cubicBezTo>
                  <a:pt x="3190" y="0"/>
                  <a:pt x="3204" y="2"/>
                  <a:pt x="3217" y="8"/>
                </a:cubicBezTo>
                <a:cubicBezTo>
                  <a:pt x="3230" y="13"/>
                  <a:pt x="3241" y="21"/>
                  <a:pt x="3251" y="31"/>
                </a:cubicBezTo>
                <a:cubicBezTo>
                  <a:pt x="3261" y="41"/>
                  <a:pt x="3269" y="52"/>
                  <a:pt x="3274" y="65"/>
                </a:cubicBezTo>
                <a:cubicBezTo>
                  <a:pt x="3279" y="78"/>
                  <a:pt x="3282" y="92"/>
                  <a:pt x="3282" y="106"/>
                </a:cubicBezTo>
                <a:lnTo>
                  <a:pt x="3282" y="476"/>
                </a:lnTo>
                <a:cubicBezTo>
                  <a:pt x="3282" y="490"/>
                  <a:pt x="3279" y="504"/>
                  <a:pt x="3274" y="516"/>
                </a:cubicBezTo>
                <a:cubicBezTo>
                  <a:pt x="3269" y="529"/>
                  <a:pt x="3261" y="541"/>
                  <a:pt x="3251" y="551"/>
                </a:cubicBezTo>
                <a:cubicBezTo>
                  <a:pt x="3241" y="562"/>
                  <a:pt x="3230" y="569"/>
                  <a:pt x="3217" y="575"/>
                </a:cubicBezTo>
                <a:cubicBezTo>
                  <a:pt x="3204" y="580"/>
                  <a:pt x="3190" y="583"/>
                  <a:pt x="3176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1"/>
                </a:cubicBezTo>
                <a:cubicBezTo>
                  <a:pt x="21" y="541"/>
                  <a:pt x="14" y="529"/>
                  <a:pt x="8" y="516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"/>
          <p:cNvSpPr txBox="1"/>
          <p:nvPr/>
        </p:nvSpPr>
        <p:spPr>
          <a:xfrm>
            <a:off x="989640" y="4508280"/>
            <a:ext cx="2100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Agent prompts committed to Git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9" name=""/>
          <p:cNvSpPr txBox="1"/>
          <p:nvPr/>
        </p:nvSpPr>
        <p:spPr>
          <a:xfrm>
            <a:off x="4918680" y="4546080"/>
            <a:ext cx="10263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systemMessage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0" name=""/>
          <p:cNvSpPr txBox="1"/>
          <p:nvPr/>
        </p:nvSpPr>
        <p:spPr>
          <a:xfrm>
            <a:off x="6017760" y="4508280"/>
            <a:ext cx="33876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is a code artefact · changes go through PR review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1" name=""/>
          <p:cNvSpPr txBox="1"/>
          <p:nvPr/>
        </p:nvSpPr>
        <p:spPr>
          <a:xfrm>
            <a:off x="685800" y="4937040"/>
            <a:ext cx="166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13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"/>
          <p:cNvSpPr txBox="1"/>
          <p:nvPr/>
        </p:nvSpPr>
        <p:spPr>
          <a:xfrm>
            <a:off x="989640" y="4937040"/>
            <a:ext cx="3055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3-layer dedup </a:t>
            </a:r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(Alloy / Sensor rate / script TTL)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"/>
          <p:cNvSpPr txBox="1"/>
          <p:nvPr/>
        </p:nvSpPr>
        <p:spPr>
          <a:xfrm>
            <a:off x="4842360" y="4937040"/>
            <a:ext cx="43250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Single layer brittle under storms · three layers means one can fail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4" name=""/>
          <p:cNvSpPr txBox="1"/>
          <p:nvPr/>
        </p:nvSpPr>
        <p:spPr>
          <a:xfrm>
            <a:off x="685800" y="5356080"/>
            <a:ext cx="166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14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5" name=""/>
          <p:cNvSpPr txBox="1"/>
          <p:nvPr/>
        </p:nvSpPr>
        <p:spPr>
          <a:xfrm>
            <a:off x="989640" y="5356080"/>
            <a:ext cx="25329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agentgateway as single LLM exit point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6" name=""/>
          <p:cNvSpPr txBox="1"/>
          <p:nvPr/>
        </p:nvSpPr>
        <p:spPr>
          <a:xfrm>
            <a:off x="4842360" y="5356080"/>
            <a:ext cx="6043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One place for token tracking, guardrails, UAMI auth, OTel · agents don't know about Azure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"/>
          <p:cNvSpPr txBox="1"/>
          <p:nvPr/>
        </p:nvSpPr>
        <p:spPr>
          <a:xfrm>
            <a:off x="4842360" y="5575320"/>
            <a:ext cx="1046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OpenAI directly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"/>
          <p:cNvSpPr txBox="1"/>
          <p:nvPr/>
        </p:nvSpPr>
        <p:spPr>
          <a:xfrm>
            <a:off x="1177020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25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"/>
          <p:cNvSpPr txBox="1"/>
          <p:nvPr/>
        </p:nvSpPr>
        <p:spPr>
          <a:xfrm>
            <a:off x="5595840" y="2541960"/>
            <a:ext cx="1208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S E C T I O N   0 5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"/>
          <p:cNvSpPr txBox="1"/>
          <p:nvPr/>
        </p:nvSpPr>
        <p:spPr>
          <a:xfrm>
            <a:off x="4178520" y="2705400"/>
            <a:ext cx="4611240" cy="966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40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Agent Cards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"/>
          <p:cNvSpPr txBox="1"/>
          <p:nvPr/>
        </p:nvSpPr>
        <p:spPr>
          <a:xfrm>
            <a:off x="4039560" y="3828240"/>
            <a:ext cx="417096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25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~20 agents · 5 grouped patterns</a:t>
            </a:r>
            <a:endParaRPr lang="en-GB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"/>
          <p:cNvSpPr txBox="1"/>
          <p:nvPr/>
        </p:nvSpPr>
        <p:spPr>
          <a:xfrm>
            <a:off x="1176732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26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1" name=""/>
          <p:cNvSpPr/>
          <p:nvPr/>
        </p:nvSpPr>
        <p:spPr>
          <a:xfrm>
            <a:off x="685440" y="2057040"/>
            <a:ext cx="2134080" cy="19440"/>
          </a:xfrm>
          <a:custGeom>
            <a:avLst/>
            <a:gdLst/>
            <a:ahLst/>
            <a:rect l="0" t="0" r="r" b="b"/>
            <a:pathLst>
              <a:path w="5928" h="54">
                <a:moveTo>
                  <a:pt x="0" y="0"/>
                </a:moveTo>
                <a:lnTo>
                  <a:pt x="5928" y="0"/>
                </a:lnTo>
                <a:lnTo>
                  <a:pt x="592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2" name=""/>
          <p:cNvSpPr/>
          <p:nvPr/>
        </p:nvSpPr>
        <p:spPr>
          <a:xfrm>
            <a:off x="2819160" y="2057040"/>
            <a:ext cx="8687160" cy="19440"/>
          </a:xfrm>
          <a:custGeom>
            <a:avLst/>
            <a:gdLst/>
            <a:ahLst/>
            <a:rect l="0" t="0" r="r" b="b"/>
            <a:pathLst>
              <a:path w="24131" h="54">
                <a:moveTo>
                  <a:pt x="0" y="0"/>
                </a:moveTo>
                <a:lnTo>
                  <a:pt x="24131" y="0"/>
                </a:lnTo>
                <a:lnTo>
                  <a:pt x="2413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"/>
          <p:cNvSpPr/>
          <p:nvPr/>
        </p:nvSpPr>
        <p:spPr>
          <a:xfrm>
            <a:off x="685440" y="2714400"/>
            <a:ext cx="2134080" cy="10080"/>
          </a:xfrm>
          <a:custGeom>
            <a:avLst/>
            <a:gdLst/>
            <a:ahLst/>
            <a:rect l="0" t="0" r="r" b="b"/>
            <a:pathLst>
              <a:path w="5928" h="28">
                <a:moveTo>
                  <a:pt x="0" y="0"/>
                </a:moveTo>
                <a:lnTo>
                  <a:pt x="5928" y="0"/>
                </a:lnTo>
                <a:lnTo>
                  <a:pt x="5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"/>
          <p:cNvSpPr/>
          <p:nvPr/>
        </p:nvSpPr>
        <p:spPr>
          <a:xfrm>
            <a:off x="2819160" y="2714400"/>
            <a:ext cx="8687160" cy="10080"/>
          </a:xfrm>
          <a:custGeom>
            <a:avLst/>
            <a:gdLst/>
            <a:ahLst/>
            <a:rect l="0" t="0" r="r" b="b"/>
            <a:pathLst>
              <a:path w="24131" h="28">
                <a:moveTo>
                  <a:pt x="0" y="0"/>
                </a:moveTo>
                <a:lnTo>
                  <a:pt x="24131" y="0"/>
                </a:lnTo>
                <a:lnTo>
                  <a:pt x="241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"/>
          <p:cNvSpPr/>
          <p:nvPr/>
        </p:nvSpPr>
        <p:spPr>
          <a:xfrm>
            <a:off x="685440" y="3362040"/>
            <a:ext cx="2134080" cy="10080"/>
          </a:xfrm>
          <a:custGeom>
            <a:avLst/>
            <a:gdLst/>
            <a:ahLst/>
            <a:rect l="0" t="0" r="r" b="b"/>
            <a:pathLst>
              <a:path w="5928" h="28">
                <a:moveTo>
                  <a:pt x="0" y="0"/>
                </a:moveTo>
                <a:lnTo>
                  <a:pt x="5928" y="0"/>
                </a:lnTo>
                <a:lnTo>
                  <a:pt x="5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"/>
          <p:cNvSpPr/>
          <p:nvPr/>
        </p:nvSpPr>
        <p:spPr>
          <a:xfrm>
            <a:off x="2819160" y="3362040"/>
            <a:ext cx="8687160" cy="10080"/>
          </a:xfrm>
          <a:custGeom>
            <a:avLst/>
            <a:gdLst/>
            <a:ahLst/>
            <a:rect l="0" t="0" r="r" b="b"/>
            <a:pathLst>
              <a:path w="24131" h="28">
                <a:moveTo>
                  <a:pt x="0" y="0"/>
                </a:moveTo>
                <a:lnTo>
                  <a:pt x="24131" y="0"/>
                </a:lnTo>
                <a:lnTo>
                  <a:pt x="241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"/>
          <p:cNvSpPr/>
          <p:nvPr/>
        </p:nvSpPr>
        <p:spPr>
          <a:xfrm>
            <a:off x="685440" y="3781080"/>
            <a:ext cx="2134080" cy="10080"/>
          </a:xfrm>
          <a:custGeom>
            <a:avLst/>
            <a:gdLst/>
            <a:ahLst/>
            <a:rect l="0" t="0" r="r" b="b"/>
            <a:pathLst>
              <a:path w="5928" h="28">
                <a:moveTo>
                  <a:pt x="0" y="0"/>
                </a:moveTo>
                <a:lnTo>
                  <a:pt x="5928" y="0"/>
                </a:lnTo>
                <a:lnTo>
                  <a:pt x="5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"/>
          <p:cNvSpPr/>
          <p:nvPr/>
        </p:nvSpPr>
        <p:spPr>
          <a:xfrm>
            <a:off x="2819160" y="3781080"/>
            <a:ext cx="8687160" cy="10080"/>
          </a:xfrm>
          <a:custGeom>
            <a:avLst/>
            <a:gdLst/>
            <a:ahLst/>
            <a:rect l="0" t="0" r="r" b="b"/>
            <a:pathLst>
              <a:path w="24131" h="28">
                <a:moveTo>
                  <a:pt x="0" y="0"/>
                </a:moveTo>
                <a:lnTo>
                  <a:pt x="24131" y="0"/>
                </a:lnTo>
                <a:lnTo>
                  <a:pt x="241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"/>
          <p:cNvSpPr/>
          <p:nvPr/>
        </p:nvSpPr>
        <p:spPr>
          <a:xfrm>
            <a:off x="685440" y="4429080"/>
            <a:ext cx="2134080" cy="9720"/>
          </a:xfrm>
          <a:custGeom>
            <a:avLst/>
            <a:gdLst/>
            <a:ahLst/>
            <a:rect l="0" t="0" r="r" b="b"/>
            <a:pathLst>
              <a:path w="5928" h="27">
                <a:moveTo>
                  <a:pt x="0" y="0"/>
                </a:moveTo>
                <a:lnTo>
                  <a:pt x="5928" y="0"/>
                </a:lnTo>
                <a:lnTo>
                  <a:pt x="59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"/>
          <p:cNvSpPr/>
          <p:nvPr/>
        </p:nvSpPr>
        <p:spPr>
          <a:xfrm>
            <a:off x="2819160" y="4429080"/>
            <a:ext cx="8687160" cy="9720"/>
          </a:xfrm>
          <a:custGeom>
            <a:avLst/>
            <a:gdLst/>
            <a:ahLst/>
            <a:rect l="0" t="0" r="r" b="b"/>
            <a:pathLst>
              <a:path w="24131" h="27">
                <a:moveTo>
                  <a:pt x="0" y="0"/>
                </a:moveTo>
                <a:lnTo>
                  <a:pt x="24131" y="0"/>
                </a:lnTo>
                <a:lnTo>
                  <a:pt x="241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"/>
          <p:cNvSpPr/>
          <p:nvPr/>
        </p:nvSpPr>
        <p:spPr>
          <a:xfrm>
            <a:off x="685440" y="4848120"/>
            <a:ext cx="2134080" cy="9720"/>
          </a:xfrm>
          <a:custGeom>
            <a:avLst/>
            <a:gdLst/>
            <a:ahLst/>
            <a:rect l="0" t="0" r="r" b="b"/>
            <a:pathLst>
              <a:path w="5928" h="27">
                <a:moveTo>
                  <a:pt x="0" y="0"/>
                </a:moveTo>
                <a:lnTo>
                  <a:pt x="5928" y="0"/>
                </a:lnTo>
                <a:lnTo>
                  <a:pt x="59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"/>
          <p:cNvSpPr/>
          <p:nvPr/>
        </p:nvSpPr>
        <p:spPr>
          <a:xfrm>
            <a:off x="2819160" y="4848120"/>
            <a:ext cx="8687160" cy="9720"/>
          </a:xfrm>
          <a:custGeom>
            <a:avLst/>
            <a:gdLst/>
            <a:ahLst/>
            <a:rect l="0" t="0" r="r" b="b"/>
            <a:pathLst>
              <a:path w="24131" h="27">
                <a:moveTo>
                  <a:pt x="0" y="0"/>
                </a:moveTo>
                <a:lnTo>
                  <a:pt x="24131" y="0"/>
                </a:lnTo>
                <a:lnTo>
                  <a:pt x="241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"/>
          <p:cNvSpPr/>
          <p:nvPr/>
        </p:nvSpPr>
        <p:spPr>
          <a:xfrm>
            <a:off x="685440" y="5495760"/>
            <a:ext cx="2134080" cy="9720"/>
          </a:xfrm>
          <a:custGeom>
            <a:avLst/>
            <a:gdLst/>
            <a:ahLst/>
            <a:rect l="0" t="0" r="r" b="b"/>
            <a:pathLst>
              <a:path w="5928" h="27">
                <a:moveTo>
                  <a:pt x="0" y="0"/>
                </a:moveTo>
                <a:lnTo>
                  <a:pt x="5928" y="0"/>
                </a:lnTo>
                <a:lnTo>
                  <a:pt x="59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"/>
          <p:cNvSpPr/>
          <p:nvPr/>
        </p:nvSpPr>
        <p:spPr>
          <a:xfrm>
            <a:off x="2819160" y="5495760"/>
            <a:ext cx="8687160" cy="9720"/>
          </a:xfrm>
          <a:custGeom>
            <a:avLst/>
            <a:gdLst/>
            <a:ahLst/>
            <a:rect l="0" t="0" r="r" b="b"/>
            <a:pathLst>
              <a:path w="24131" h="27">
                <a:moveTo>
                  <a:pt x="0" y="0"/>
                </a:moveTo>
                <a:lnTo>
                  <a:pt x="24131" y="0"/>
                </a:lnTo>
                <a:lnTo>
                  <a:pt x="241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"/>
          <p:cNvSpPr/>
          <p:nvPr/>
        </p:nvSpPr>
        <p:spPr>
          <a:xfrm>
            <a:off x="685440" y="5914800"/>
            <a:ext cx="2134080" cy="10080"/>
          </a:xfrm>
          <a:custGeom>
            <a:avLst/>
            <a:gdLst/>
            <a:ahLst/>
            <a:rect l="0" t="0" r="r" b="b"/>
            <a:pathLst>
              <a:path w="5928" h="28">
                <a:moveTo>
                  <a:pt x="0" y="0"/>
                </a:moveTo>
                <a:lnTo>
                  <a:pt x="5928" y="0"/>
                </a:lnTo>
                <a:lnTo>
                  <a:pt x="59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6" name=""/>
          <p:cNvSpPr/>
          <p:nvPr/>
        </p:nvSpPr>
        <p:spPr>
          <a:xfrm>
            <a:off x="2819160" y="5914800"/>
            <a:ext cx="8687160" cy="10080"/>
          </a:xfrm>
          <a:custGeom>
            <a:avLst/>
            <a:gdLst/>
            <a:ahLst/>
            <a:rect l="0" t="0" r="r" b="b"/>
            <a:pathLst>
              <a:path w="24131" h="28">
                <a:moveTo>
                  <a:pt x="0" y="0"/>
                </a:moveTo>
                <a:lnTo>
                  <a:pt x="24131" y="0"/>
                </a:lnTo>
                <a:lnTo>
                  <a:pt x="241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"/>
          <p:cNvSpPr/>
          <p:nvPr/>
        </p:nvSpPr>
        <p:spPr>
          <a:xfrm>
            <a:off x="685440" y="6343560"/>
            <a:ext cx="2134080" cy="9720"/>
          </a:xfrm>
          <a:custGeom>
            <a:avLst/>
            <a:gdLst/>
            <a:ahLst/>
            <a:rect l="0" t="0" r="r" b="b"/>
            <a:pathLst>
              <a:path w="5928" h="27">
                <a:moveTo>
                  <a:pt x="0" y="0"/>
                </a:moveTo>
                <a:lnTo>
                  <a:pt x="5928" y="0"/>
                </a:lnTo>
                <a:lnTo>
                  <a:pt x="59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2819160" y="6343560"/>
            <a:ext cx="8687160" cy="9720"/>
          </a:xfrm>
          <a:custGeom>
            <a:avLst/>
            <a:gdLst/>
            <a:ahLst/>
            <a:rect l="0" t="0" r="r" b="b"/>
            <a:pathLst>
              <a:path w="24131" h="27">
                <a:moveTo>
                  <a:pt x="0" y="0"/>
                </a:moveTo>
                <a:lnTo>
                  <a:pt x="24131" y="0"/>
                </a:lnTo>
                <a:lnTo>
                  <a:pt x="241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"/>
          <p:cNvSpPr txBox="1"/>
          <p:nvPr/>
        </p:nvSpPr>
        <p:spPr>
          <a:xfrm>
            <a:off x="685800" y="520200"/>
            <a:ext cx="25459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C O M M O N   C A R D   F I E L D S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"/>
          <p:cNvSpPr txBox="1"/>
          <p:nvPr/>
        </p:nvSpPr>
        <p:spPr>
          <a:xfrm>
            <a:off x="685800" y="719640"/>
            <a:ext cx="1103868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Shared across all cards (unless flagged)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"/>
          <p:cNvSpPr txBox="1"/>
          <p:nvPr/>
        </p:nvSpPr>
        <p:spPr>
          <a:xfrm>
            <a:off x="685800" y="1771560"/>
            <a:ext cx="52848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F I E L D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"/>
          <p:cNvSpPr txBox="1"/>
          <p:nvPr/>
        </p:nvSpPr>
        <p:spPr>
          <a:xfrm>
            <a:off x="2816280" y="1771560"/>
            <a:ext cx="146124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C O M M O N   VA L U E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"/>
          <p:cNvSpPr txBox="1"/>
          <p:nvPr/>
        </p:nvSpPr>
        <p:spPr>
          <a:xfrm>
            <a:off x="685800" y="2174760"/>
            <a:ext cx="5403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Process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"/>
          <p:cNvSpPr/>
          <p:nvPr/>
        </p:nvSpPr>
        <p:spPr>
          <a:xfrm>
            <a:off x="3705120" y="2180880"/>
            <a:ext cx="1095480" cy="210240"/>
          </a:xfrm>
          <a:custGeom>
            <a:avLst/>
            <a:gdLst/>
            <a:ahLst/>
            <a:rect l="0" t="0" r="r" b="b"/>
            <a:pathLst>
              <a:path w="3043" h="584">
                <a:moveTo>
                  <a:pt x="0" y="478"/>
                </a:moveTo>
                <a:lnTo>
                  <a:pt x="0" y="107"/>
                </a:ln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2938" y="0"/>
                </a:lnTo>
                <a:cubicBezTo>
                  <a:pt x="2952" y="0"/>
                  <a:pt x="2965" y="3"/>
                  <a:pt x="2978" y="9"/>
                </a:cubicBezTo>
                <a:cubicBezTo>
                  <a:pt x="2991" y="14"/>
                  <a:pt x="3003" y="22"/>
                  <a:pt x="3013" y="31"/>
                </a:cubicBezTo>
                <a:cubicBezTo>
                  <a:pt x="3022" y="41"/>
                  <a:pt x="3030" y="54"/>
                  <a:pt x="3035" y="67"/>
                </a:cubicBezTo>
                <a:cubicBezTo>
                  <a:pt x="3041" y="80"/>
                  <a:pt x="3043" y="93"/>
                  <a:pt x="3043" y="107"/>
                </a:cubicBezTo>
                <a:lnTo>
                  <a:pt x="3043" y="478"/>
                </a:lnTo>
                <a:cubicBezTo>
                  <a:pt x="3043" y="492"/>
                  <a:pt x="3041" y="505"/>
                  <a:pt x="3035" y="518"/>
                </a:cubicBezTo>
                <a:cubicBezTo>
                  <a:pt x="3030" y="531"/>
                  <a:pt x="3022" y="543"/>
                  <a:pt x="3013" y="553"/>
                </a:cubicBezTo>
                <a:cubicBezTo>
                  <a:pt x="3003" y="562"/>
                  <a:pt x="2991" y="570"/>
                  <a:pt x="2978" y="575"/>
                </a:cubicBezTo>
                <a:cubicBezTo>
                  <a:pt x="2965" y="581"/>
                  <a:pt x="2952" y="584"/>
                  <a:pt x="2938" y="584"/>
                </a:cubicBezTo>
                <a:lnTo>
                  <a:pt x="106" y="584"/>
                </a:lnTo>
                <a:cubicBezTo>
                  <a:pt x="92" y="584"/>
                  <a:pt x="78" y="581"/>
                  <a:pt x="65" y="575"/>
                </a:cubicBezTo>
                <a:cubicBezTo>
                  <a:pt x="52" y="570"/>
                  <a:pt x="41" y="562"/>
                  <a:pt x="31" y="553"/>
                </a:cubicBezTo>
                <a:cubicBezTo>
                  <a:pt x="21" y="543"/>
                  <a:pt x="13" y="531"/>
                  <a:pt x="8" y="518"/>
                </a:cubicBezTo>
                <a:cubicBezTo>
                  <a:pt x="2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"/>
          <p:cNvSpPr txBox="1"/>
          <p:nvPr/>
        </p:nvSpPr>
        <p:spPr>
          <a:xfrm>
            <a:off x="2816280" y="2174760"/>
            <a:ext cx="9057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Receive A2A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"/>
          <p:cNvSpPr txBox="1"/>
          <p:nvPr/>
        </p:nvSpPr>
        <p:spPr>
          <a:xfrm>
            <a:off x="3776760" y="2212200"/>
            <a:ext cx="9475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message/send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"/>
          <p:cNvSpPr txBox="1"/>
          <p:nvPr/>
        </p:nvSpPr>
        <p:spPr>
          <a:xfrm>
            <a:off x="4797000" y="217476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"/>
          <p:cNvSpPr txBox="1"/>
          <p:nvPr/>
        </p:nvSpPr>
        <p:spPr>
          <a:xfrm>
            <a:off x="4835160" y="218988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"/>
          <p:cNvSpPr txBox="1"/>
          <p:nvPr/>
        </p:nvSpPr>
        <p:spPr>
          <a:xfrm>
            <a:off x="4983840" y="2174760"/>
            <a:ext cx="14601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load skills + memory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"/>
          <p:cNvSpPr txBox="1"/>
          <p:nvPr/>
        </p:nvSpPr>
        <p:spPr>
          <a:xfrm>
            <a:off x="6435000" y="218988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1" name=""/>
          <p:cNvSpPr txBox="1"/>
          <p:nvPr/>
        </p:nvSpPr>
        <p:spPr>
          <a:xfrm>
            <a:off x="6583680" y="2174760"/>
            <a:ext cx="1038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call MCP tools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"/>
          <p:cNvSpPr txBox="1"/>
          <p:nvPr/>
        </p:nvSpPr>
        <p:spPr>
          <a:xfrm>
            <a:off x="7623000" y="218988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3" name=""/>
          <p:cNvSpPr txBox="1"/>
          <p:nvPr/>
        </p:nvSpPr>
        <p:spPr>
          <a:xfrm>
            <a:off x="7771680" y="2174760"/>
            <a:ext cx="813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summarise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4" name=""/>
          <p:cNvSpPr txBox="1"/>
          <p:nvPr/>
        </p:nvSpPr>
        <p:spPr>
          <a:xfrm>
            <a:off x="8597160" y="218988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"/>
          <p:cNvSpPr txBox="1"/>
          <p:nvPr/>
        </p:nvSpPr>
        <p:spPr>
          <a:xfrm>
            <a:off x="8745840" y="2174760"/>
            <a:ext cx="25902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return JSON-RPC result. Optional A2A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"/>
          <p:cNvSpPr/>
          <p:nvPr/>
        </p:nvSpPr>
        <p:spPr>
          <a:xfrm>
            <a:off x="3257280" y="2409480"/>
            <a:ext cx="2048400" cy="210240"/>
          </a:xfrm>
          <a:custGeom>
            <a:avLst/>
            <a:gdLst/>
            <a:ahLst/>
            <a:rect l="0" t="0" r="r" b="b"/>
            <a:pathLst>
              <a:path w="5690" h="584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5584" y="0"/>
                </a:lnTo>
                <a:cubicBezTo>
                  <a:pt x="5598" y="0"/>
                  <a:pt x="5611" y="3"/>
                  <a:pt x="5624" y="9"/>
                </a:cubicBezTo>
                <a:cubicBezTo>
                  <a:pt x="5637" y="14"/>
                  <a:pt x="5649" y="22"/>
                  <a:pt x="5659" y="31"/>
                </a:cubicBezTo>
                <a:cubicBezTo>
                  <a:pt x="5669" y="41"/>
                  <a:pt x="5676" y="53"/>
                  <a:pt x="5682" y="66"/>
                </a:cubicBezTo>
                <a:cubicBezTo>
                  <a:pt x="5687" y="79"/>
                  <a:pt x="5690" y="92"/>
                  <a:pt x="5690" y="106"/>
                </a:cubicBezTo>
                <a:lnTo>
                  <a:pt x="5690" y="477"/>
                </a:lnTo>
                <a:cubicBezTo>
                  <a:pt x="5690" y="491"/>
                  <a:pt x="5687" y="504"/>
                  <a:pt x="5682" y="517"/>
                </a:cubicBezTo>
                <a:cubicBezTo>
                  <a:pt x="5676" y="530"/>
                  <a:pt x="5669" y="542"/>
                  <a:pt x="5659" y="552"/>
                </a:cubicBezTo>
                <a:cubicBezTo>
                  <a:pt x="5649" y="561"/>
                  <a:pt x="5637" y="569"/>
                  <a:pt x="5624" y="574"/>
                </a:cubicBezTo>
                <a:cubicBezTo>
                  <a:pt x="5611" y="580"/>
                  <a:pt x="5598" y="584"/>
                  <a:pt x="5584" y="584"/>
                </a:cubicBezTo>
                <a:lnTo>
                  <a:pt x="106" y="584"/>
                </a:lnTo>
                <a:cubicBezTo>
                  <a:pt x="92" y="584"/>
                  <a:pt x="79" y="580"/>
                  <a:pt x="66" y="574"/>
                </a:cubicBezTo>
                <a:cubicBezTo>
                  <a:pt x="53" y="569"/>
                  <a:pt x="41" y="561"/>
                  <a:pt x="31" y="552"/>
                </a:cubicBezTo>
                <a:cubicBezTo>
                  <a:pt x="21" y="542"/>
                  <a:pt x="14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"/>
          <p:cNvSpPr txBox="1"/>
          <p:nvPr/>
        </p:nvSpPr>
        <p:spPr>
          <a:xfrm>
            <a:off x="2816280" y="2403360"/>
            <a:ext cx="4406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call to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"/>
          <p:cNvSpPr txBox="1"/>
          <p:nvPr/>
        </p:nvSpPr>
        <p:spPr>
          <a:xfrm>
            <a:off x="3336480" y="2440800"/>
            <a:ext cx="18943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gitops-remediation-agent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"/>
          <p:cNvSpPr txBox="1"/>
          <p:nvPr/>
        </p:nvSpPr>
        <p:spPr>
          <a:xfrm>
            <a:off x="5301000" y="2403360"/>
            <a:ext cx="6066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for fixes.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"/>
          <p:cNvSpPr txBox="1"/>
          <p:nvPr/>
        </p:nvSpPr>
        <p:spPr>
          <a:xfrm>
            <a:off x="685800" y="2822400"/>
            <a:ext cx="10382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Communication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"/>
          <p:cNvSpPr/>
          <p:nvPr/>
        </p:nvSpPr>
        <p:spPr>
          <a:xfrm>
            <a:off x="7886520" y="2828880"/>
            <a:ext cx="1572120" cy="209880"/>
          </a:xfrm>
          <a:custGeom>
            <a:avLst/>
            <a:gdLst/>
            <a:ahLst/>
            <a:rect l="0" t="0" r="r" b="b"/>
            <a:pathLst>
              <a:path w="4367" h="583">
                <a:moveTo>
                  <a:pt x="0" y="47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261" y="0"/>
                </a:lnTo>
                <a:cubicBezTo>
                  <a:pt x="4275" y="0"/>
                  <a:pt x="4288" y="2"/>
                  <a:pt x="4301" y="8"/>
                </a:cubicBezTo>
                <a:cubicBezTo>
                  <a:pt x="4314" y="13"/>
                  <a:pt x="4326" y="21"/>
                  <a:pt x="4336" y="31"/>
                </a:cubicBezTo>
                <a:cubicBezTo>
                  <a:pt x="4346" y="41"/>
                  <a:pt x="4353" y="52"/>
                  <a:pt x="4359" y="65"/>
                </a:cubicBezTo>
                <a:cubicBezTo>
                  <a:pt x="4364" y="78"/>
                  <a:pt x="4367" y="91"/>
                  <a:pt x="4367" y="105"/>
                </a:cubicBezTo>
                <a:lnTo>
                  <a:pt x="4367" y="476"/>
                </a:lnTo>
                <a:cubicBezTo>
                  <a:pt x="4367" y="490"/>
                  <a:pt x="4364" y="503"/>
                  <a:pt x="4359" y="516"/>
                </a:cubicBezTo>
                <a:cubicBezTo>
                  <a:pt x="4353" y="529"/>
                  <a:pt x="4346" y="541"/>
                  <a:pt x="4336" y="551"/>
                </a:cubicBezTo>
                <a:cubicBezTo>
                  <a:pt x="4326" y="561"/>
                  <a:pt x="4314" y="568"/>
                  <a:pt x="4301" y="574"/>
                </a:cubicBezTo>
                <a:cubicBezTo>
                  <a:pt x="4288" y="579"/>
                  <a:pt x="4275" y="583"/>
                  <a:pt x="4261" y="583"/>
                </a:cubicBezTo>
                <a:lnTo>
                  <a:pt x="106" y="583"/>
                </a:lnTo>
                <a:cubicBezTo>
                  <a:pt x="92" y="583"/>
                  <a:pt x="78" y="579"/>
                  <a:pt x="65" y="574"/>
                </a:cubicBezTo>
                <a:cubicBezTo>
                  <a:pt x="52" y="568"/>
                  <a:pt x="41" y="561"/>
                  <a:pt x="31" y="551"/>
                </a:cubicBezTo>
                <a:cubicBezTo>
                  <a:pt x="21" y="541"/>
                  <a:pt x="13" y="529"/>
                  <a:pt x="8" y="516"/>
                </a:cubicBezTo>
                <a:cubicBezTo>
                  <a:pt x="3" y="503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"/>
          <p:cNvSpPr txBox="1"/>
          <p:nvPr/>
        </p:nvSpPr>
        <p:spPr>
          <a:xfrm>
            <a:off x="2816280" y="2822400"/>
            <a:ext cx="5097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Inbound: A2A from Argo Workflow. Outbound: A2A to other agents · MCP to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"/>
          <p:cNvSpPr txBox="1"/>
          <p:nvPr/>
        </p:nvSpPr>
        <p:spPr>
          <a:xfrm>
            <a:off x="7962480" y="2860200"/>
            <a:ext cx="14209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kagent-tool-server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"/>
          <p:cNvSpPr/>
          <p:nvPr/>
        </p:nvSpPr>
        <p:spPr>
          <a:xfrm>
            <a:off x="9524880" y="2828880"/>
            <a:ext cx="705240" cy="209880"/>
          </a:xfrm>
          <a:custGeom>
            <a:avLst/>
            <a:gdLst/>
            <a:ahLst/>
            <a:rect l="0" t="0" r="r" b="b"/>
            <a:pathLst>
              <a:path w="1959" h="583">
                <a:moveTo>
                  <a:pt x="0" y="47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852" y="0"/>
                </a:lnTo>
                <a:cubicBezTo>
                  <a:pt x="1866" y="0"/>
                  <a:pt x="1879" y="2"/>
                  <a:pt x="1892" y="8"/>
                </a:cubicBezTo>
                <a:cubicBezTo>
                  <a:pt x="1905" y="13"/>
                  <a:pt x="1917" y="21"/>
                  <a:pt x="1928" y="31"/>
                </a:cubicBezTo>
                <a:cubicBezTo>
                  <a:pt x="1938" y="41"/>
                  <a:pt x="1945" y="52"/>
                  <a:pt x="1951" y="65"/>
                </a:cubicBezTo>
                <a:cubicBezTo>
                  <a:pt x="1956" y="78"/>
                  <a:pt x="1959" y="91"/>
                  <a:pt x="1959" y="105"/>
                </a:cubicBezTo>
                <a:lnTo>
                  <a:pt x="1959" y="476"/>
                </a:lnTo>
                <a:cubicBezTo>
                  <a:pt x="1959" y="490"/>
                  <a:pt x="1956" y="503"/>
                  <a:pt x="1951" y="516"/>
                </a:cubicBezTo>
                <a:cubicBezTo>
                  <a:pt x="1945" y="529"/>
                  <a:pt x="1938" y="541"/>
                  <a:pt x="1928" y="551"/>
                </a:cubicBezTo>
                <a:cubicBezTo>
                  <a:pt x="1917" y="561"/>
                  <a:pt x="1905" y="568"/>
                  <a:pt x="1892" y="574"/>
                </a:cubicBezTo>
                <a:cubicBezTo>
                  <a:pt x="1879" y="579"/>
                  <a:pt x="1866" y="583"/>
                  <a:pt x="1852" y="583"/>
                </a:cubicBezTo>
                <a:lnTo>
                  <a:pt x="106" y="583"/>
                </a:lnTo>
                <a:cubicBezTo>
                  <a:pt x="92" y="583"/>
                  <a:pt x="78" y="579"/>
                  <a:pt x="65" y="574"/>
                </a:cubicBezTo>
                <a:cubicBezTo>
                  <a:pt x="52" y="568"/>
                  <a:pt x="41" y="561"/>
                  <a:pt x="31" y="551"/>
                </a:cubicBezTo>
                <a:cubicBezTo>
                  <a:pt x="21" y="541"/>
                  <a:pt x="13" y="529"/>
                  <a:pt x="8" y="516"/>
                </a:cubicBezTo>
                <a:cubicBezTo>
                  <a:pt x="3" y="503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"/>
          <p:cNvSpPr txBox="1"/>
          <p:nvPr/>
        </p:nvSpPr>
        <p:spPr>
          <a:xfrm>
            <a:off x="9454680" y="282240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,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6" name=""/>
          <p:cNvSpPr txBox="1"/>
          <p:nvPr/>
        </p:nvSpPr>
        <p:spPr>
          <a:xfrm>
            <a:off x="9604800" y="2860200"/>
            <a:ext cx="5529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aks-mcp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7" name=""/>
          <p:cNvSpPr/>
          <p:nvPr/>
        </p:nvSpPr>
        <p:spPr>
          <a:xfrm>
            <a:off x="10305720" y="2828880"/>
            <a:ext cx="943560" cy="209880"/>
          </a:xfrm>
          <a:custGeom>
            <a:avLst/>
            <a:gdLst/>
            <a:ahLst/>
            <a:rect l="0" t="0" r="r" b="b"/>
            <a:pathLst>
              <a:path w="2621" h="583">
                <a:moveTo>
                  <a:pt x="0" y="47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621" y="0"/>
                </a:lnTo>
                <a:lnTo>
                  <a:pt x="2621" y="583"/>
                </a:lnTo>
                <a:lnTo>
                  <a:pt x="106" y="583"/>
                </a:lnTo>
                <a:cubicBezTo>
                  <a:pt x="92" y="583"/>
                  <a:pt x="79" y="579"/>
                  <a:pt x="66" y="574"/>
                </a:cubicBezTo>
                <a:cubicBezTo>
                  <a:pt x="53" y="568"/>
                  <a:pt x="41" y="561"/>
                  <a:pt x="31" y="551"/>
                </a:cubicBezTo>
                <a:cubicBezTo>
                  <a:pt x="21" y="541"/>
                  <a:pt x="14" y="529"/>
                  <a:pt x="8" y="516"/>
                </a:cubicBezTo>
                <a:cubicBezTo>
                  <a:pt x="3" y="503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8" name=""/>
          <p:cNvSpPr txBox="1"/>
          <p:nvPr/>
        </p:nvSpPr>
        <p:spPr>
          <a:xfrm>
            <a:off x="10231920" y="282240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,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9" name=""/>
          <p:cNvSpPr/>
          <p:nvPr/>
        </p:nvSpPr>
        <p:spPr>
          <a:xfrm>
            <a:off x="2819160" y="3047760"/>
            <a:ext cx="543240" cy="209880"/>
          </a:xfrm>
          <a:custGeom>
            <a:avLst/>
            <a:gdLst/>
            <a:ahLst/>
            <a:rect l="0" t="0" r="r" b="b"/>
            <a:pathLst>
              <a:path w="1509" h="583">
                <a:moveTo>
                  <a:pt x="0" y="0"/>
                </a:moveTo>
                <a:lnTo>
                  <a:pt x="1403" y="0"/>
                </a:lnTo>
                <a:cubicBezTo>
                  <a:pt x="1417" y="0"/>
                  <a:pt x="1431" y="3"/>
                  <a:pt x="1444" y="8"/>
                </a:cubicBezTo>
                <a:cubicBezTo>
                  <a:pt x="1457" y="14"/>
                  <a:pt x="1468" y="21"/>
                  <a:pt x="1478" y="31"/>
                </a:cubicBezTo>
                <a:cubicBezTo>
                  <a:pt x="1488" y="41"/>
                  <a:pt x="1496" y="53"/>
                  <a:pt x="1501" y="65"/>
                </a:cubicBezTo>
                <a:cubicBezTo>
                  <a:pt x="1507" y="78"/>
                  <a:pt x="1509" y="92"/>
                  <a:pt x="1509" y="106"/>
                </a:cubicBezTo>
                <a:lnTo>
                  <a:pt x="1509" y="476"/>
                </a:lnTo>
                <a:cubicBezTo>
                  <a:pt x="1509" y="490"/>
                  <a:pt x="1507" y="504"/>
                  <a:pt x="1501" y="517"/>
                </a:cubicBezTo>
                <a:cubicBezTo>
                  <a:pt x="1496" y="530"/>
                  <a:pt x="1488" y="541"/>
                  <a:pt x="1478" y="551"/>
                </a:cubicBezTo>
                <a:cubicBezTo>
                  <a:pt x="1468" y="562"/>
                  <a:pt x="1457" y="570"/>
                  <a:pt x="1444" y="575"/>
                </a:cubicBezTo>
                <a:cubicBezTo>
                  <a:pt x="1431" y="581"/>
                  <a:pt x="1417" y="583"/>
                  <a:pt x="1403" y="583"/>
                </a:cubicBezTo>
                <a:lnTo>
                  <a:pt x="0" y="583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"/>
          <p:cNvSpPr txBox="1"/>
          <p:nvPr/>
        </p:nvSpPr>
        <p:spPr>
          <a:xfrm>
            <a:off x="10381680" y="2860200"/>
            <a:ext cx="8686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gitlab-mcp-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1" name=""/>
          <p:cNvSpPr txBox="1"/>
          <p:nvPr/>
        </p:nvSpPr>
        <p:spPr>
          <a:xfrm>
            <a:off x="2816280" y="3079080"/>
            <a:ext cx="4741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server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"/>
          <p:cNvSpPr/>
          <p:nvPr/>
        </p:nvSpPr>
        <p:spPr>
          <a:xfrm>
            <a:off x="3438360" y="3047760"/>
            <a:ext cx="1257480" cy="209880"/>
          </a:xfrm>
          <a:custGeom>
            <a:avLst/>
            <a:gdLst/>
            <a:ahLst/>
            <a:rect l="0" t="0" r="r" b="b"/>
            <a:pathLst>
              <a:path w="3493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388" y="0"/>
                </a:lnTo>
                <a:cubicBezTo>
                  <a:pt x="3402" y="0"/>
                  <a:pt x="3415" y="3"/>
                  <a:pt x="3428" y="8"/>
                </a:cubicBezTo>
                <a:cubicBezTo>
                  <a:pt x="3441" y="14"/>
                  <a:pt x="3453" y="21"/>
                  <a:pt x="3462" y="31"/>
                </a:cubicBezTo>
                <a:cubicBezTo>
                  <a:pt x="3472" y="41"/>
                  <a:pt x="3480" y="53"/>
                  <a:pt x="3485" y="65"/>
                </a:cubicBezTo>
                <a:cubicBezTo>
                  <a:pt x="3491" y="78"/>
                  <a:pt x="3493" y="92"/>
                  <a:pt x="3493" y="106"/>
                </a:cubicBezTo>
                <a:lnTo>
                  <a:pt x="3493" y="476"/>
                </a:lnTo>
                <a:cubicBezTo>
                  <a:pt x="3493" y="490"/>
                  <a:pt x="3491" y="504"/>
                  <a:pt x="3485" y="517"/>
                </a:cubicBezTo>
                <a:cubicBezTo>
                  <a:pt x="3480" y="530"/>
                  <a:pt x="3472" y="541"/>
                  <a:pt x="3462" y="551"/>
                </a:cubicBezTo>
                <a:cubicBezTo>
                  <a:pt x="3453" y="562"/>
                  <a:pt x="3441" y="570"/>
                  <a:pt x="3428" y="575"/>
                </a:cubicBezTo>
                <a:cubicBezTo>
                  <a:pt x="3415" y="581"/>
                  <a:pt x="3402" y="583"/>
                  <a:pt x="3388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"/>
          <p:cNvSpPr txBox="1"/>
          <p:nvPr/>
        </p:nvSpPr>
        <p:spPr>
          <a:xfrm>
            <a:off x="3364560" y="30416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,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"/>
          <p:cNvSpPr txBox="1"/>
          <p:nvPr/>
        </p:nvSpPr>
        <p:spPr>
          <a:xfrm>
            <a:off x="3514680" y="3079080"/>
            <a:ext cx="11055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git-mcp-server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5" name=""/>
          <p:cNvSpPr txBox="1"/>
          <p:nvPr/>
        </p:nvSpPr>
        <p:spPr>
          <a:xfrm>
            <a:off x="4692600" y="30416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.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6" name=""/>
          <p:cNvSpPr/>
          <p:nvPr/>
        </p:nvSpPr>
        <p:spPr>
          <a:xfrm>
            <a:off x="2819160" y="3476520"/>
            <a:ext cx="1486440" cy="209880"/>
          </a:xfrm>
          <a:custGeom>
            <a:avLst/>
            <a:gdLst/>
            <a:ahLst/>
            <a:rect l="0" t="0" r="r" b="b"/>
            <a:pathLst>
              <a:path w="4129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023" y="0"/>
                </a:lnTo>
                <a:cubicBezTo>
                  <a:pt x="4037" y="0"/>
                  <a:pt x="4050" y="2"/>
                  <a:pt x="4063" y="8"/>
                </a:cubicBezTo>
                <a:cubicBezTo>
                  <a:pt x="4076" y="13"/>
                  <a:pt x="4088" y="21"/>
                  <a:pt x="4098" y="31"/>
                </a:cubicBezTo>
                <a:cubicBezTo>
                  <a:pt x="4108" y="41"/>
                  <a:pt x="4115" y="52"/>
                  <a:pt x="4121" y="65"/>
                </a:cubicBezTo>
                <a:cubicBezTo>
                  <a:pt x="4126" y="78"/>
                  <a:pt x="4129" y="92"/>
                  <a:pt x="4129" y="106"/>
                </a:cubicBezTo>
                <a:lnTo>
                  <a:pt x="4129" y="476"/>
                </a:lnTo>
                <a:cubicBezTo>
                  <a:pt x="4129" y="490"/>
                  <a:pt x="4126" y="504"/>
                  <a:pt x="4121" y="517"/>
                </a:cubicBezTo>
                <a:cubicBezTo>
                  <a:pt x="4115" y="531"/>
                  <a:pt x="4108" y="542"/>
                  <a:pt x="4098" y="552"/>
                </a:cubicBezTo>
                <a:cubicBezTo>
                  <a:pt x="4088" y="562"/>
                  <a:pt x="4076" y="569"/>
                  <a:pt x="4063" y="575"/>
                </a:cubicBezTo>
                <a:cubicBezTo>
                  <a:pt x="4050" y="580"/>
                  <a:pt x="4037" y="583"/>
                  <a:pt x="4023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1" y="542"/>
                  <a:pt x="14" y="531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7" name=""/>
          <p:cNvSpPr txBox="1"/>
          <p:nvPr/>
        </p:nvSpPr>
        <p:spPr>
          <a:xfrm>
            <a:off x="685800" y="3470040"/>
            <a:ext cx="805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Tools (read)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8" name=""/>
          <p:cNvSpPr txBox="1"/>
          <p:nvPr/>
        </p:nvSpPr>
        <p:spPr>
          <a:xfrm>
            <a:off x="2892600" y="3507840"/>
            <a:ext cx="13420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k8s_get_resources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"/>
          <p:cNvSpPr/>
          <p:nvPr/>
        </p:nvSpPr>
        <p:spPr>
          <a:xfrm>
            <a:off x="4410000" y="3476520"/>
            <a:ext cx="1800360" cy="209880"/>
          </a:xfrm>
          <a:custGeom>
            <a:avLst/>
            <a:gdLst/>
            <a:ahLst/>
            <a:rect l="0" t="0" r="r" b="b"/>
            <a:pathLst>
              <a:path w="5001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895" y="0"/>
                </a:lnTo>
                <a:cubicBezTo>
                  <a:pt x="4910" y="0"/>
                  <a:pt x="4923" y="2"/>
                  <a:pt x="4936" y="8"/>
                </a:cubicBezTo>
                <a:cubicBezTo>
                  <a:pt x="4949" y="13"/>
                  <a:pt x="4960" y="21"/>
                  <a:pt x="4970" y="31"/>
                </a:cubicBezTo>
                <a:cubicBezTo>
                  <a:pt x="4980" y="41"/>
                  <a:pt x="4988" y="52"/>
                  <a:pt x="4993" y="65"/>
                </a:cubicBezTo>
                <a:cubicBezTo>
                  <a:pt x="4999" y="78"/>
                  <a:pt x="5001" y="92"/>
                  <a:pt x="5001" y="106"/>
                </a:cubicBezTo>
                <a:lnTo>
                  <a:pt x="5001" y="476"/>
                </a:lnTo>
                <a:cubicBezTo>
                  <a:pt x="5001" y="490"/>
                  <a:pt x="4999" y="504"/>
                  <a:pt x="4993" y="517"/>
                </a:cubicBezTo>
                <a:cubicBezTo>
                  <a:pt x="4988" y="531"/>
                  <a:pt x="4980" y="542"/>
                  <a:pt x="4970" y="552"/>
                </a:cubicBezTo>
                <a:cubicBezTo>
                  <a:pt x="4960" y="562"/>
                  <a:pt x="4949" y="569"/>
                  <a:pt x="4936" y="575"/>
                </a:cubicBezTo>
                <a:cubicBezTo>
                  <a:pt x="4923" y="580"/>
                  <a:pt x="4910" y="583"/>
                  <a:pt x="4895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1"/>
                  <a:pt x="8" y="517"/>
                </a:cubicBezTo>
                <a:cubicBezTo>
                  <a:pt x="2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0" name=""/>
          <p:cNvSpPr txBox="1"/>
          <p:nvPr/>
        </p:nvSpPr>
        <p:spPr>
          <a:xfrm>
            <a:off x="4306320" y="34700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1" name=""/>
          <p:cNvSpPr txBox="1"/>
          <p:nvPr/>
        </p:nvSpPr>
        <p:spPr>
          <a:xfrm>
            <a:off x="4485600" y="3507840"/>
            <a:ext cx="16578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k8s_describe_resource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"/>
          <p:cNvSpPr/>
          <p:nvPr/>
        </p:nvSpPr>
        <p:spPr>
          <a:xfrm>
            <a:off x="6314760" y="3476520"/>
            <a:ext cx="1410120" cy="209880"/>
          </a:xfrm>
          <a:custGeom>
            <a:avLst/>
            <a:gdLst/>
            <a:ahLst/>
            <a:rect l="0" t="0" r="r" b="b"/>
            <a:pathLst>
              <a:path w="3917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80" y="2"/>
                  <a:pt x="93" y="0"/>
                  <a:pt x="107" y="0"/>
                </a:cubicBezTo>
                <a:lnTo>
                  <a:pt x="3811" y="0"/>
                </a:lnTo>
                <a:cubicBezTo>
                  <a:pt x="3825" y="0"/>
                  <a:pt x="3839" y="2"/>
                  <a:pt x="3852" y="8"/>
                </a:cubicBezTo>
                <a:cubicBezTo>
                  <a:pt x="3865" y="13"/>
                  <a:pt x="3876" y="21"/>
                  <a:pt x="3886" y="31"/>
                </a:cubicBezTo>
                <a:cubicBezTo>
                  <a:pt x="3896" y="41"/>
                  <a:pt x="3904" y="52"/>
                  <a:pt x="3909" y="65"/>
                </a:cubicBezTo>
                <a:cubicBezTo>
                  <a:pt x="3915" y="78"/>
                  <a:pt x="3917" y="92"/>
                  <a:pt x="3917" y="106"/>
                </a:cubicBezTo>
                <a:lnTo>
                  <a:pt x="3917" y="476"/>
                </a:lnTo>
                <a:cubicBezTo>
                  <a:pt x="3917" y="490"/>
                  <a:pt x="3915" y="504"/>
                  <a:pt x="3909" y="517"/>
                </a:cubicBezTo>
                <a:cubicBezTo>
                  <a:pt x="3904" y="531"/>
                  <a:pt x="3896" y="542"/>
                  <a:pt x="3886" y="552"/>
                </a:cubicBezTo>
                <a:cubicBezTo>
                  <a:pt x="3876" y="562"/>
                  <a:pt x="3865" y="569"/>
                  <a:pt x="3852" y="575"/>
                </a:cubicBezTo>
                <a:cubicBezTo>
                  <a:pt x="3839" y="580"/>
                  <a:pt x="3825" y="583"/>
                  <a:pt x="3811" y="583"/>
                </a:cubicBezTo>
                <a:lnTo>
                  <a:pt x="107" y="583"/>
                </a:lnTo>
                <a:cubicBezTo>
                  <a:pt x="93" y="583"/>
                  <a:pt x="80" y="580"/>
                  <a:pt x="66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1" y="542"/>
                  <a:pt x="14" y="531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"/>
          <p:cNvSpPr txBox="1"/>
          <p:nvPr/>
        </p:nvSpPr>
        <p:spPr>
          <a:xfrm>
            <a:off x="6214320" y="34700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"/>
          <p:cNvSpPr txBox="1"/>
          <p:nvPr/>
        </p:nvSpPr>
        <p:spPr>
          <a:xfrm>
            <a:off x="6393240" y="3507840"/>
            <a:ext cx="1263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k8s_get_pod_logs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5" name=""/>
          <p:cNvSpPr/>
          <p:nvPr/>
        </p:nvSpPr>
        <p:spPr>
          <a:xfrm>
            <a:off x="7829280" y="3476520"/>
            <a:ext cx="1257840" cy="209880"/>
          </a:xfrm>
          <a:custGeom>
            <a:avLst/>
            <a:gdLst/>
            <a:ahLst/>
            <a:rect l="0" t="0" r="r" b="b"/>
            <a:pathLst>
              <a:path w="3494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3388" y="0"/>
                </a:lnTo>
                <a:cubicBezTo>
                  <a:pt x="3402" y="0"/>
                  <a:pt x="3415" y="2"/>
                  <a:pt x="3428" y="8"/>
                </a:cubicBezTo>
                <a:cubicBezTo>
                  <a:pt x="3441" y="13"/>
                  <a:pt x="3453" y="21"/>
                  <a:pt x="3463" y="31"/>
                </a:cubicBezTo>
                <a:cubicBezTo>
                  <a:pt x="3473" y="41"/>
                  <a:pt x="3480" y="52"/>
                  <a:pt x="3486" y="65"/>
                </a:cubicBezTo>
                <a:cubicBezTo>
                  <a:pt x="3491" y="78"/>
                  <a:pt x="3494" y="92"/>
                  <a:pt x="3494" y="106"/>
                </a:cubicBezTo>
                <a:lnTo>
                  <a:pt x="3494" y="476"/>
                </a:lnTo>
                <a:cubicBezTo>
                  <a:pt x="3494" y="490"/>
                  <a:pt x="3491" y="504"/>
                  <a:pt x="3486" y="517"/>
                </a:cubicBezTo>
                <a:cubicBezTo>
                  <a:pt x="3480" y="531"/>
                  <a:pt x="3473" y="542"/>
                  <a:pt x="3463" y="552"/>
                </a:cubicBezTo>
                <a:cubicBezTo>
                  <a:pt x="3453" y="562"/>
                  <a:pt x="3441" y="569"/>
                  <a:pt x="3428" y="575"/>
                </a:cubicBezTo>
                <a:cubicBezTo>
                  <a:pt x="3415" y="580"/>
                  <a:pt x="3402" y="583"/>
                  <a:pt x="3388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1" y="542"/>
                  <a:pt x="14" y="531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6" name=""/>
          <p:cNvSpPr txBox="1"/>
          <p:nvPr/>
        </p:nvSpPr>
        <p:spPr>
          <a:xfrm>
            <a:off x="7728480" y="34700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7" name=""/>
          <p:cNvSpPr txBox="1"/>
          <p:nvPr/>
        </p:nvSpPr>
        <p:spPr>
          <a:xfrm>
            <a:off x="7907760" y="3507840"/>
            <a:ext cx="11055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k8s_get_events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"/>
          <p:cNvSpPr/>
          <p:nvPr/>
        </p:nvSpPr>
        <p:spPr>
          <a:xfrm>
            <a:off x="9191520" y="3476520"/>
            <a:ext cx="1800360" cy="209880"/>
          </a:xfrm>
          <a:custGeom>
            <a:avLst/>
            <a:gdLst/>
            <a:ahLst/>
            <a:rect l="0" t="0" r="r" b="b"/>
            <a:pathLst>
              <a:path w="5001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896" y="0"/>
                </a:lnTo>
                <a:cubicBezTo>
                  <a:pt x="4910" y="0"/>
                  <a:pt x="4923" y="2"/>
                  <a:pt x="4936" y="8"/>
                </a:cubicBezTo>
                <a:cubicBezTo>
                  <a:pt x="4949" y="13"/>
                  <a:pt x="4960" y="21"/>
                  <a:pt x="4970" y="31"/>
                </a:cubicBezTo>
                <a:cubicBezTo>
                  <a:pt x="4980" y="41"/>
                  <a:pt x="4988" y="52"/>
                  <a:pt x="4993" y="65"/>
                </a:cubicBezTo>
                <a:cubicBezTo>
                  <a:pt x="4999" y="78"/>
                  <a:pt x="5001" y="92"/>
                  <a:pt x="5001" y="106"/>
                </a:cubicBezTo>
                <a:lnTo>
                  <a:pt x="5001" y="476"/>
                </a:lnTo>
                <a:cubicBezTo>
                  <a:pt x="5001" y="490"/>
                  <a:pt x="4999" y="504"/>
                  <a:pt x="4993" y="517"/>
                </a:cubicBezTo>
                <a:cubicBezTo>
                  <a:pt x="4988" y="531"/>
                  <a:pt x="4980" y="542"/>
                  <a:pt x="4970" y="552"/>
                </a:cubicBezTo>
                <a:cubicBezTo>
                  <a:pt x="4960" y="562"/>
                  <a:pt x="4949" y="569"/>
                  <a:pt x="4936" y="575"/>
                </a:cubicBezTo>
                <a:cubicBezTo>
                  <a:pt x="4923" y="580"/>
                  <a:pt x="4910" y="583"/>
                  <a:pt x="4896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1"/>
                  <a:pt x="8" y="517"/>
                </a:cubicBezTo>
                <a:cubicBezTo>
                  <a:pt x="2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9" name=""/>
          <p:cNvSpPr txBox="1"/>
          <p:nvPr/>
        </p:nvSpPr>
        <p:spPr>
          <a:xfrm>
            <a:off x="9085680" y="34700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0" name=""/>
          <p:cNvSpPr txBox="1"/>
          <p:nvPr/>
        </p:nvSpPr>
        <p:spPr>
          <a:xfrm>
            <a:off x="9264600" y="3507840"/>
            <a:ext cx="16578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k8s_get_resource_yaml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1" name=""/>
          <p:cNvSpPr txBox="1"/>
          <p:nvPr/>
        </p:nvSpPr>
        <p:spPr>
          <a:xfrm>
            <a:off x="685800" y="3889440"/>
            <a:ext cx="17852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Tools (write — remediation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"/>
          <p:cNvSpPr/>
          <p:nvPr/>
        </p:nvSpPr>
        <p:spPr>
          <a:xfrm>
            <a:off x="2819160" y="3895560"/>
            <a:ext cx="1562400" cy="209880"/>
          </a:xfrm>
          <a:custGeom>
            <a:avLst/>
            <a:gdLst/>
            <a:ahLst/>
            <a:rect l="0" t="0" r="r" b="b"/>
            <a:pathLst>
              <a:path w="4340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234" y="0"/>
                </a:lnTo>
                <a:cubicBezTo>
                  <a:pt x="4249" y="0"/>
                  <a:pt x="4262" y="3"/>
                  <a:pt x="4275" y="8"/>
                </a:cubicBezTo>
                <a:cubicBezTo>
                  <a:pt x="4288" y="13"/>
                  <a:pt x="4299" y="21"/>
                  <a:pt x="4309" y="31"/>
                </a:cubicBezTo>
                <a:cubicBezTo>
                  <a:pt x="4319" y="41"/>
                  <a:pt x="4327" y="52"/>
                  <a:pt x="4332" y="65"/>
                </a:cubicBezTo>
                <a:cubicBezTo>
                  <a:pt x="4338" y="78"/>
                  <a:pt x="4340" y="92"/>
                  <a:pt x="4340" y="106"/>
                </a:cubicBezTo>
                <a:lnTo>
                  <a:pt x="4340" y="476"/>
                </a:lnTo>
                <a:cubicBezTo>
                  <a:pt x="4340" y="490"/>
                  <a:pt x="4338" y="504"/>
                  <a:pt x="4332" y="517"/>
                </a:cubicBezTo>
                <a:cubicBezTo>
                  <a:pt x="4327" y="531"/>
                  <a:pt x="4319" y="542"/>
                  <a:pt x="4309" y="552"/>
                </a:cubicBezTo>
                <a:cubicBezTo>
                  <a:pt x="4299" y="562"/>
                  <a:pt x="4288" y="570"/>
                  <a:pt x="4275" y="575"/>
                </a:cubicBezTo>
                <a:cubicBezTo>
                  <a:pt x="4262" y="580"/>
                  <a:pt x="4249" y="583"/>
                  <a:pt x="4234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1" y="542"/>
                  <a:pt x="14" y="531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3" name=""/>
          <p:cNvSpPr txBox="1"/>
          <p:nvPr/>
        </p:nvSpPr>
        <p:spPr>
          <a:xfrm>
            <a:off x="685800" y="4108320"/>
            <a:ext cx="573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tier only)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4" name=""/>
          <p:cNvSpPr txBox="1"/>
          <p:nvPr/>
        </p:nvSpPr>
        <p:spPr>
          <a:xfrm>
            <a:off x="2892600" y="3926880"/>
            <a:ext cx="14209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k8s_patch_resource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5" name=""/>
          <p:cNvSpPr/>
          <p:nvPr/>
        </p:nvSpPr>
        <p:spPr>
          <a:xfrm>
            <a:off x="4485960" y="3895560"/>
            <a:ext cx="1572120" cy="209880"/>
          </a:xfrm>
          <a:custGeom>
            <a:avLst/>
            <a:gdLst/>
            <a:ahLst/>
            <a:rect l="0" t="0" r="r" b="b"/>
            <a:pathLst>
              <a:path w="4367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261" y="0"/>
                </a:lnTo>
                <a:cubicBezTo>
                  <a:pt x="4275" y="0"/>
                  <a:pt x="4289" y="3"/>
                  <a:pt x="4302" y="8"/>
                </a:cubicBezTo>
                <a:cubicBezTo>
                  <a:pt x="4315" y="13"/>
                  <a:pt x="4326" y="21"/>
                  <a:pt x="4336" y="31"/>
                </a:cubicBezTo>
                <a:cubicBezTo>
                  <a:pt x="4346" y="41"/>
                  <a:pt x="4354" y="52"/>
                  <a:pt x="4359" y="65"/>
                </a:cubicBezTo>
                <a:cubicBezTo>
                  <a:pt x="4364" y="78"/>
                  <a:pt x="4367" y="92"/>
                  <a:pt x="4367" y="106"/>
                </a:cubicBezTo>
                <a:lnTo>
                  <a:pt x="4367" y="476"/>
                </a:lnTo>
                <a:cubicBezTo>
                  <a:pt x="4367" y="490"/>
                  <a:pt x="4364" y="504"/>
                  <a:pt x="4359" y="517"/>
                </a:cubicBezTo>
                <a:cubicBezTo>
                  <a:pt x="4354" y="531"/>
                  <a:pt x="4346" y="542"/>
                  <a:pt x="4336" y="552"/>
                </a:cubicBezTo>
                <a:cubicBezTo>
                  <a:pt x="4326" y="562"/>
                  <a:pt x="4315" y="570"/>
                  <a:pt x="4302" y="575"/>
                </a:cubicBezTo>
                <a:cubicBezTo>
                  <a:pt x="4289" y="580"/>
                  <a:pt x="4275" y="583"/>
                  <a:pt x="4261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1" y="542"/>
                  <a:pt x="14" y="531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6" name=""/>
          <p:cNvSpPr txBox="1"/>
          <p:nvPr/>
        </p:nvSpPr>
        <p:spPr>
          <a:xfrm>
            <a:off x="4385160" y="38894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7" name=""/>
          <p:cNvSpPr txBox="1"/>
          <p:nvPr/>
        </p:nvSpPr>
        <p:spPr>
          <a:xfrm>
            <a:off x="4564440" y="3926880"/>
            <a:ext cx="14209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k8s_apply_manifest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8" name=""/>
          <p:cNvSpPr/>
          <p:nvPr/>
        </p:nvSpPr>
        <p:spPr>
          <a:xfrm>
            <a:off x="6162480" y="3895560"/>
            <a:ext cx="1648080" cy="209880"/>
          </a:xfrm>
          <a:custGeom>
            <a:avLst/>
            <a:gdLst/>
            <a:ahLst/>
            <a:rect l="0" t="0" r="r" b="b"/>
            <a:pathLst>
              <a:path w="4578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472" y="0"/>
                </a:lnTo>
                <a:cubicBezTo>
                  <a:pt x="4487" y="0"/>
                  <a:pt x="4500" y="3"/>
                  <a:pt x="4513" y="8"/>
                </a:cubicBezTo>
                <a:cubicBezTo>
                  <a:pt x="4526" y="13"/>
                  <a:pt x="4537" y="21"/>
                  <a:pt x="4547" y="31"/>
                </a:cubicBezTo>
                <a:cubicBezTo>
                  <a:pt x="4557" y="41"/>
                  <a:pt x="4565" y="52"/>
                  <a:pt x="4570" y="65"/>
                </a:cubicBezTo>
                <a:cubicBezTo>
                  <a:pt x="4576" y="78"/>
                  <a:pt x="4578" y="92"/>
                  <a:pt x="4578" y="106"/>
                </a:cubicBezTo>
                <a:lnTo>
                  <a:pt x="4578" y="476"/>
                </a:lnTo>
                <a:cubicBezTo>
                  <a:pt x="4578" y="490"/>
                  <a:pt x="4576" y="504"/>
                  <a:pt x="4570" y="517"/>
                </a:cubicBezTo>
                <a:cubicBezTo>
                  <a:pt x="4565" y="531"/>
                  <a:pt x="4557" y="542"/>
                  <a:pt x="4547" y="552"/>
                </a:cubicBezTo>
                <a:cubicBezTo>
                  <a:pt x="4537" y="562"/>
                  <a:pt x="4526" y="570"/>
                  <a:pt x="4513" y="575"/>
                </a:cubicBezTo>
                <a:cubicBezTo>
                  <a:pt x="4500" y="580"/>
                  <a:pt x="4487" y="583"/>
                  <a:pt x="4472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9" name=""/>
          <p:cNvSpPr txBox="1"/>
          <p:nvPr/>
        </p:nvSpPr>
        <p:spPr>
          <a:xfrm>
            <a:off x="6056640" y="38894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0" name=""/>
          <p:cNvSpPr txBox="1"/>
          <p:nvPr/>
        </p:nvSpPr>
        <p:spPr>
          <a:xfrm>
            <a:off x="6235920" y="3926880"/>
            <a:ext cx="15001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k8s_delete_resource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1" name=""/>
          <p:cNvSpPr/>
          <p:nvPr/>
        </p:nvSpPr>
        <p:spPr>
          <a:xfrm>
            <a:off x="7905600" y="3895560"/>
            <a:ext cx="1572120" cy="209880"/>
          </a:xfrm>
          <a:custGeom>
            <a:avLst/>
            <a:gdLst/>
            <a:ahLst/>
            <a:rect l="0" t="0" r="r" b="b"/>
            <a:pathLst>
              <a:path w="4367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261" y="0"/>
                </a:lnTo>
                <a:cubicBezTo>
                  <a:pt x="4275" y="0"/>
                  <a:pt x="4288" y="3"/>
                  <a:pt x="4301" y="8"/>
                </a:cubicBezTo>
                <a:cubicBezTo>
                  <a:pt x="4314" y="13"/>
                  <a:pt x="4326" y="21"/>
                  <a:pt x="4336" y="31"/>
                </a:cubicBezTo>
                <a:cubicBezTo>
                  <a:pt x="4345" y="41"/>
                  <a:pt x="4353" y="52"/>
                  <a:pt x="4358" y="65"/>
                </a:cubicBezTo>
                <a:cubicBezTo>
                  <a:pt x="4364" y="78"/>
                  <a:pt x="4367" y="92"/>
                  <a:pt x="4367" y="106"/>
                </a:cubicBezTo>
                <a:lnTo>
                  <a:pt x="4367" y="476"/>
                </a:lnTo>
                <a:cubicBezTo>
                  <a:pt x="4367" y="490"/>
                  <a:pt x="4364" y="504"/>
                  <a:pt x="4358" y="517"/>
                </a:cubicBezTo>
                <a:cubicBezTo>
                  <a:pt x="4353" y="531"/>
                  <a:pt x="4345" y="542"/>
                  <a:pt x="4336" y="552"/>
                </a:cubicBezTo>
                <a:cubicBezTo>
                  <a:pt x="4326" y="562"/>
                  <a:pt x="4314" y="570"/>
                  <a:pt x="4301" y="575"/>
                </a:cubicBezTo>
                <a:cubicBezTo>
                  <a:pt x="4288" y="580"/>
                  <a:pt x="4275" y="583"/>
                  <a:pt x="4261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2" name=""/>
          <p:cNvSpPr txBox="1"/>
          <p:nvPr/>
        </p:nvSpPr>
        <p:spPr>
          <a:xfrm>
            <a:off x="7806960" y="38894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3" name=""/>
          <p:cNvSpPr txBox="1"/>
          <p:nvPr/>
        </p:nvSpPr>
        <p:spPr>
          <a:xfrm>
            <a:off x="7986240" y="3926880"/>
            <a:ext cx="14209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k8s_label_resource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4" name=""/>
          <p:cNvSpPr/>
          <p:nvPr/>
        </p:nvSpPr>
        <p:spPr>
          <a:xfrm>
            <a:off x="2819160" y="4114440"/>
            <a:ext cx="1800720" cy="210240"/>
          </a:xfrm>
          <a:custGeom>
            <a:avLst/>
            <a:gdLst/>
            <a:ahLst/>
            <a:rect l="0" t="0" r="r" b="b"/>
            <a:pathLst>
              <a:path w="5002" h="584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4896" y="0"/>
                </a:lnTo>
                <a:cubicBezTo>
                  <a:pt x="4910" y="0"/>
                  <a:pt x="4923" y="3"/>
                  <a:pt x="4936" y="9"/>
                </a:cubicBezTo>
                <a:cubicBezTo>
                  <a:pt x="4949" y="14"/>
                  <a:pt x="4961" y="22"/>
                  <a:pt x="4971" y="31"/>
                </a:cubicBezTo>
                <a:cubicBezTo>
                  <a:pt x="4981" y="41"/>
                  <a:pt x="4988" y="53"/>
                  <a:pt x="4994" y="66"/>
                </a:cubicBezTo>
                <a:cubicBezTo>
                  <a:pt x="4999" y="79"/>
                  <a:pt x="5002" y="92"/>
                  <a:pt x="5002" y="106"/>
                </a:cubicBezTo>
                <a:lnTo>
                  <a:pt x="5002" y="477"/>
                </a:lnTo>
                <a:cubicBezTo>
                  <a:pt x="5002" y="491"/>
                  <a:pt x="4999" y="505"/>
                  <a:pt x="4994" y="518"/>
                </a:cubicBezTo>
                <a:cubicBezTo>
                  <a:pt x="4988" y="531"/>
                  <a:pt x="4981" y="543"/>
                  <a:pt x="4971" y="553"/>
                </a:cubicBezTo>
                <a:cubicBezTo>
                  <a:pt x="4961" y="563"/>
                  <a:pt x="4949" y="570"/>
                  <a:pt x="4936" y="576"/>
                </a:cubicBezTo>
                <a:cubicBezTo>
                  <a:pt x="4923" y="581"/>
                  <a:pt x="4910" y="584"/>
                  <a:pt x="4896" y="584"/>
                </a:cubicBezTo>
                <a:lnTo>
                  <a:pt x="106" y="584"/>
                </a:lnTo>
                <a:cubicBezTo>
                  <a:pt x="92" y="584"/>
                  <a:pt x="78" y="581"/>
                  <a:pt x="65" y="576"/>
                </a:cubicBezTo>
                <a:cubicBezTo>
                  <a:pt x="53" y="570"/>
                  <a:pt x="41" y="563"/>
                  <a:pt x="31" y="553"/>
                </a:cubicBezTo>
                <a:cubicBezTo>
                  <a:pt x="21" y="543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5" name=""/>
          <p:cNvSpPr txBox="1"/>
          <p:nvPr/>
        </p:nvSpPr>
        <p:spPr>
          <a:xfrm>
            <a:off x="9478800" y="38894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6" name=""/>
          <p:cNvSpPr txBox="1"/>
          <p:nvPr/>
        </p:nvSpPr>
        <p:spPr>
          <a:xfrm>
            <a:off x="2892600" y="4145760"/>
            <a:ext cx="16578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k8s_annotate_resource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7" name=""/>
          <p:cNvSpPr/>
          <p:nvPr/>
        </p:nvSpPr>
        <p:spPr>
          <a:xfrm>
            <a:off x="4724280" y="4114440"/>
            <a:ext cx="1648080" cy="210240"/>
          </a:xfrm>
          <a:custGeom>
            <a:avLst/>
            <a:gdLst/>
            <a:ahLst/>
            <a:rect l="0" t="0" r="r" b="b"/>
            <a:pathLst>
              <a:path w="4578" h="584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4472" y="0"/>
                </a:lnTo>
                <a:cubicBezTo>
                  <a:pt x="4486" y="0"/>
                  <a:pt x="4500" y="3"/>
                  <a:pt x="4513" y="9"/>
                </a:cubicBezTo>
                <a:cubicBezTo>
                  <a:pt x="4526" y="14"/>
                  <a:pt x="4537" y="22"/>
                  <a:pt x="4547" y="31"/>
                </a:cubicBezTo>
                <a:cubicBezTo>
                  <a:pt x="4557" y="41"/>
                  <a:pt x="4565" y="53"/>
                  <a:pt x="4570" y="66"/>
                </a:cubicBezTo>
                <a:cubicBezTo>
                  <a:pt x="4575" y="79"/>
                  <a:pt x="4578" y="92"/>
                  <a:pt x="4578" y="106"/>
                </a:cubicBezTo>
                <a:lnTo>
                  <a:pt x="4578" y="477"/>
                </a:lnTo>
                <a:cubicBezTo>
                  <a:pt x="4578" y="491"/>
                  <a:pt x="4575" y="505"/>
                  <a:pt x="4570" y="518"/>
                </a:cubicBezTo>
                <a:cubicBezTo>
                  <a:pt x="4565" y="531"/>
                  <a:pt x="4557" y="543"/>
                  <a:pt x="4547" y="553"/>
                </a:cubicBezTo>
                <a:cubicBezTo>
                  <a:pt x="4537" y="563"/>
                  <a:pt x="4526" y="570"/>
                  <a:pt x="4513" y="576"/>
                </a:cubicBezTo>
                <a:cubicBezTo>
                  <a:pt x="4500" y="581"/>
                  <a:pt x="4486" y="584"/>
                  <a:pt x="4472" y="584"/>
                </a:cubicBezTo>
                <a:lnTo>
                  <a:pt x="106" y="584"/>
                </a:lnTo>
                <a:cubicBezTo>
                  <a:pt x="92" y="584"/>
                  <a:pt x="78" y="581"/>
                  <a:pt x="65" y="576"/>
                </a:cubicBezTo>
                <a:cubicBezTo>
                  <a:pt x="52" y="570"/>
                  <a:pt x="41" y="563"/>
                  <a:pt x="31" y="553"/>
                </a:cubicBezTo>
                <a:cubicBezTo>
                  <a:pt x="21" y="543"/>
                  <a:pt x="13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8" name=""/>
          <p:cNvSpPr txBox="1"/>
          <p:nvPr/>
        </p:nvSpPr>
        <p:spPr>
          <a:xfrm>
            <a:off x="4620960" y="410832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9" name=""/>
          <p:cNvSpPr txBox="1"/>
          <p:nvPr/>
        </p:nvSpPr>
        <p:spPr>
          <a:xfrm>
            <a:off x="4800240" y="4145760"/>
            <a:ext cx="15001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k8s_execute_command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0" name=""/>
          <p:cNvSpPr txBox="1"/>
          <p:nvPr/>
        </p:nvSpPr>
        <p:spPr>
          <a:xfrm>
            <a:off x="685800" y="4537080"/>
            <a:ext cx="739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Knowledge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1" name=""/>
          <p:cNvSpPr/>
          <p:nvPr/>
        </p:nvSpPr>
        <p:spPr>
          <a:xfrm>
            <a:off x="4000320" y="4543200"/>
            <a:ext cx="705240" cy="209880"/>
          </a:xfrm>
          <a:custGeom>
            <a:avLst/>
            <a:gdLst/>
            <a:ahLst/>
            <a:rect l="0" t="0" r="r" b="b"/>
            <a:pathLst>
              <a:path w="1959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853" y="0"/>
                </a:lnTo>
                <a:cubicBezTo>
                  <a:pt x="1867" y="0"/>
                  <a:pt x="1881" y="3"/>
                  <a:pt x="1894" y="8"/>
                </a:cubicBezTo>
                <a:cubicBezTo>
                  <a:pt x="1907" y="14"/>
                  <a:pt x="1918" y="21"/>
                  <a:pt x="1928" y="31"/>
                </a:cubicBezTo>
                <a:cubicBezTo>
                  <a:pt x="1938" y="41"/>
                  <a:pt x="1945" y="52"/>
                  <a:pt x="1951" y="65"/>
                </a:cubicBezTo>
                <a:cubicBezTo>
                  <a:pt x="1956" y="78"/>
                  <a:pt x="1959" y="92"/>
                  <a:pt x="1959" y="106"/>
                </a:cubicBezTo>
                <a:lnTo>
                  <a:pt x="1959" y="477"/>
                </a:lnTo>
                <a:cubicBezTo>
                  <a:pt x="1959" y="491"/>
                  <a:pt x="1956" y="505"/>
                  <a:pt x="1951" y="518"/>
                </a:cubicBezTo>
                <a:cubicBezTo>
                  <a:pt x="1945" y="531"/>
                  <a:pt x="1938" y="542"/>
                  <a:pt x="1928" y="552"/>
                </a:cubicBezTo>
                <a:cubicBezTo>
                  <a:pt x="1918" y="562"/>
                  <a:pt x="1907" y="570"/>
                  <a:pt x="1894" y="575"/>
                </a:cubicBezTo>
                <a:cubicBezTo>
                  <a:pt x="1881" y="581"/>
                  <a:pt x="1867" y="583"/>
                  <a:pt x="1853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2" name=""/>
          <p:cNvSpPr txBox="1"/>
          <p:nvPr/>
        </p:nvSpPr>
        <p:spPr>
          <a:xfrm>
            <a:off x="2816280" y="4537080"/>
            <a:ext cx="11944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System prompt +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3" name=""/>
          <p:cNvSpPr txBox="1"/>
          <p:nvPr/>
        </p:nvSpPr>
        <p:spPr>
          <a:xfrm>
            <a:off x="4074120" y="4574520"/>
            <a:ext cx="5529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/skills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4" name=""/>
          <p:cNvSpPr/>
          <p:nvPr/>
        </p:nvSpPr>
        <p:spPr>
          <a:xfrm>
            <a:off x="8010360" y="4543200"/>
            <a:ext cx="1876680" cy="209880"/>
          </a:xfrm>
          <a:custGeom>
            <a:avLst/>
            <a:gdLst/>
            <a:ahLst/>
            <a:rect l="0" t="0" r="r" b="b"/>
            <a:pathLst>
              <a:path w="5213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107" y="0"/>
                </a:lnTo>
                <a:cubicBezTo>
                  <a:pt x="5121" y="0"/>
                  <a:pt x="5135" y="3"/>
                  <a:pt x="5148" y="8"/>
                </a:cubicBezTo>
                <a:cubicBezTo>
                  <a:pt x="5161" y="14"/>
                  <a:pt x="5172" y="21"/>
                  <a:pt x="5182" y="31"/>
                </a:cubicBezTo>
                <a:cubicBezTo>
                  <a:pt x="5192" y="41"/>
                  <a:pt x="5200" y="52"/>
                  <a:pt x="5205" y="65"/>
                </a:cubicBezTo>
                <a:cubicBezTo>
                  <a:pt x="5211" y="78"/>
                  <a:pt x="5213" y="92"/>
                  <a:pt x="5213" y="106"/>
                </a:cubicBezTo>
                <a:lnTo>
                  <a:pt x="5213" y="477"/>
                </a:lnTo>
                <a:cubicBezTo>
                  <a:pt x="5213" y="491"/>
                  <a:pt x="5211" y="505"/>
                  <a:pt x="5205" y="518"/>
                </a:cubicBezTo>
                <a:cubicBezTo>
                  <a:pt x="5200" y="531"/>
                  <a:pt x="5192" y="542"/>
                  <a:pt x="5182" y="552"/>
                </a:cubicBezTo>
                <a:cubicBezTo>
                  <a:pt x="5172" y="562"/>
                  <a:pt x="5161" y="570"/>
                  <a:pt x="5148" y="575"/>
                </a:cubicBezTo>
                <a:cubicBezTo>
                  <a:pt x="5135" y="581"/>
                  <a:pt x="5121" y="583"/>
                  <a:pt x="5107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5" name=""/>
          <p:cNvSpPr txBox="1"/>
          <p:nvPr/>
        </p:nvSpPr>
        <p:spPr>
          <a:xfrm>
            <a:off x="4701240" y="4537080"/>
            <a:ext cx="3343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git bundle + (when enabled) pgvector memory +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6" name=""/>
          <p:cNvSpPr txBox="1"/>
          <p:nvPr/>
        </p:nvSpPr>
        <p:spPr>
          <a:xfrm>
            <a:off x="8084520" y="4574520"/>
            <a:ext cx="1736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kagent-builtin-prompts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7" name=""/>
          <p:cNvSpPr txBox="1"/>
          <p:nvPr/>
        </p:nvSpPr>
        <p:spPr>
          <a:xfrm>
            <a:off x="9891720" y="4537080"/>
            <a:ext cx="780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ConfigMap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8" name=""/>
          <p:cNvSpPr txBox="1"/>
          <p:nvPr/>
        </p:nvSpPr>
        <p:spPr>
          <a:xfrm>
            <a:off x="685800" y="4956120"/>
            <a:ext cx="698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Evaluation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9" name=""/>
          <p:cNvSpPr txBox="1"/>
          <p:nvPr/>
        </p:nvSpPr>
        <p:spPr>
          <a:xfrm>
            <a:off x="2816280" y="4956120"/>
            <a:ext cx="7985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Output schema enforced (Issue/Affected/Root Cause/Remediation/Risk/Verification) · workflow grades fields and rejects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0" name=""/>
          <p:cNvSpPr txBox="1"/>
          <p:nvPr/>
        </p:nvSpPr>
        <p:spPr>
          <a:xfrm>
            <a:off x="2816280" y="5184720"/>
            <a:ext cx="714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malformed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1" name=""/>
          <p:cNvSpPr txBox="1"/>
          <p:nvPr/>
        </p:nvSpPr>
        <p:spPr>
          <a:xfrm>
            <a:off x="685800" y="5603760"/>
            <a:ext cx="5403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Security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2" name=""/>
          <p:cNvSpPr txBox="1"/>
          <p:nvPr/>
        </p:nvSpPr>
        <p:spPr>
          <a:xfrm>
            <a:off x="2816280" y="5603760"/>
            <a:ext cx="8391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Read-only RBAC default · write via explicit RoleBinding to specific namespaces · UAMI scope per cluster · prompt constraints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3" name=""/>
          <p:cNvSpPr txBox="1"/>
          <p:nvPr/>
        </p:nvSpPr>
        <p:spPr>
          <a:xfrm>
            <a:off x="685800" y="6022800"/>
            <a:ext cx="905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Model routing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4" name=""/>
          <p:cNvSpPr txBox="1"/>
          <p:nvPr/>
        </p:nvSpPr>
        <p:spPr>
          <a:xfrm>
            <a:off x="2816280" y="6022800"/>
            <a:ext cx="2080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All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5" name=""/>
          <p:cNvSpPr txBox="1"/>
          <p:nvPr/>
        </p:nvSpPr>
        <p:spPr>
          <a:xfrm>
            <a:off x="3027600" y="603792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6" name=""/>
          <p:cNvSpPr txBox="1"/>
          <p:nvPr/>
        </p:nvSpPr>
        <p:spPr>
          <a:xfrm>
            <a:off x="3175920" y="6022800"/>
            <a:ext cx="1029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agentgateway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7" name=""/>
          <p:cNvSpPr txBox="1"/>
          <p:nvPr/>
        </p:nvSpPr>
        <p:spPr>
          <a:xfrm>
            <a:off x="4213440" y="603792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7286400" y="6029280"/>
            <a:ext cx="1734120" cy="209880"/>
          </a:xfrm>
          <a:custGeom>
            <a:avLst/>
            <a:gdLst/>
            <a:ahLst/>
            <a:rect l="0" t="0" r="r" b="b"/>
            <a:pathLst>
              <a:path w="4817" h="583">
                <a:moveTo>
                  <a:pt x="0" y="477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711" y="0"/>
                </a:lnTo>
                <a:cubicBezTo>
                  <a:pt x="4725" y="0"/>
                  <a:pt x="4738" y="2"/>
                  <a:pt x="4751" y="8"/>
                </a:cubicBezTo>
                <a:cubicBezTo>
                  <a:pt x="4764" y="13"/>
                  <a:pt x="4776" y="21"/>
                  <a:pt x="4786" y="31"/>
                </a:cubicBezTo>
                <a:cubicBezTo>
                  <a:pt x="4795" y="41"/>
                  <a:pt x="4803" y="52"/>
                  <a:pt x="4808" y="65"/>
                </a:cubicBezTo>
                <a:cubicBezTo>
                  <a:pt x="4814" y="78"/>
                  <a:pt x="4817" y="91"/>
                  <a:pt x="4817" y="105"/>
                </a:cubicBezTo>
                <a:lnTo>
                  <a:pt x="4817" y="477"/>
                </a:lnTo>
                <a:cubicBezTo>
                  <a:pt x="4817" y="491"/>
                  <a:pt x="4814" y="504"/>
                  <a:pt x="4808" y="517"/>
                </a:cubicBezTo>
                <a:cubicBezTo>
                  <a:pt x="4803" y="530"/>
                  <a:pt x="4795" y="542"/>
                  <a:pt x="4786" y="552"/>
                </a:cubicBezTo>
                <a:cubicBezTo>
                  <a:pt x="4776" y="562"/>
                  <a:pt x="4764" y="569"/>
                  <a:pt x="4751" y="575"/>
                </a:cubicBezTo>
                <a:cubicBezTo>
                  <a:pt x="4738" y="580"/>
                  <a:pt x="4725" y="583"/>
                  <a:pt x="4711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4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9" name=""/>
          <p:cNvSpPr txBox="1"/>
          <p:nvPr/>
        </p:nvSpPr>
        <p:spPr>
          <a:xfrm>
            <a:off x="4361760" y="6022800"/>
            <a:ext cx="29721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Azure OpenAI (UAMI) or local vLLM · same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0" name=""/>
          <p:cNvSpPr txBox="1"/>
          <p:nvPr/>
        </p:nvSpPr>
        <p:spPr>
          <a:xfrm>
            <a:off x="7366680" y="6060600"/>
            <a:ext cx="15789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default-model-config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1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2" name=""/>
          <p:cNvSpPr txBox="1"/>
          <p:nvPr/>
        </p:nvSpPr>
        <p:spPr>
          <a:xfrm>
            <a:off x="1177560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27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6" name=""/>
          <p:cNvSpPr txBox="1"/>
          <p:nvPr/>
        </p:nvSpPr>
        <p:spPr>
          <a:xfrm>
            <a:off x="685800" y="634320"/>
            <a:ext cx="34837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C A R D   A   —   T R I A G E   S P E C I A L I S T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7" name=""/>
          <p:cNvSpPr txBox="1"/>
          <p:nvPr/>
        </p:nvSpPr>
        <p:spPr>
          <a:xfrm>
            <a:off x="685800" y="834120"/>
            <a:ext cx="1156608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The dominant pattern (covers ~20 agents)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8" name=""/>
          <p:cNvSpPr txBox="1"/>
          <p:nvPr/>
        </p:nvSpPr>
        <p:spPr>
          <a:xfrm>
            <a:off x="685800" y="1701360"/>
            <a:ext cx="999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P R O C E S S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9" name=""/>
          <p:cNvSpPr txBox="1"/>
          <p:nvPr/>
        </p:nvSpPr>
        <p:spPr>
          <a:xfrm>
            <a:off x="685800" y="1984320"/>
            <a:ext cx="96429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Reactive — invoked by workflow on K8s Warning event. Optionally proactive via CronWorkflow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0" name=""/>
          <p:cNvSpPr txBox="1"/>
          <p:nvPr/>
        </p:nvSpPr>
        <p:spPr>
          <a:xfrm>
            <a:off x="685800" y="2327400"/>
            <a:ext cx="28972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(compliance, cost, security).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1" name=""/>
          <p:cNvSpPr txBox="1"/>
          <p:nvPr/>
        </p:nvSpPr>
        <p:spPr>
          <a:xfrm>
            <a:off x="685800" y="2653560"/>
            <a:ext cx="17078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U S E R   P E R S O N A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2" name=""/>
          <p:cNvSpPr txBox="1"/>
          <p:nvPr/>
        </p:nvSpPr>
        <p:spPr>
          <a:xfrm>
            <a:off x="685800" y="2936880"/>
            <a:ext cx="100353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SRE / Platform Engineer responding to a triage notification — wants structured diagnosis + ranked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3" name=""/>
          <p:cNvSpPr txBox="1"/>
          <p:nvPr/>
        </p:nvSpPr>
        <p:spPr>
          <a:xfrm>
            <a:off x="685800" y="3279960"/>
            <a:ext cx="412812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remediation + exact kubectl commands.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4" name=""/>
          <p:cNvSpPr txBox="1"/>
          <p:nvPr/>
        </p:nvSpPr>
        <p:spPr>
          <a:xfrm>
            <a:off x="685800" y="3606120"/>
            <a:ext cx="1021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P R O B L E M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5" name=""/>
          <p:cNvSpPr txBox="1"/>
          <p:nvPr/>
        </p:nvSpPr>
        <p:spPr>
          <a:xfrm>
            <a:off x="685800" y="3889440"/>
            <a:ext cx="974520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Domain-specific K8s failures hit a namespace · on-call lacks deep specialist knowledge · agent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6" name=""/>
          <p:cNvSpPr txBox="1"/>
          <p:nvPr/>
        </p:nvSpPr>
        <p:spPr>
          <a:xfrm>
            <a:off x="685800" y="4232520"/>
            <a:ext cx="35326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collapses 30–60 min into seconds.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7" name=""/>
          <p:cNvSpPr txBox="1"/>
          <p:nvPr/>
        </p:nvSpPr>
        <p:spPr>
          <a:xfrm>
            <a:off x="685800" y="4558680"/>
            <a:ext cx="5493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R O L E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8" name=""/>
          <p:cNvSpPr txBox="1"/>
          <p:nvPr/>
        </p:nvSpPr>
        <p:spPr>
          <a:xfrm>
            <a:off x="685800" y="4842000"/>
            <a:ext cx="105688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Read-only investigator + remediation suggester. Writes nothing. Returns analysis JSON to the workflow.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9" name=""/>
          <p:cNvSpPr txBox="1"/>
          <p:nvPr/>
        </p:nvSpPr>
        <p:spPr>
          <a:xfrm>
            <a:off x="685800" y="5184720"/>
            <a:ext cx="105199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Applies to:</a:t>
            </a: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cert-manager · kyverno · kro · external-secrets · reloader · flux-system · gatekeeper-system ·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0" name=""/>
          <p:cNvSpPr txBox="1"/>
          <p:nvPr/>
        </p:nvSpPr>
        <p:spPr>
          <a:xfrm>
            <a:off x="685800" y="5527800"/>
            <a:ext cx="1004940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istio-ingress · istio-system · kube-system · dns · database · observability · cost · change · network ·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1" name=""/>
          <p:cNvSpPr txBox="1"/>
          <p:nvPr/>
        </p:nvSpPr>
        <p:spPr>
          <a:xfrm>
            <a:off x="685800" y="5870520"/>
            <a:ext cx="385020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storage · infra · security · compliance.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2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3" name=""/>
          <p:cNvSpPr txBox="1"/>
          <p:nvPr/>
        </p:nvSpPr>
        <p:spPr>
          <a:xfrm>
            <a:off x="1176912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685440" y="2247840"/>
            <a:ext cx="1800720" cy="19440"/>
          </a:xfrm>
          <a:custGeom>
            <a:avLst/>
            <a:gdLst/>
            <a:ahLst/>
            <a:rect l="0" t="0" r="r" b="b"/>
            <a:pathLst>
              <a:path w="5002" h="54">
                <a:moveTo>
                  <a:pt x="0" y="0"/>
                </a:moveTo>
                <a:lnTo>
                  <a:pt x="5002" y="0"/>
                </a:lnTo>
                <a:lnTo>
                  <a:pt x="500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2485800" y="2247840"/>
            <a:ext cx="5934600" cy="19440"/>
          </a:xfrm>
          <a:custGeom>
            <a:avLst/>
            <a:gdLst/>
            <a:ahLst/>
            <a:rect l="0" t="0" r="r" b="b"/>
            <a:pathLst>
              <a:path w="16485" h="54">
                <a:moveTo>
                  <a:pt x="0" y="0"/>
                </a:moveTo>
                <a:lnTo>
                  <a:pt x="16485" y="0"/>
                </a:lnTo>
                <a:lnTo>
                  <a:pt x="1648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9" name=""/>
          <p:cNvSpPr/>
          <p:nvPr/>
        </p:nvSpPr>
        <p:spPr>
          <a:xfrm>
            <a:off x="685440" y="2676240"/>
            <a:ext cx="1800720" cy="10080"/>
          </a:xfrm>
          <a:custGeom>
            <a:avLst/>
            <a:gdLst/>
            <a:ahLst/>
            <a:rect l="0" t="0" r="r" b="b"/>
            <a:pathLst>
              <a:path w="5002" h="28">
                <a:moveTo>
                  <a:pt x="0" y="0"/>
                </a:moveTo>
                <a:lnTo>
                  <a:pt x="5002" y="0"/>
                </a:lnTo>
                <a:lnTo>
                  <a:pt x="50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2485800" y="2676240"/>
            <a:ext cx="5934600" cy="10080"/>
          </a:xfrm>
          <a:custGeom>
            <a:avLst/>
            <a:gdLst/>
            <a:ahLst/>
            <a:rect l="0" t="0" r="r" b="b"/>
            <a:pathLst>
              <a:path w="16485" h="28">
                <a:moveTo>
                  <a:pt x="0" y="0"/>
                </a:moveTo>
                <a:lnTo>
                  <a:pt x="16485" y="0"/>
                </a:lnTo>
                <a:lnTo>
                  <a:pt x="164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685440" y="310500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2485800" y="3105000"/>
            <a:ext cx="5934600" cy="9720"/>
          </a:xfrm>
          <a:custGeom>
            <a:avLst/>
            <a:gdLst/>
            <a:ahLst/>
            <a:rect l="0" t="0" r="r" b="b"/>
            <a:pathLst>
              <a:path w="16485" h="27">
                <a:moveTo>
                  <a:pt x="0" y="0"/>
                </a:moveTo>
                <a:lnTo>
                  <a:pt x="16485" y="0"/>
                </a:lnTo>
                <a:lnTo>
                  <a:pt x="164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685440" y="3524040"/>
            <a:ext cx="1800720" cy="10080"/>
          </a:xfrm>
          <a:custGeom>
            <a:avLst/>
            <a:gdLst/>
            <a:ahLst/>
            <a:rect l="0" t="0" r="r" b="b"/>
            <a:pathLst>
              <a:path w="5002" h="28">
                <a:moveTo>
                  <a:pt x="0" y="0"/>
                </a:moveTo>
                <a:lnTo>
                  <a:pt x="5002" y="0"/>
                </a:lnTo>
                <a:lnTo>
                  <a:pt x="50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2485800" y="3524040"/>
            <a:ext cx="5934600" cy="10080"/>
          </a:xfrm>
          <a:custGeom>
            <a:avLst/>
            <a:gdLst/>
            <a:ahLst/>
            <a:rect l="0" t="0" r="r" b="b"/>
            <a:pathLst>
              <a:path w="16485" h="28">
                <a:moveTo>
                  <a:pt x="0" y="0"/>
                </a:moveTo>
                <a:lnTo>
                  <a:pt x="16485" y="0"/>
                </a:lnTo>
                <a:lnTo>
                  <a:pt x="164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5" name=""/>
          <p:cNvSpPr/>
          <p:nvPr/>
        </p:nvSpPr>
        <p:spPr>
          <a:xfrm>
            <a:off x="685440" y="395280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6" name=""/>
          <p:cNvSpPr/>
          <p:nvPr/>
        </p:nvSpPr>
        <p:spPr>
          <a:xfrm>
            <a:off x="2485800" y="3952800"/>
            <a:ext cx="5934600" cy="9720"/>
          </a:xfrm>
          <a:custGeom>
            <a:avLst/>
            <a:gdLst/>
            <a:ahLst/>
            <a:rect l="0" t="0" r="r" b="b"/>
            <a:pathLst>
              <a:path w="16485" h="27">
                <a:moveTo>
                  <a:pt x="0" y="0"/>
                </a:moveTo>
                <a:lnTo>
                  <a:pt x="16485" y="0"/>
                </a:lnTo>
                <a:lnTo>
                  <a:pt x="164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7" name=""/>
          <p:cNvSpPr/>
          <p:nvPr/>
        </p:nvSpPr>
        <p:spPr>
          <a:xfrm>
            <a:off x="685440" y="437184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2485800" y="4371840"/>
            <a:ext cx="5934600" cy="9720"/>
          </a:xfrm>
          <a:custGeom>
            <a:avLst/>
            <a:gdLst/>
            <a:ahLst/>
            <a:rect l="0" t="0" r="r" b="b"/>
            <a:pathLst>
              <a:path w="16485" h="27">
                <a:moveTo>
                  <a:pt x="0" y="0"/>
                </a:moveTo>
                <a:lnTo>
                  <a:pt x="16485" y="0"/>
                </a:lnTo>
                <a:lnTo>
                  <a:pt x="164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685440" y="479088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2485800" y="4790880"/>
            <a:ext cx="5934600" cy="9720"/>
          </a:xfrm>
          <a:custGeom>
            <a:avLst/>
            <a:gdLst/>
            <a:ahLst/>
            <a:rect l="0" t="0" r="r" b="b"/>
            <a:pathLst>
              <a:path w="16485" h="27">
                <a:moveTo>
                  <a:pt x="0" y="0"/>
                </a:moveTo>
                <a:lnTo>
                  <a:pt x="16485" y="0"/>
                </a:lnTo>
                <a:lnTo>
                  <a:pt x="164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685440" y="521964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2485800" y="5219640"/>
            <a:ext cx="5934600" cy="9720"/>
          </a:xfrm>
          <a:custGeom>
            <a:avLst/>
            <a:gdLst/>
            <a:ahLst/>
            <a:rect l="0" t="0" r="r" b="b"/>
            <a:pathLst>
              <a:path w="16485" h="27">
                <a:moveTo>
                  <a:pt x="0" y="0"/>
                </a:moveTo>
                <a:lnTo>
                  <a:pt x="16485" y="0"/>
                </a:lnTo>
                <a:lnTo>
                  <a:pt x="164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685440" y="563868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2485800" y="5638680"/>
            <a:ext cx="5934600" cy="9720"/>
          </a:xfrm>
          <a:custGeom>
            <a:avLst/>
            <a:gdLst/>
            <a:ahLst/>
            <a:rect l="0" t="0" r="r" b="b"/>
            <a:pathLst>
              <a:path w="16485" h="27">
                <a:moveTo>
                  <a:pt x="0" y="0"/>
                </a:moveTo>
                <a:lnTo>
                  <a:pt x="16485" y="0"/>
                </a:lnTo>
                <a:lnTo>
                  <a:pt x="164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5" name=""/>
          <p:cNvSpPr txBox="1"/>
          <p:nvPr/>
        </p:nvSpPr>
        <p:spPr>
          <a:xfrm>
            <a:off x="685800" y="701280"/>
            <a:ext cx="34534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C A R D   A   —   S P E C I A L I S T   S K I L L S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3628800" y="971280"/>
            <a:ext cx="4886640" cy="581400"/>
          </a:xfrm>
          <a:custGeom>
            <a:avLst/>
            <a:gdLst/>
            <a:ahLst/>
            <a:rect l="0" t="0" r="r" b="b"/>
            <a:pathLst>
              <a:path w="13574" h="1615">
                <a:moveTo>
                  <a:pt x="0" y="1509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3468" y="0"/>
                </a:lnTo>
                <a:cubicBezTo>
                  <a:pt x="13482" y="0"/>
                  <a:pt x="13496" y="3"/>
                  <a:pt x="13509" y="8"/>
                </a:cubicBezTo>
                <a:cubicBezTo>
                  <a:pt x="13522" y="14"/>
                  <a:pt x="13533" y="21"/>
                  <a:pt x="13543" y="31"/>
                </a:cubicBezTo>
                <a:cubicBezTo>
                  <a:pt x="13553" y="41"/>
                  <a:pt x="13561" y="53"/>
                  <a:pt x="13566" y="66"/>
                </a:cubicBezTo>
                <a:cubicBezTo>
                  <a:pt x="13572" y="79"/>
                  <a:pt x="13574" y="92"/>
                  <a:pt x="13574" y="106"/>
                </a:cubicBezTo>
                <a:lnTo>
                  <a:pt x="13574" y="1509"/>
                </a:lnTo>
                <a:cubicBezTo>
                  <a:pt x="13574" y="1523"/>
                  <a:pt x="13572" y="1537"/>
                  <a:pt x="13566" y="1550"/>
                </a:cubicBezTo>
                <a:cubicBezTo>
                  <a:pt x="13561" y="1563"/>
                  <a:pt x="13553" y="1574"/>
                  <a:pt x="13543" y="1584"/>
                </a:cubicBezTo>
                <a:cubicBezTo>
                  <a:pt x="13533" y="1594"/>
                  <a:pt x="13522" y="1602"/>
                  <a:pt x="13509" y="1607"/>
                </a:cubicBezTo>
                <a:cubicBezTo>
                  <a:pt x="13496" y="1613"/>
                  <a:pt x="13482" y="1615"/>
                  <a:pt x="13468" y="1615"/>
                </a:cubicBezTo>
                <a:lnTo>
                  <a:pt x="106" y="1615"/>
                </a:lnTo>
                <a:cubicBezTo>
                  <a:pt x="92" y="1615"/>
                  <a:pt x="78" y="1613"/>
                  <a:pt x="65" y="1607"/>
                </a:cubicBezTo>
                <a:cubicBezTo>
                  <a:pt x="52" y="1602"/>
                  <a:pt x="41" y="1594"/>
                  <a:pt x="31" y="1584"/>
                </a:cubicBezTo>
                <a:cubicBezTo>
                  <a:pt x="21" y="1574"/>
                  <a:pt x="14" y="1563"/>
                  <a:pt x="8" y="1550"/>
                </a:cubicBezTo>
                <a:cubicBezTo>
                  <a:pt x="3" y="1537"/>
                  <a:pt x="0" y="1523"/>
                  <a:pt x="0" y="1509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7" name=""/>
          <p:cNvSpPr txBox="1"/>
          <p:nvPr/>
        </p:nvSpPr>
        <p:spPr>
          <a:xfrm>
            <a:off x="685800" y="900720"/>
            <a:ext cx="368856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What lives in 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8" name=""/>
          <p:cNvSpPr txBox="1"/>
          <p:nvPr/>
        </p:nvSpPr>
        <p:spPr>
          <a:xfrm>
            <a:off x="3729600" y="971640"/>
            <a:ext cx="4845240" cy="58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/skills/&lt;agent&gt;/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9" name=""/>
          <p:cNvSpPr txBox="1"/>
          <p:nvPr/>
        </p:nvSpPr>
        <p:spPr>
          <a:xfrm>
            <a:off x="685800" y="1962000"/>
            <a:ext cx="45108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AGENT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685440" y="2371680"/>
            <a:ext cx="1572120" cy="209880"/>
          </a:xfrm>
          <a:custGeom>
            <a:avLst/>
            <a:gdLst/>
            <a:ahLst/>
            <a:rect l="0" t="0" r="r" b="b"/>
            <a:pathLst>
              <a:path w="4367" h="583">
                <a:moveTo>
                  <a:pt x="0" y="477"/>
                </a:moveTo>
                <a:lnTo>
                  <a:pt x="0" y="106"/>
                </a:ln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4261" y="0"/>
                </a:lnTo>
                <a:cubicBezTo>
                  <a:pt x="4275" y="0"/>
                  <a:pt x="4289" y="2"/>
                  <a:pt x="4302" y="8"/>
                </a:cubicBezTo>
                <a:cubicBezTo>
                  <a:pt x="4315" y="13"/>
                  <a:pt x="4326" y="21"/>
                  <a:pt x="4336" y="31"/>
                </a:cubicBezTo>
                <a:cubicBezTo>
                  <a:pt x="4346" y="41"/>
                  <a:pt x="4354" y="52"/>
                  <a:pt x="4359" y="65"/>
                </a:cubicBezTo>
                <a:cubicBezTo>
                  <a:pt x="4364" y="78"/>
                  <a:pt x="4367" y="91"/>
                  <a:pt x="4367" y="106"/>
                </a:cubicBezTo>
                <a:lnTo>
                  <a:pt x="4367" y="477"/>
                </a:lnTo>
                <a:cubicBezTo>
                  <a:pt x="4367" y="491"/>
                  <a:pt x="4364" y="504"/>
                  <a:pt x="4359" y="517"/>
                </a:cubicBezTo>
                <a:cubicBezTo>
                  <a:pt x="4354" y="530"/>
                  <a:pt x="4346" y="542"/>
                  <a:pt x="4336" y="552"/>
                </a:cubicBezTo>
                <a:cubicBezTo>
                  <a:pt x="4326" y="562"/>
                  <a:pt x="4315" y="569"/>
                  <a:pt x="4302" y="575"/>
                </a:cubicBezTo>
                <a:cubicBezTo>
                  <a:pt x="4289" y="580"/>
                  <a:pt x="4275" y="583"/>
                  <a:pt x="4261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2" y="542"/>
                  <a:pt x="14" y="530"/>
                  <a:pt x="9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1" name=""/>
          <p:cNvSpPr txBox="1"/>
          <p:nvPr/>
        </p:nvSpPr>
        <p:spPr>
          <a:xfrm>
            <a:off x="2485440" y="1962000"/>
            <a:ext cx="15001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 K I L L S   B U N D L E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2485800" y="2371680"/>
            <a:ext cx="1410120" cy="209880"/>
          </a:xfrm>
          <a:custGeom>
            <a:avLst/>
            <a:gdLst/>
            <a:ahLst/>
            <a:rect l="0" t="0" r="r" b="b"/>
            <a:pathLst>
              <a:path w="3917" h="583">
                <a:moveTo>
                  <a:pt x="0" y="477"/>
                </a:moveTo>
                <a:lnTo>
                  <a:pt x="0" y="106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811" y="0"/>
                </a:lnTo>
                <a:cubicBezTo>
                  <a:pt x="3825" y="0"/>
                  <a:pt x="3839" y="2"/>
                  <a:pt x="3852" y="8"/>
                </a:cubicBezTo>
                <a:cubicBezTo>
                  <a:pt x="3865" y="13"/>
                  <a:pt x="3876" y="21"/>
                  <a:pt x="3886" y="31"/>
                </a:cubicBezTo>
                <a:cubicBezTo>
                  <a:pt x="3896" y="41"/>
                  <a:pt x="3904" y="52"/>
                  <a:pt x="3909" y="65"/>
                </a:cubicBezTo>
                <a:cubicBezTo>
                  <a:pt x="3914" y="78"/>
                  <a:pt x="3917" y="91"/>
                  <a:pt x="3917" y="106"/>
                </a:cubicBezTo>
                <a:lnTo>
                  <a:pt x="3917" y="477"/>
                </a:lnTo>
                <a:cubicBezTo>
                  <a:pt x="3917" y="491"/>
                  <a:pt x="3914" y="504"/>
                  <a:pt x="3909" y="517"/>
                </a:cubicBezTo>
                <a:cubicBezTo>
                  <a:pt x="3904" y="530"/>
                  <a:pt x="3896" y="542"/>
                  <a:pt x="3886" y="552"/>
                </a:cubicBezTo>
                <a:cubicBezTo>
                  <a:pt x="3876" y="562"/>
                  <a:pt x="3865" y="569"/>
                  <a:pt x="3852" y="575"/>
                </a:cubicBezTo>
                <a:cubicBezTo>
                  <a:pt x="3839" y="580"/>
                  <a:pt x="3825" y="583"/>
                  <a:pt x="3811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4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3" name=""/>
          <p:cNvSpPr txBox="1"/>
          <p:nvPr/>
        </p:nvSpPr>
        <p:spPr>
          <a:xfrm>
            <a:off x="762120" y="2403000"/>
            <a:ext cx="14209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cert-manager-agent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4" name=""/>
          <p:cNvSpPr txBox="1"/>
          <p:nvPr/>
        </p:nvSpPr>
        <p:spPr>
          <a:xfrm>
            <a:off x="2561760" y="2403000"/>
            <a:ext cx="1263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cert-diagnostics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5" name=""/>
          <p:cNvSpPr/>
          <p:nvPr/>
        </p:nvSpPr>
        <p:spPr>
          <a:xfrm>
            <a:off x="685440" y="2790720"/>
            <a:ext cx="1172160" cy="209880"/>
          </a:xfrm>
          <a:custGeom>
            <a:avLst/>
            <a:gdLst/>
            <a:ahLst/>
            <a:rect l="0" t="0" r="r" b="b"/>
            <a:pathLst>
              <a:path w="3256" h="583">
                <a:moveTo>
                  <a:pt x="0" y="477"/>
                </a:moveTo>
                <a:lnTo>
                  <a:pt x="0" y="107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3150" y="0"/>
                </a:lnTo>
                <a:cubicBezTo>
                  <a:pt x="3164" y="0"/>
                  <a:pt x="3178" y="2"/>
                  <a:pt x="3191" y="8"/>
                </a:cubicBezTo>
                <a:cubicBezTo>
                  <a:pt x="3204" y="13"/>
                  <a:pt x="3215" y="21"/>
                  <a:pt x="3225" y="31"/>
                </a:cubicBezTo>
                <a:cubicBezTo>
                  <a:pt x="3235" y="41"/>
                  <a:pt x="3242" y="52"/>
                  <a:pt x="3248" y="65"/>
                </a:cubicBezTo>
                <a:cubicBezTo>
                  <a:pt x="3253" y="78"/>
                  <a:pt x="3256" y="92"/>
                  <a:pt x="3256" y="107"/>
                </a:cubicBezTo>
                <a:lnTo>
                  <a:pt x="3256" y="477"/>
                </a:lnTo>
                <a:cubicBezTo>
                  <a:pt x="3256" y="491"/>
                  <a:pt x="3253" y="505"/>
                  <a:pt x="3248" y="518"/>
                </a:cubicBezTo>
                <a:cubicBezTo>
                  <a:pt x="3242" y="531"/>
                  <a:pt x="3235" y="542"/>
                  <a:pt x="3225" y="552"/>
                </a:cubicBezTo>
                <a:cubicBezTo>
                  <a:pt x="3215" y="562"/>
                  <a:pt x="3204" y="569"/>
                  <a:pt x="3191" y="575"/>
                </a:cubicBezTo>
                <a:cubicBezTo>
                  <a:pt x="3178" y="580"/>
                  <a:pt x="3164" y="583"/>
                  <a:pt x="3150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2" y="542"/>
                  <a:pt x="14" y="531"/>
                  <a:pt x="9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6" name=""/>
          <p:cNvSpPr txBox="1"/>
          <p:nvPr/>
        </p:nvSpPr>
        <p:spPr>
          <a:xfrm>
            <a:off x="3897000" y="2365200"/>
            <a:ext cx="3910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ACME challenge inspection · issuer status · expiry scans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7" name=""/>
          <p:cNvSpPr/>
          <p:nvPr/>
        </p:nvSpPr>
        <p:spPr>
          <a:xfrm>
            <a:off x="2485800" y="2790720"/>
            <a:ext cx="1410120" cy="209880"/>
          </a:xfrm>
          <a:custGeom>
            <a:avLst/>
            <a:gdLst/>
            <a:ahLst/>
            <a:rect l="0" t="0" r="r" b="b"/>
            <a:pathLst>
              <a:path w="3917" h="583">
                <a:moveTo>
                  <a:pt x="0" y="477"/>
                </a:moveTo>
                <a:lnTo>
                  <a:pt x="0" y="107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811" y="0"/>
                </a:lnTo>
                <a:cubicBezTo>
                  <a:pt x="3825" y="0"/>
                  <a:pt x="3839" y="2"/>
                  <a:pt x="3852" y="8"/>
                </a:cubicBezTo>
                <a:cubicBezTo>
                  <a:pt x="3865" y="13"/>
                  <a:pt x="3876" y="21"/>
                  <a:pt x="3886" y="31"/>
                </a:cubicBezTo>
                <a:cubicBezTo>
                  <a:pt x="3896" y="41"/>
                  <a:pt x="3904" y="52"/>
                  <a:pt x="3909" y="65"/>
                </a:cubicBezTo>
                <a:cubicBezTo>
                  <a:pt x="3914" y="78"/>
                  <a:pt x="3917" y="92"/>
                  <a:pt x="3917" y="107"/>
                </a:cubicBezTo>
                <a:lnTo>
                  <a:pt x="3917" y="477"/>
                </a:lnTo>
                <a:cubicBezTo>
                  <a:pt x="3917" y="491"/>
                  <a:pt x="3914" y="505"/>
                  <a:pt x="3909" y="518"/>
                </a:cubicBezTo>
                <a:cubicBezTo>
                  <a:pt x="3904" y="531"/>
                  <a:pt x="3896" y="542"/>
                  <a:pt x="3886" y="552"/>
                </a:cubicBezTo>
                <a:cubicBezTo>
                  <a:pt x="3876" y="562"/>
                  <a:pt x="3865" y="569"/>
                  <a:pt x="3852" y="575"/>
                </a:cubicBezTo>
                <a:cubicBezTo>
                  <a:pt x="3839" y="580"/>
                  <a:pt x="3825" y="583"/>
                  <a:pt x="3811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8" name=""/>
          <p:cNvSpPr txBox="1"/>
          <p:nvPr/>
        </p:nvSpPr>
        <p:spPr>
          <a:xfrm>
            <a:off x="762120" y="2822040"/>
            <a:ext cx="10263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network-agent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9" name=""/>
          <p:cNvSpPr txBox="1"/>
          <p:nvPr/>
        </p:nvSpPr>
        <p:spPr>
          <a:xfrm>
            <a:off x="2561760" y="2822040"/>
            <a:ext cx="1263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cni-health-probe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0" name=""/>
          <p:cNvSpPr/>
          <p:nvPr/>
        </p:nvSpPr>
        <p:spPr>
          <a:xfrm>
            <a:off x="4000320" y="2790720"/>
            <a:ext cx="1886400" cy="209880"/>
          </a:xfrm>
          <a:custGeom>
            <a:avLst/>
            <a:gdLst/>
            <a:ahLst/>
            <a:rect l="0" t="0" r="r" b="b"/>
            <a:pathLst>
              <a:path w="5240" h="583">
                <a:moveTo>
                  <a:pt x="0" y="477"/>
                </a:moveTo>
                <a:lnTo>
                  <a:pt x="0" y="107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5134" y="0"/>
                </a:lnTo>
                <a:cubicBezTo>
                  <a:pt x="5148" y="0"/>
                  <a:pt x="5161" y="2"/>
                  <a:pt x="5174" y="8"/>
                </a:cubicBezTo>
                <a:cubicBezTo>
                  <a:pt x="5187" y="13"/>
                  <a:pt x="5199" y="21"/>
                  <a:pt x="5209" y="31"/>
                </a:cubicBezTo>
                <a:cubicBezTo>
                  <a:pt x="5219" y="41"/>
                  <a:pt x="5226" y="52"/>
                  <a:pt x="5232" y="65"/>
                </a:cubicBezTo>
                <a:cubicBezTo>
                  <a:pt x="5237" y="78"/>
                  <a:pt x="5240" y="92"/>
                  <a:pt x="5240" y="107"/>
                </a:cubicBezTo>
                <a:lnTo>
                  <a:pt x="5240" y="477"/>
                </a:lnTo>
                <a:cubicBezTo>
                  <a:pt x="5240" y="491"/>
                  <a:pt x="5237" y="505"/>
                  <a:pt x="5232" y="518"/>
                </a:cubicBezTo>
                <a:cubicBezTo>
                  <a:pt x="5226" y="531"/>
                  <a:pt x="5219" y="542"/>
                  <a:pt x="5209" y="552"/>
                </a:cubicBezTo>
                <a:cubicBezTo>
                  <a:pt x="5199" y="562"/>
                  <a:pt x="5187" y="569"/>
                  <a:pt x="5174" y="575"/>
                </a:cubicBezTo>
                <a:cubicBezTo>
                  <a:pt x="5161" y="580"/>
                  <a:pt x="5148" y="583"/>
                  <a:pt x="5134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1" name=""/>
          <p:cNvSpPr txBox="1"/>
          <p:nvPr/>
        </p:nvSpPr>
        <p:spPr>
          <a:xfrm>
            <a:off x="3897000" y="27842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2" name=""/>
          <p:cNvSpPr txBox="1"/>
          <p:nvPr/>
        </p:nvSpPr>
        <p:spPr>
          <a:xfrm>
            <a:off x="4076280" y="2822040"/>
            <a:ext cx="1736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ingress-backend-walker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3" name=""/>
          <p:cNvSpPr/>
          <p:nvPr/>
        </p:nvSpPr>
        <p:spPr>
          <a:xfrm>
            <a:off x="5981400" y="2790720"/>
            <a:ext cx="1734120" cy="209880"/>
          </a:xfrm>
          <a:custGeom>
            <a:avLst/>
            <a:gdLst/>
            <a:ahLst/>
            <a:rect l="0" t="0" r="r" b="b"/>
            <a:pathLst>
              <a:path w="4817" h="583">
                <a:moveTo>
                  <a:pt x="0" y="477"/>
                </a:moveTo>
                <a:lnTo>
                  <a:pt x="0" y="107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4711" y="0"/>
                </a:lnTo>
                <a:cubicBezTo>
                  <a:pt x="4725" y="0"/>
                  <a:pt x="4738" y="2"/>
                  <a:pt x="4751" y="8"/>
                </a:cubicBezTo>
                <a:cubicBezTo>
                  <a:pt x="4764" y="13"/>
                  <a:pt x="4776" y="21"/>
                  <a:pt x="4786" y="31"/>
                </a:cubicBezTo>
                <a:cubicBezTo>
                  <a:pt x="4796" y="41"/>
                  <a:pt x="4803" y="52"/>
                  <a:pt x="4809" y="65"/>
                </a:cubicBezTo>
                <a:cubicBezTo>
                  <a:pt x="4814" y="78"/>
                  <a:pt x="4817" y="92"/>
                  <a:pt x="4817" y="107"/>
                </a:cubicBezTo>
                <a:lnTo>
                  <a:pt x="4817" y="477"/>
                </a:lnTo>
                <a:cubicBezTo>
                  <a:pt x="4817" y="491"/>
                  <a:pt x="4814" y="505"/>
                  <a:pt x="4809" y="518"/>
                </a:cubicBezTo>
                <a:cubicBezTo>
                  <a:pt x="4803" y="531"/>
                  <a:pt x="4796" y="542"/>
                  <a:pt x="4786" y="552"/>
                </a:cubicBezTo>
                <a:cubicBezTo>
                  <a:pt x="4776" y="562"/>
                  <a:pt x="4764" y="569"/>
                  <a:pt x="4751" y="575"/>
                </a:cubicBezTo>
                <a:cubicBezTo>
                  <a:pt x="4738" y="580"/>
                  <a:pt x="4725" y="583"/>
                  <a:pt x="4711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4" name=""/>
          <p:cNvSpPr txBox="1"/>
          <p:nvPr/>
        </p:nvSpPr>
        <p:spPr>
          <a:xfrm>
            <a:off x="5883480" y="27842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685440" y="3219120"/>
            <a:ext cx="1172160" cy="209880"/>
          </a:xfrm>
          <a:custGeom>
            <a:avLst/>
            <a:gdLst/>
            <a:ahLst/>
            <a:rect l="0" t="0" r="r" b="b"/>
            <a:pathLst>
              <a:path w="3256" h="583">
                <a:moveTo>
                  <a:pt x="0" y="478"/>
                </a:moveTo>
                <a:lnTo>
                  <a:pt x="0" y="107"/>
                </a:lnTo>
                <a:cubicBezTo>
                  <a:pt x="0" y="93"/>
                  <a:pt x="3" y="80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150" y="0"/>
                </a:lnTo>
                <a:cubicBezTo>
                  <a:pt x="3164" y="0"/>
                  <a:pt x="3178" y="3"/>
                  <a:pt x="3191" y="8"/>
                </a:cubicBezTo>
                <a:cubicBezTo>
                  <a:pt x="3204" y="14"/>
                  <a:pt x="3215" y="21"/>
                  <a:pt x="3225" y="31"/>
                </a:cubicBezTo>
                <a:cubicBezTo>
                  <a:pt x="3235" y="41"/>
                  <a:pt x="3242" y="53"/>
                  <a:pt x="3248" y="66"/>
                </a:cubicBezTo>
                <a:cubicBezTo>
                  <a:pt x="3253" y="80"/>
                  <a:pt x="3256" y="93"/>
                  <a:pt x="3256" y="107"/>
                </a:cubicBezTo>
                <a:lnTo>
                  <a:pt x="3256" y="478"/>
                </a:lnTo>
                <a:cubicBezTo>
                  <a:pt x="3256" y="492"/>
                  <a:pt x="3253" y="505"/>
                  <a:pt x="3248" y="518"/>
                </a:cubicBezTo>
                <a:cubicBezTo>
                  <a:pt x="3242" y="531"/>
                  <a:pt x="3235" y="543"/>
                  <a:pt x="3225" y="553"/>
                </a:cubicBezTo>
                <a:cubicBezTo>
                  <a:pt x="3215" y="562"/>
                  <a:pt x="3204" y="570"/>
                  <a:pt x="3191" y="575"/>
                </a:cubicBezTo>
                <a:cubicBezTo>
                  <a:pt x="3178" y="581"/>
                  <a:pt x="3164" y="583"/>
                  <a:pt x="3150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3"/>
                </a:cubicBezTo>
                <a:cubicBezTo>
                  <a:pt x="22" y="543"/>
                  <a:pt x="14" y="531"/>
                  <a:pt x="9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6" name=""/>
          <p:cNvSpPr txBox="1"/>
          <p:nvPr/>
        </p:nvSpPr>
        <p:spPr>
          <a:xfrm>
            <a:off x="6062400" y="2822040"/>
            <a:ext cx="15789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istio-config-analyse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7" name=""/>
          <p:cNvSpPr/>
          <p:nvPr/>
        </p:nvSpPr>
        <p:spPr>
          <a:xfrm>
            <a:off x="2485800" y="3219120"/>
            <a:ext cx="1486440" cy="209880"/>
          </a:xfrm>
          <a:custGeom>
            <a:avLst/>
            <a:gdLst/>
            <a:ahLst/>
            <a:rect l="0" t="0" r="r" b="b"/>
            <a:pathLst>
              <a:path w="4129" h="583">
                <a:moveTo>
                  <a:pt x="0" y="478"/>
                </a:moveTo>
                <a:lnTo>
                  <a:pt x="0" y="107"/>
                </a:ln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023" y="0"/>
                </a:lnTo>
                <a:cubicBezTo>
                  <a:pt x="4037" y="0"/>
                  <a:pt x="4050" y="3"/>
                  <a:pt x="4063" y="8"/>
                </a:cubicBezTo>
                <a:cubicBezTo>
                  <a:pt x="4076" y="14"/>
                  <a:pt x="4088" y="21"/>
                  <a:pt x="4098" y="31"/>
                </a:cubicBezTo>
                <a:cubicBezTo>
                  <a:pt x="4108" y="41"/>
                  <a:pt x="4115" y="53"/>
                  <a:pt x="4121" y="66"/>
                </a:cubicBezTo>
                <a:cubicBezTo>
                  <a:pt x="4126" y="80"/>
                  <a:pt x="4129" y="93"/>
                  <a:pt x="4129" y="107"/>
                </a:cubicBezTo>
                <a:lnTo>
                  <a:pt x="4129" y="478"/>
                </a:lnTo>
                <a:cubicBezTo>
                  <a:pt x="4129" y="492"/>
                  <a:pt x="4126" y="505"/>
                  <a:pt x="4121" y="518"/>
                </a:cubicBezTo>
                <a:cubicBezTo>
                  <a:pt x="4115" y="531"/>
                  <a:pt x="4108" y="543"/>
                  <a:pt x="4098" y="553"/>
                </a:cubicBezTo>
                <a:cubicBezTo>
                  <a:pt x="4088" y="562"/>
                  <a:pt x="4076" y="570"/>
                  <a:pt x="4063" y="575"/>
                </a:cubicBezTo>
                <a:cubicBezTo>
                  <a:pt x="4050" y="581"/>
                  <a:pt x="4037" y="583"/>
                  <a:pt x="4023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3"/>
                </a:cubicBezTo>
                <a:cubicBezTo>
                  <a:pt x="21" y="543"/>
                  <a:pt x="14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8" name=""/>
          <p:cNvSpPr txBox="1"/>
          <p:nvPr/>
        </p:nvSpPr>
        <p:spPr>
          <a:xfrm>
            <a:off x="762120" y="3250440"/>
            <a:ext cx="10263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storage-agent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9" name=""/>
          <p:cNvSpPr txBox="1"/>
          <p:nvPr/>
        </p:nvSpPr>
        <p:spPr>
          <a:xfrm>
            <a:off x="2561760" y="3250440"/>
            <a:ext cx="13420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pvc-binding-trace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0" name=""/>
          <p:cNvSpPr/>
          <p:nvPr/>
        </p:nvSpPr>
        <p:spPr>
          <a:xfrm>
            <a:off x="4076640" y="3219120"/>
            <a:ext cx="1886040" cy="209880"/>
          </a:xfrm>
          <a:custGeom>
            <a:avLst/>
            <a:gdLst/>
            <a:ahLst/>
            <a:rect l="0" t="0" r="r" b="b"/>
            <a:pathLst>
              <a:path w="5239" h="583">
                <a:moveTo>
                  <a:pt x="0" y="478"/>
                </a:moveTo>
                <a:lnTo>
                  <a:pt x="0" y="107"/>
                </a:lnTo>
                <a:cubicBezTo>
                  <a:pt x="0" y="93"/>
                  <a:pt x="2" y="80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5134" y="0"/>
                </a:lnTo>
                <a:cubicBezTo>
                  <a:pt x="5148" y="0"/>
                  <a:pt x="5161" y="3"/>
                  <a:pt x="5174" y="8"/>
                </a:cubicBezTo>
                <a:cubicBezTo>
                  <a:pt x="5187" y="14"/>
                  <a:pt x="5198" y="21"/>
                  <a:pt x="5208" y="31"/>
                </a:cubicBezTo>
                <a:cubicBezTo>
                  <a:pt x="5218" y="41"/>
                  <a:pt x="5226" y="53"/>
                  <a:pt x="5231" y="66"/>
                </a:cubicBezTo>
                <a:cubicBezTo>
                  <a:pt x="5237" y="80"/>
                  <a:pt x="5239" y="93"/>
                  <a:pt x="5239" y="107"/>
                </a:cubicBezTo>
                <a:lnTo>
                  <a:pt x="5239" y="478"/>
                </a:lnTo>
                <a:cubicBezTo>
                  <a:pt x="5239" y="492"/>
                  <a:pt x="5237" y="505"/>
                  <a:pt x="5231" y="518"/>
                </a:cubicBezTo>
                <a:cubicBezTo>
                  <a:pt x="5226" y="531"/>
                  <a:pt x="5218" y="543"/>
                  <a:pt x="5208" y="553"/>
                </a:cubicBezTo>
                <a:cubicBezTo>
                  <a:pt x="5198" y="562"/>
                  <a:pt x="5187" y="570"/>
                  <a:pt x="5174" y="575"/>
                </a:cubicBezTo>
                <a:cubicBezTo>
                  <a:pt x="5161" y="581"/>
                  <a:pt x="5148" y="583"/>
                  <a:pt x="5134" y="583"/>
                </a:cubicBezTo>
                <a:lnTo>
                  <a:pt x="105" y="583"/>
                </a:lnTo>
                <a:cubicBezTo>
                  <a:pt x="91" y="583"/>
                  <a:pt x="78" y="581"/>
                  <a:pt x="65" y="575"/>
                </a:cubicBezTo>
                <a:cubicBezTo>
                  <a:pt x="52" y="570"/>
                  <a:pt x="41" y="562"/>
                  <a:pt x="31" y="553"/>
                </a:cubicBezTo>
                <a:cubicBezTo>
                  <a:pt x="21" y="543"/>
                  <a:pt x="13" y="531"/>
                  <a:pt x="8" y="518"/>
                </a:cubicBezTo>
                <a:cubicBezTo>
                  <a:pt x="2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1" name=""/>
          <p:cNvSpPr txBox="1"/>
          <p:nvPr/>
        </p:nvSpPr>
        <p:spPr>
          <a:xfrm>
            <a:off x="3975480" y="321300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2" name=""/>
          <p:cNvSpPr txBox="1"/>
          <p:nvPr/>
        </p:nvSpPr>
        <p:spPr>
          <a:xfrm>
            <a:off x="4154760" y="3250440"/>
            <a:ext cx="1736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longhorn-volume-health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3" name=""/>
          <p:cNvSpPr/>
          <p:nvPr/>
        </p:nvSpPr>
        <p:spPr>
          <a:xfrm>
            <a:off x="6067080" y="3219120"/>
            <a:ext cx="1410120" cy="209880"/>
          </a:xfrm>
          <a:custGeom>
            <a:avLst/>
            <a:gdLst/>
            <a:ahLst/>
            <a:rect l="0" t="0" r="r" b="b"/>
            <a:pathLst>
              <a:path w="3917" h="583">
                <a:moveTo>
                  <a:pt x="0" y="478"/>
                </a:moveTo>
                <a:lnTo>
                  <a:pt x="0" y="107"/>
                </a:lnTo>
                <a:cubicBezTo>
                  <a:pt x="0" y="93"/>
                  <a:pt x="3" y="80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811" y="0"/>
                </a:lnTo>
                <a:cubicBezTo>
                  <a:pt x="3825" y="0"/>
                  <a:pt x="3839" y="3"/>
                  <a:pt x="3852" y="8"/>
                </a:cubicBezTo>
                <a:cubicBezTo>
                  <a:pt x="3865" y="14"/>
                  <a:pt x="3876" y="21"/>
                  <a:pt x="3886" y="31"/>
                </a:cubicBezTo>
                <a:cubicBezTo>
                  <a:pt x="3896" y="41"/>
                  <a:pt x="3904" y="53"/>
                  <a:pt x="3909" y="66"/>
                </a:cubicBezTo>
                <a:cubicBezTo>
                  <a:pt x="3915" y="80"/>
                  <a:pt x="3917" y="93"/>
                  <a:pt x="3917" y="107"/>
                </a:cubicBezTo>
                <a:lnTo>
                  <a:pt x="3917" y="478"/>
                </a:lnTo>
                <a:cubicBezTo>
                  <a:pt x="3917" y="492"/>
                  <a:pt x="3915" y="505"/>
                  <a:pt x="3909" y="518"/>
                </a:cubicBezTo>
                <a:cubicBezTo>
                  <a:pt x="3904" y="531"/>
                  <a:pt x="3896" y="543"/>
                  <a:pt x="3886" y="553"/>
                </a:cubicBezTo>
                <a:cubicBezTo>
                  <a:pt x="3876" y="562"/>
                  <a:pt x="3865" y="570"/>
                  <a:pt x="3852" y="575"/>
                </a:cubicBezTo>
                <a:cubicBezTo>
                  <a:pt x="3839" y="581"/>
                  <a:pt x="3825" y="583"/>
                  <a:pt x="3811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3"/>
                </a:cubicBezTo>
                <a:cubicBezTo>
                  <a:pt x="22" y="543"/>
                  <a:pt x="14" y="531"/>
                  <a:pt x="9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4" name=""/>
          <p:cNvSpPr txBox="1"/>
          <p:nvPr/>
        </p:nvSpPr>
        <p:spPr>
          <a:xfrm>
            <a:off x="5961960" y="321300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5" name=""/>
          <p:cNvSpPr/>
          <p:nvPr/>
        </p:nvSpPr>
        <p:spPr>
          <a:xfrm>
            <a:off x="685440" y="3638520"/>
            <a:ext cx="1019880" cy="209880"/>
          </a:xfrm>
          <a:custGeom>
            <a:avLst/>
            <a:gdLst/>
            <a:ahLst/>
            <a:rect l="0" t="0" r="r" b="b"/>
            <a:pathLst>
              <a:path w="2833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727" y="0"/>
                </a:lnTo>
                <a:cubicBezTo>
                  <a:pt x="2741" y="0"/>
                  <a:pt x="2754" y="2"/>
                  <a:pt x="2767" y="8"/>
                </a:cubicBezTo>
                <a:cubicBezTo>
                  <a:pt x="2780" y="13"/>
                  <a:pt x="2792" y="21"/>
                  <a:pt x="2802" y="31"/>
                </a:cubicBezTo>
                <a:cubicBezTo>
                  <a:pt x="2811" y="41"/>
                  <a:pt x="2819" y="52"/>
                  <a:pt x="2824" y="65"/>
                </a:cubicBezTo>
                <a:cubicBezTo>
                  <a:pt x="2830" y="79"/>
                  <a:pt x="2833" y="92"/>
                  <a:pt x="2833" y="106"/>
                </a:cubicBezTo>
                <a:lnTo>
                  <a:pt x="2833" y="477"/>
                </a:lnTo>
                <a:cubicBezTo>
                  <a:pt x="2833" y="491"/>
                  <a:pt x="2830" y="504"/>
                  <a:pt x="2824" y="517"/>
                </a:cubicBezTo>
                <a:cubicBezTo>
                  <a:pt x="2819" y="530"/>
                  <a:pt x="2811" y="542"/>
                  <a:pt x="2802" y="552"/>
                </a:cubicBezTo>
                <a:cubicBezTo>
                  <a:pt x="2792" y="562"/>
                  <a:pt x="2780" y="569"/>
                  <a:pt x="2767" y="575"/>
                </a:cubicBezTo>
                <a:cubicBezTo>
                  <a:pt x="2754" y="580"/>
                  <a:pt x="2741" y="583"/>
                  <a:pt x="2727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2" y="542"/>
                  <a:pt x="14" y="530"/>
                  <a:pt x="9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6" name=""/>
          <p:cNvSpPr txBox="1"/>
          <p:nvPr/>
        </p:nvSpPr>
        <p:spPr>
          <a:xfrm>
            <a:off x="6141240" y="3250440"/>
            <a:ext cx="1263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csi-driver-probe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7" name=""/>
          <p:cNvSpPr/>
          <p:nvPr/>
        </p:nvSpPr>
        <p:spPr>
          <a:xfrm>
            <a:off x="2485800" y="3638520"/>
            <a:ext cx="1886400" cy="209880"/>
          </a:xfrm>
          <a:custGeom>
            <a:avLst/>
            <a:gdLst/>
            <a:ahLst/>
            <a:rect l="0" t="0" r="r" b="b"/>
            <a:pathLst>
              <a:path w="5240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5134" y="0"/>
                </a:lnTo>
                <a:cubicBezTo>
                  <a:pt x="5148" y="0"/>
                  <a:pt x="5162" y="2"/>
                  <a:pt x="5175" y="8"/>
                </a:cubicBezTo>
                <a:cubicBezTo>
                  <a:pt x="5188" y="13"/>
                  <a:pt x="5199" y="21"/>
                  <a:pt x="5209" y="31"/>
                </a:cubicBezTo>
                <a:cubicBezTo>
                  <a:pt x="5219" y="41"/>
                  <a:pt x="5226" y="52"/>
                  <a:pt x="5232" y="65"/>
                </a:cubicBezTo>
                <a:cubicBezTo>
                  <a:pt x="5237" y="79"/>
                  <a:pt x="5240" y="92"/>
                  <a:pt x="5240" y="106"/>
                </a:cubicBezTo>
                <a:lnTo>
                  <a:pt x="5240" y="477"/>
                </a:lnTo>
                <a:cubicBezTo>
                  <a:pt x="5240" y="491"/>
                  <a:pt x="5237" y="504"/>
                  <a:pt x="5232" y="517"/>
                </a:cubicBezTo>
                <a:cubicBezTo>
                  <a:pt x="5226" y="530"/>
                  <a:pt x="5219" y="542"/>
                  <a:pt x="5209" y="552"/>
                </a:cubicBezTo>
                <a:cubicBezTo>
                  <a:pt x="5199" y="562"/>
                  <a:pt x="5188" y="569"/>
                  <a:pt x="5175" y="575"/>
                </a:cubicBezTo>
                <a:cubicBezTo>
                  <a:pt x="5162" y="580"/>
                  <a:pt x="5148" y="583"/>
                  <a:pt x="5134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4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8" name=""/>
          <p:cNvSpPr txBox="1"/>
          <p:nvPr/>
        </p:nvSpPr>
        <p:spPr>
          <a:xfrm>
            <a:off x="762120" y="3669840"/>
            <a:ext cx="8686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infra-agent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9" name=""/>
          <p:cNvSpPr txBox="1"/>
          <p:nvPr/>
        </p:nvSpPr>
        <p:spPr>
          <a:xfrm>
            <a:off x="2561760" y="3669840"/>
            <a:ext cx="1736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node-condition-decoder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0" name=""/>
          <p:cNvSpPr/>
          <p:nvPr/>
        </p:nvSpPr>
        <p:spPr>
          <a:xfrm>
            <a:off x="4476600" y="3638520"/>
            <a:ext cx="1410120" cy="209880"/>
          </a:xfrm>
          <a:custGeom>
            <a:avLst/>
            <a:gdLst/>
            <a:ahLst/>
            <a:rect l="0" t="0" r="r" b="b"/>
            <a:pathLst>
              <a:path w="3917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811" y="0"/>
                </a:lnTo>
                <a:cubicBezTo>
                  <a:pt x="3825" y="0"/>
                  <a:pt x="3838" y="2"/>
                  <a:pt x="3851" y="8"/>
                </a:cubicBezTo>
                <a:cubicBezTo>
                  <a:pt x="3864" y="13"/>
                  <a:pt x="3876" y="21"/>
                  <a:pt x="3886" y="31"/>
                </a:cubicBezTo>
                <a:cubicBezTo>
                  <a:pt x="3896" y="41"/>
                  <a:pt x="3903" y="52"/>
                  <a:pt x="3909" y="65"/>
                </a:cubicBezTo>
                <a:cubicBezTo>
                  <a:pt x="3914" y="79"/>
                  <a:pt x="3917" y="92"/>
                  <a:pt x="3917" y="106"/>
                </a:cubicBezTo>
                <a:lnTo>
                  <a:pt x="3917" y="477"/>
                </a:lnTo>
                <a:cubicBezTo>
                  <a:pt x="3917" y="491"/>
                  <a:pt x="3914" y="504"/>
                  <a:pt x="3909" y="517"/>
                </a:cubicBezTo>
                <a:cubicBezTo>
                  <a:pt x="3903" y="530"/>
                  <a:pt x="3896" y="542"/>
                  <a:pt x="3886" y="552"/>
                </a:cubicBezTo>
                <a:cubicBezTo>
                  <a:pt x="3876" y="562"/>
                  <a:pt x="3864" y="569"/>
                  <a:pt x="3851" y="575"/>
                </a:cubicBezTo>
                <a:cubicBezTo>
                  <a:pt x="3838" y="580"/>
                  <a:pt x="3825" y="583"/>
                  <a:pt x="3811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1" name=""/>
          <p:cNvSpPr txBox="1"/>
          <p:nvPr/>
        </p:nvSpPr>
        <p:spPr>
          <a:xfrm>
            <a:off x="4368960" y="36320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2" name=""/>
          <p:cNvSpPr txBox="1"/>
          <p:nvPr/>
        </p:nvSpPr>
        <p:spPr>
          <a:xfrm>
            <a:off x="4548240" y="3669840"/>
            <a:ext cx="1263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kubelet-log-grep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5981400" y="3638520"/>
            <a:ext cx="1886400" cy="209880"/>
          </a:xfrm>
          <a:custGeom>
            <a:avLst/>
            <a:gdLst/>
            <a:ahLst/>
            <a:rect l="0" t="0" r="r" b="b"/>
            <a:pathLst>
              <a:path w="5240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5134" y="0"/>
                </a:lnTo>
                <a:cubicBezTo>
                  <a:pt x="5148" y="0"/>
                  <a:pt x="5162" y="2"/>
                  <a:pt x="5175" y="8"/>
                </a:cubicBezTo>
                <a:cubicBezTo>
                  <a:pt x="5188" y="13"/>
                  <a:pt x="5199" y="21"/>
                  <a:pt x="5209" y="31"/>
                </a:cubicBezTo>
                <a:cubicBezTo>
                  <a:pt x="5219" y="41"/>
                  <a:pt x="5227" y="52"/>
                  <a:pt x="5232" y="65"/>
                </a:cubicBezTo>
                <a:cubicBezTo>
                  <a:pt x="5237" y="79"/>
                  <a:pt x="5240" y="92"/>
                  <a:pt x="5240" y="106"/>
                </a:cubicBezTo>
                <a:lnTo>
                  <a:pt x="5240" y="477"/>
                </a:lnTo>
                <a:cubicBezTo>
                  <a:pt x="5240" y="491"/>
                  <a:pt x="5237" y="504"/>
                  <a:pt x="5232" y="517"/>
                </a:cubicBezTo>
                <a:cubicBezTo>
                  <a:pt x="5227" y="530"/>
                  <a:pt x="5219" y="542"/>
                  <a:pt x="5209" y="552"/>
                </a:cubicBezTo>
                <a:cubicBezTo>
                  <a:pt x="5199" y="562"/>
                  <a:pt x="5188" y="569"/>
                  <a:pt x="5175" y="575"/>
                </a:cubicBezTo>
                <a:cubicBezTo>
                  <a:pt x="5162" y="580"/>
                  <a:pt x="5148" y="583"/>
                  <a:pt x="5134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1" y="542"/>
                  <a:pt x="14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4" name=""/>
          <p:cNvSpPr txBox="1"/>
          <p:nvPr/>
        </p:nvSpPr>
        <p:spPr>
          <a:xfrm>
            <a:off x="5883480" y="36320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5" name=""/>
          <p:cNvSpPr/>
          <p:nvPr/>
        </p:nvSpPr>
        <p:spPr>
          <a:xfrm>
            <a:off x="685440" y="4066920"/>
            <a:ext cx="1257840" cy="209880"/>
          </a:xfrm>
          <a:custGeom>
            <a:avLst/>
            <a:gdLst/>
            <a:ahLst/>
            <a:rect l="0" t="0" r="r" b="b"/>
            <a:pathLst>
              <a:path w="3494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388" y="0"/>
                </a:lnTo>
                <a:cubicBezTo>
                  <a:pt x="3402" y="0"/>
                  <a:pt x="3416" y="3"/>
                  <a:pt x="3429" y="8"/>
                </a:cubicBezTo>
                <a:cubicBezTo>
                  <a:pt x="3442" y="14"/>
                  <a:pt x="3453" y="21"/>
                  <a:pt x="3463" y="31"/>
                </a:cubicBezTo>
                <a:cubicBezTo>
                  <a:pt x="3473" y="41"/>
                  <a:pt x="3481" y="54"/>
                  <a:pt x="3486" y="67"/>
                </a:cubicBezTo>
                <a:cubicBezTo>
                  <a:pt x="3491" y="80"/>
                  <a:pt x="3494" y="93"/>
                  <a:pt x="3494" y="107"/>
                </a:cubicBezTo>
                <a:lnTo>
                  <a:pt x="3494" y="477"/>
                </a:lnTo>
                <a:cubicBezTo>
                  <a:pt x="3494" y="491"/>
                  <a:pt x="3491" y="505"/>
                  <a:pt x="3486" y="518"/>
                </a:cubicBezTo>
                <a:cubicBezTo>
                  <a:pt x="3481" y="531"/>
                  <a:pt x="3473" y="542"/>
                  <a:pt x="3463" y="552"/>
                </a:cubicBezTo>
                <a:cubicBezTo>
                  <a:pt x="3453" y="562"/>
                  <a:pt x="3442" y="570"/>
                  <a:pt x="3429" y="575"/>
                </a:cubicBezTo>
                <a:cubicBezTo>
                  <a:pt x="3416" y="581"/>
                  <a:pt x="3402" y="583"/>
                  <a:pt x="3388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2" y="542"/>
                  <a:pt x="14" y="531"/>
                  <a:pt x="9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6" name=""/>
          <p:cNvSpPr txBox="1"/>
          <p:nvPr/>
        </p:nvSpPr>
        <p:spPr>
          <a:xfrm>
            <a:off x="6062400" y="3669840"/>
            <a:ext cx="1736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inotify-pressure-check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2485800" y="4066920"/>
            <a:ext cx="1800720" cy="209880"/>
          </a:xfrm>
          <a:custGeom>
            <a:avLst/>
            <a:gdLst/>
            <a:ahLst/>
            <a:rect l="0" t="0" r="r" b="b"/>
            <a:pathLst>
              <a:path w="5002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896" y="0"/>
                </a:lnTo>
                <a:cubicBezTo>
                  <a:pt x="4910" y="0"/>
                  <a:pt x="4923" y="3"/>
                  <a:pt x="4936" y="8"/>
                </a:cubicBezTo>
                <a:cubicBezTo>
                  <a:pt x="4949" y="14"/>
                  <a:pt x="4961" y="21"/>
                  <a:pt x="4971" y="31"/>
                </a:cubicBezTo>
                <a:cubicBezTo>
                  <a:pt x="4981" y="41"/>
                  <a:pt x="4988" y="54"/>
                  <a:pt x="4994" y="67"/>
                </a:cubicBezTo>
                <a:cubicBezTo>
                  <a:pt x="4999" y="80"/>
                  <a:pt x="5002" y="93"/>
                  <a:pt x="5002" y="107"/>
                </a:cubicBezTo>
                <a:lnTo>
                  <a:pt x="5002" y="477"/>
                </a:lnTo>
                <a:cubicBezTo>
                  <a:pt x="5002" y="491"/>
                  <a:pt x="4999" y="505"/>
                  <a:pt x="4994" y="518"/>
                </a:cubicBezTo>
                <a:cubicBezTo>
                  <a:pt x="4988" y="531"/>
                  <a:pt x="4981" y="542"/>
                  <a:pt x="4971" y="552"/>
                </a:cubicBezTo>
                <a:cubicBezTo>
                  <a:pt x="4961" y="562"/>
                  <a:pt x="4949" y="570"/>
                  <a:pt x="4936" y="575"/>
                </a:cubicBezTo>
                <a:cubicBezTo>
                  <a:pt x="4923" y="581"/>
                  <a:pt x="4910" y="583"/>
                  <a:pt x="4896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8" name=""/>
          <p:cNvSpPr txBox="1"/>
          <p:nvPr/>
        </p:nvSpPr>
        <p:spPr>
          <a:xfrm>
            <a:off x="762120" y="4098240"/>
            <a:ext cx="11055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security-agent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9" name=""/>
          <p:cNvSpPr txBox="1"/>
          <p:nvPr/>
        </p:nvSpPr>
        <p:spPr>
          <a:xfrm>
            <a:off x="2561760" y="4098240"/>
            <a:ext cx="16578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pss-violation-decoder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0" name=""/>
          <p:cNvSpPr/>
          <p:nvPr/>
        </p:nvSpPr>
        <p:spPr>
          <a:xfrm>
            <a:off x="4390920" y="4066920"/>
            <a:ext cx="1886400" cy="209880"/>
          </a:xfrm>
          <a:custGeom>
            <a:avLst/>
            <a:gdLst/>
            <a:ahLst/>
            <a:rect l="0" t="0" r="r" b="b"/>
            <a:pathLst>
              <a:path w="5240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134" y="0"/>
                </a:lnTo>
                <a:cubicBezTo>
                  <a:pt x="5148" y="0"/>
                  <a:pt x="5161" y="3"/>
                  <a:pt x="5174" y="8"/>
                </a:cubicBezTo>
                <a:cubicBezTo>
                  <a:pt x="5187" y="14"/>
                  <a:pt x="5199" y="21"/>
                  <a:pt x="5209" y="31"/>
                </a:cubicBezTo>
                <a:cubicBezTo>
                  <a:pt x="5218" y="41"/>
                  <a:pt x="5226" y="54"/>
                  <a:pt x="5231" y="67"/>
                </a:cubicBezTo>
                <a:cubicBezTo>
                  <a:pt x="5237" y="80"/>
                  <a:pt x="5240" y="93"/>
                  <a:pt x="5240" y="107"/>
                </a:cubicBezTo>
                <a:lnTo>
                  <a:pt x="5240" y="477"/>
                </a:lnTo>
                <a:cubicBezTo>
                  <a:pt x="5240" y="491"/>
                  <a:pt x="5237" y="505"/>
                  <a:pt x="5231" y="518"/>
                </a:cubicBezTo>
                <a:cubicBezTo>
                  <a:pt x="5226" y="531"/>
                  <a:pt x="5218" y="542"/>
                  <a:pt x="5209" y="552"/>
                </a:cubicBezTo>
                <a:cubicBezTo>
                  <a:pt x="5199" y="562"/>
                  <a:pt x="5187" y="570"/>
                  <a:pt x="5174" y="575"/>
                </a:cubicBezTo>
                <a:cubicBezTo>
                  <a:pt x="5161" y="581"/>
                  <a:pt x="5148" y="583"/>
                  <a:pt x="5134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1" name=""/>
          <p:cNvSpPr txBox="1"/>
          <p:nvPr/>
        </p:nvSpPr>
        <p:spPr>
          <a:xfrm>
            <a:off x="4290120" y="406080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2" name=""/>
          <p:cNvSpPr txBox="1"/>
          <p:nvPr/>
        </p:nvSpPr>
        <p:spPr>
          <a:xfrm>
            <a:off x="4469400" y="4098240"/>
            <a:ext cx="1736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falco-event-correlator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3" name=""/>
          <p:cNvSpPr/>
          <p:nvPr/>
        </p:nvSpPr>
        <p:spPr>
          <a:xfrm>
            <a:off x="6381720" y="4066920"/>
            <a:ext cx="933480" cy="209880"/>
          </a:xfrm>
          <a:custGeom>
            <a:avLst/>
            <a:gdLst/>
            <a:ahLst/>
            <a:rect l="0" t="0" r="r" b="b"/>
            <a:pathLst>
              <a:path w="2593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488" y="0"/>
                </a:lnTo>
                <a:cubicBezTo>
                  <a:pt x="2502" y="0"/>
                  <a:pt x="2515" y="3"/>
                  <a:pt x="2528" y="8"/>
                </a:cubicBezTo>
                <a:cubicBezTo>
                  <a:pt x="2541" y="14"/>
                  <a:pt x="2553" y="21"/>
                  <a:pt x="2562" y="31"/>
                </a:cubicBezTo>
                <a:cubicBezTo>
                  <a:pt x="2572" y="41"/>
                  <a:pt x="2580" y="54"/>
                  <a:pt x="2585" y="67"/>
                </a:cubicBezTo>
                <a:cubicBezTo>
                  <a:pt x="2591" y="80"/>
                  <a:pt x="2593" y="93"/>
                  <a:pt x="2593" y="107"/>
                </a:cubicBezTo>
                <a:lnTo>
                  <a:pt x="2593" y="477"/>
                </a:lnTo>
                <a:cubicBezTo>
                  <a:pt x="2593" y="491"/>
                  <a:pt x="2591" y="505"/>
                  <a:pt x="2585" y="518"/>
                </a:cubicBezTo>
                <a:cubicBezTo>
                  <a:pt x="2580" y="531"/>
                  <a:pt x="2572" y="542"/>
                  <a:pt x="2562" y="552"/>
                </a:cubicBezTo>
                <a:cubicBezTo>
                  <a:pt x="2553" y="562"/>
                  <a:pt x="2541" y="570"/>
                  <a:pt x="2528" y="575"/>
                </a:cubicBezTo>
                <a:cubicBezTo>
                  <a:pt x="2515" y="581"/>
                  <a:pt x="2502" y="583"/>
                  <a:pt x="2488" y="583"/>
                </a:cubicBezTo>
                <a:lnTo>
                  <a:pt x="105" y="583"/>
                </a:lnTo>
                <a:cubicBezTo>
                  <a:pt x="91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4" name=""/>
          <p:cNvSpPr txBox="1"/>
          <p:nvPr/>
        </p:nvSpPr>
        <p:spPr>
          <a:xfrm>
            <a:off x="6276600" y="406080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685440" y="4485960"/>
            <a:ext cx="943560" cy="209880"/>
          </a:xfrm>
          <a:custGeom>
            <a:avLst/>
            <a:gdLst/>
            <a:ahLst/>
            <a:rect l="0" t="0" r="r" b="b"/>
            <a:pathLst>
              <a:path w="2621" h="583">
                <a:moveTo>
                  <a:pt x="0" y="478"/>
                </a:moveTo>
                <a:lnTo>
                  <a:pt x="0" y="107"/>
                </a:ln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515" y="0"/>
                </a:lnTo>
                <a:cubicBezTo>
                  <a:pt x="2529" y="0"/>
                  <a:pt x="2543" y="3"/>
                  <a:pt x="2556" y="8"/>
                </a:cubicBezTo>
                <a:cubicBezTo>
                  <a:pt x="2569" y="14"/>
                  <a:pt x="2580" y="21"/>
                  <a:pt x="2590" y="31"/>
                </a:cubicBezTo>
                <a:cubicBezTo>
                  <a:pt x="2600" y="41"/>
                  <a:pt x="2607" y="54"/>
                  <a:pt x="2613" y="67"/>
                </a:cubicBezTo>
                <a:cubicBezTo>
                  <a:pt x="2618" y="80"/>
                  <a:pt x="2621" y="93"/>
                  <a:pt x="2621" y="107"/>
                </a:cubicBezTo>
                <a:lnTo>
                  <a:pt x="2621" y="478"/>
                </a:lnTo>
                <a:cubicBezTo>
                  <a:pt x="2621" y="492"/>
                  <a:pt x="2618" y="505"/>
                  <a:pt x="2613" y="518"/>
                </a:cubicBezTo>
                <a:cubicBezTo>
                  <a:pt x="2607" y="531"/>
                  <a:pt x="2600" y="543"/>
                  <a:pt x="2590" y="552"/>
                </a:cubicBezTo>
                <a:cubicBezTo>
                  <a:pt x="2580" y="562"/>
                  <a:pt x="2569" y="570"/>
                  <a:pt x="2556" y="575"/>
                </a:cubicBezTo>
                <a:cubicBezTo>
                  <a:pt x="2543" y="581"/>
                  <a:pt x="2529" y="583"/>
                  <a:pt x="2515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2" y="543"/>
                  <a:pt x="14" y="531"/>
                  <a:pt x="9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6" name=""/>
          <p:cNvSpPr txBox="1"/>
          <p:nvPr/>
        </p:nvSpPr>
        <p:spPr>
          <a:xfrm>
            <a:off x="6455880" y="4098240"/>
            <a:ext cx="7898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rbac-audit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7" name=""/>
          <p:cNvSpPr/>
          <p:nvPr/>
        </p:nvSpPr>
        <p:spPr>
          <a:xfrm>
            <a:off x="2485800" y="4485960"/>
            <a:ext cx="1886400" cy="209880"/>
          </a:xfrm>
          <a:custGeom>
            <a:avLst/>
            <a:gdLst/>
            <a:ahLst/>
            <a:rect l="0" t="0" r="r" b="b"/>
            <a:pathLst>
              <a:path w="5240" h="583">
                <a:moveTo>
                  <a:pt x="0" y="478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134" y="0"/>
                </a:lnTo>
                <a:cubicBezTo>
                  <a:pt x="5148" y="0"/>
                  <a:pt x="5162" y="3"/>
                  <a:pt x="5175" y="8"/>
                </a:cubicBezTo>
                <a:cubicBezTo>
                  <a:pt x="5188" y="14"/>
                  <a:pt x="5199" y="21"/>
                  <a:pt x="5209" y="31"/>
                </a:cubicBezTo>
                <a:cubicBezTo>
                  <a:pt x="5219" y="41"/>
                  <a:pt x="5226" y="54"/>
                  <a:pt x="5232" y="67"/>
                </a:cubicBezTo>
                <a:cubicBezTo>
                  <a:pt x="5237" y="80"/>
                  <a:pt x="5240" y="93"/>
                  <a:pt x="5240" y="107"/>
                </a:cubicBezTo>
                <a:lnTo>
                  <a:pt x="5240" y="478"/>
                </a:lnTo>
                <a:cubicBezTo>
                  <a:pt x="5240" y="492"/>
                  <a:pt x="5237" y="505"/>
                  <a:pt x="5232" y="518"/>
                </a:cubicBezTo>
                <a:cubicBezTo>
                  <a:pt x="5226" y="531"/>
                  <a:pt x="5219" y="543"/>
                  <a:pt x="5209" y="552"/>
                </a:cubicBezTo>
                <a:cubicBezTo>
                  <a:pt x="5199" y="562"/>
                  <a:pt x="5188" y="570"/>
                  <a:pt x="5175" y="575"/>
                </a:cubicBezTo>
                <a:cubicBezTo>
                  <a:pt x="5162" y="581"/>
                  <a:pt x="5148" y="583"/>
                  <a:pt x="5134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3"/>
                  <a:pt x="14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8" name=""/>
          <p:cNvSpPr txBox="1"/>
          <p:nvPr/>
        </p:nvSpPr>
        <p:spPr>
          <a:xfrm>
            <a:off x="762120" y="4517280"/>
            <a:ext cx="7898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cost-agent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9" name=""/>
          <p:cNvSpPr txBox="1"/>
          <p:nvPr/>
        </p:nvSpPr>
        <p:spPr>
          <a:xfrm>
            <a:off x="2561760" y="4517280"/>
            <a:ext cx="1736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right-size-recommender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0" name=""/>
          <p:cNvSpPr/>
          <p:nvPr/>
        </p:nvSpPr>
        <p:spPr>
          <a:xfrm>
            <a:off x="4476600" y="4485960"/>
            <a:ext cx="1724400" cy="209880"/>
          </a:xfrm>
          <a:custGeom>
            <a:avLst/>
            <a:gdLst/>
            <a:ahLst/>
            <a:rect l="0" t="0" r="r" b="b"/>
            <a:pathLst>
              <a:path w="4790" h="583">
                <a:moveTo>
                  <a:pt x="0" y="478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684" y="0"/>
                </a:lnTo>
                <a:cubicBezTo>
                  <a:pt x="4698" y="0"/>
                  <a:pt x="4712" y="3"/>
                  <a:pt x="4725" y="8"/>
                </a:cubicBezTo>
                <a:cubicBezTo>
                  <a:pt x="4738" y="14"/>
                  <a:pt x="4749" y="21"/>
                  <a:pt x="4759" y="31"/>
                </a:cubicBezTo>
                <a:cubicBezTo>
                  <a:pt x="4769" y="41"/>
                  <a:pt x="4776" y="54"/>
                  <a:pt x="4782" y="67"/>
                </a:cubicBezTo>
                <a:cubicBezTo>
                  <a:pt x="4787" y="80"/>
                  <a:pt x="4790" y="93"/>
                  <a:pt x="4790" y="107"/>
                </a:cubicBezTo>
                <a:lnTo>
                  <a:pt x="4790" y="478"/>
                </a:lnTo>
                <a:cubicBezTo>
                  <a:pt x="4790" y="492"/>
                  <a:pt x="4787" y="505"/>
                  <a:pt x="4782" y="518"/>
                </a:cubicBezTo>
                <a:cubicBezTo>
                  <a:pt x="4776" y="531"/>
                  <a:pt x="4769" y="543"/>
                  <a:pt x="4759" y="552"/>
                </a:cubicBezTo>
                <a:cubicBezTo>
                  <a:pt x="4749" y="562"/>
                  <a:pt x="4738" y="570"/>
                  <a:pt x="4725" y="575"/>
                </a:cubicBezTo>
                <a:cubicBezTo>
                  <a:pt x="4712" y="581"/>
                  <a:pt x="4698" y="583"/>
                  <a:pt x="4684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3"/>
                  <a:pt x="13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1" name=""/>
          <p:cNvSpPr txBox="1"/>
          <p:nvPr/>
        </p:nvSpPr>
        <p:spPr>
          <a:xfrm>
            <a:off x="4368960" y="44798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2" name=""/>
          <p:cNvSpPr txBox="1"/>
          <p:nvPr/>
        </p:nvSpPr>
        <p:spPr>
          <a:xfrm>
            <a:off x="4548240" y="4517280"/>
            <a:ext cx="15789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idle-resource-finder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3" name=""/>
          <p:cNvSpPr/>
          <p:nvPr/>
        </p:nvSpPr>
        <p:spPr>
          <a:xfrm>
            <a:off x="6305400" y="4485960"/>
            <a:ext cx="1962360" cy="209880"/>
          </a:xfrm>
          <a:custGeom>
            <a:avLst/>
            <a:gdLst/>
            <a:ahLst/>
            <a:rect l="0" t="0" r="r" b="b"/>
            <a:pathLst>
              <a:path w="5451" h="583">
                <a:moveTo>
                  <a:pt x="0" y="478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345" y="0"/>
                </a:lnTo>
                <a:cubicBezTo>
                  <a:pt x="5360" y="0"/>
                  <a:pt x="5373" y="3"/>
                  <a:pt x="5386" y="8"/>
                </a:cubicBezTo>
                <a:cubicBezTo>
                  <a:pt x="5399" y="14"/>
                  <a:pt x="5410" y="21"/>
                  <a:pt x="5420" y="31"/>
                </a:cubicBezTo>
                <a:cubicBezTo>
                  <a:pt x="5430" y="41"/>
                  <a:pt x="5438" y="54"/>
                  <a:pt x="5443" y="67"/>
                </a:cubicBezTo>
                <a:cubicBezTo>
                  <a:pt x="5449" y="80"/>
                  <a:pt x="5451" y="93"/>
                  <a:pt x="5451" y="107"/>
                </a:cubicBezTo>
                <a:lnTo>
                  <a:pt x="5451" y="478"/>
                </a:lnTo>
                <a:cubicBezTo>
                  <a:pt x="5451" y="492"/>
                  <a:pt x="5449" y="505"/>
                  <a:pt x="5443" y="518"/>
                </a:cubicBezTo>
                <a:cubicBezTo>
                  <a:pt x="5438" y="531"/>
                  <a:pt x="5430" y="543"/>
                  <a:pt x="5420" y="552"/>
                </a:cubicBezTo>
                <a:cubicBezTo>
                  <a:pt x="5410" y="562"/>
                  <a:pt x="5399" y="570"/>
                  <a:pt x="5386" y="575"/>
                </a:cubicBezTo>
                <a:cubicBezTo>
                  <a:pt x="5373" y="581"/>
                  <a:pt x="5360" y="583"/>
                  <a:pt x="5345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3"/>
                  <a:pt x="13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4" name=""/>
          <p:cNvSpPr txBox="1"/>
          <p:nvPr/>
        </p:nvSpPr>
        <p:spPr>
          <a:xfrm>
            <a:off x="6198120" y="44798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5" name=""/>
          <p:cNvSpPr/>
          <p:nvPr/>
        </p:nvSpPr>
        <p:spPr>
          <a:xfrm>
            <a:off x="685440" y="4905360"/>
            <a:ext cx="1410120" cy="209880"/>
          </a:xfrm>
          <a:custGeom>
            <a:avLst/>
            <a:gdLst/>
            <a:ahLst/>
            <a:rect l="0" t="0" r="r" b="b"/>
            <a:pathLst>
              <a:path w="3917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0"/>
                  <a:pt x="31" y="31"/>
                </a:cubicBezTo>
                <a:cubicBezTo>
                  <a:pt x="41" y="21"/>
                  <a:pt x="53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lnTo>
                  <a:pt x="3811" y="0"/>
                </a:lnTo>
                <a:cubicBezTo>
                  <a:pt x="3826" y="0"/>
                  <a:pt x="3839" y="2"/>
                  <a:pt x="3852" y="8"/>
                </a:cubicBezTo>
                <a:cubicBezTo>
                  <a:pt x="3865" y="13"/>
                  <a:pt x="3876" y="21"/>
                  <a:pt x="3886" y="31"/>
                </a:cubicBezTo>
                <a:cubicBezTo>
                  <a:pt x="3896" y="40"/>
                  <a:pt x="3904" y="53"/>
                  <a:pt x="3909" y="66"/>
                </a:cubicBezTo>
                <a:cubicBezTo>
                  <a:pt x="3915" y="79"/>
                  <a:pt x="3917" y="92"/>
                  <a:pt x="3917" y="106"/>
                </a:cubicBezTo>
                <a:lnTo>
                  <a:pt x="3917" y="477"/>
                </a:lnTo>
                <a:cubicBezTo>
                  <a:pt x="3917" y="491"/>
                  <a:pt x="3915" y="504"/>
                  <a:pt x="3909" y="517"/>
                </a:cubicBezTo>
                <a:cubicBezTo>
                  <a:pt x="3904" y="530"/>
                  <a:pt x="3896" y="542"/>
                  <a:pt x="3886" y="552"/>
                </a:cubicBezTo>
                <a:cubicBezTo>
                  <a:pt x="3876" y="562"/>
                  <a:pt x="3865" y="569"/>
                  <a:pt x="3852" y="575"/>
                </a:cubicBezTo>
                <a:cubicBezTo>
                  <a:pt x="3839" y="580"/>
                  <a:pt x="3826" y="583"/>
                  <a:pt x="3811" y="583"/>
                </a:cubicBezTo>
                <a:lnTo>
                  <a:pt x="107" y="583"/>
                </a:lnTo>
                <a:cubicBezTo>
                  <a:pt x="93" y="583"/>
                  <a:pt x="80" y="580"/>
                  <a:pt x="67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2" y="542"/>
                  <a:pt x="14" y="530"/>
                  <a:pt x="9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6" name=""/>
          <p:cNvSpPr txBox="1"/>
          <p:nvPr/>
        </p:nvSpPr>
        <p:spPr>
          <a:xfrm>
            <a:off x="6377040" y="4517280"/>
            <a:ext cx="18154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node-utilisation-report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7" name=""/>
          <p:cNvSpPr/>
          <p:nvPr/>
        </p:nvSpPr>
        <p:spPr>
          <a:xfrm>
            <a:off x="2485800" y="4905360"/>
            <a:ext cx="1800720" cy="209880"/>
          </a:xfrm>
          <a:custGeom>
            <a:avLst/>
            <a:gdLst/>
            <a:ahLst/>
            <a:rect l="0" t="0" r="r" b="b"/>
            <a:pathLst>
              <a:path w="5002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896" y="0"/>
                </a:lnTo>
                <a:cubicBezTo>
                  <a:pt x="4910" y="0"/>
                  <a:pt x="4923" y="2"/>
                  <a:pt x="4936" y="8"/>
                </a:cubicBezTo>
                <a:cubicBezTo>
                  <a:pt x="4949" y="13"/>
                  <a:pt x="4961" y="21"/>
                  <a:pt x="4971" y="31"/>
                </a:cubicBezTo>
                <a:cubicBezTo>
                  <a:pt x="4981" y="40"/>
                  <a:pt x="4988" y="53"/>
                  <a:pt x="4994" y="66"/>
                </a:cubicBezTo>
                <a:cubicBezTo>
                  <a:pt x="4999" y="79"/>
                  <a:pt x="5002" y="92"/>
                  <a:pt x="5002" y="106"/>
                </a:cubicBezTo>
                <a:lnTo>
                  <a:pt x="5002" y="477"/>
                </a:lnTo>
                <a:cubicBezTo>
                  <a:pt x="5002" y="491"/>
                  <a:pt x="4999" y="504"/>
                  <a:pt x="4994" y="517"/>
                </a:cubicBezTo>
                <a:cubicBezTo>
                  <a:pt x="4988" y="530"/>
                  <a:pt x="4981" y="542"/>
                  <a:pt x="4971" y="552"/>
                </a:cubicBezTo>
                <a:cubicBezTo>
                  <a:pt x="4961" y="562"/>
                  <a:pt x="4949" y="569"/>
                  <a:pt x="4936" y="575"/>
                </a:cubicBezTo>
                <a:cubicBezTo>
                  <a:pt x="4923" y="580"/>
                  <a:pt x="4910" y="583"/>
                  <a:pt x="4896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4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8" name=""/>
          <p:cNvSpPr txBox="1"/>
          <p:nvPr/>
        </p:nvSpPr>
        <p:spPr>
          <a:xfrm>
            <a:off x="762120" y="4936680"/>
            <a:ext cx="1263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compliance-agent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9" name=""/>
          <p:cNvSpPr txBox="1"/>
          <p:nvPr/>
        </p:nvSpPr>
        <p:spPr>
          <a:xfrm>
            <a:off x="2561760" y="4936680"/>
            <a:ext cx="16578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label-compliance-scan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0" name=""/>
          <p:cNvSpPr/>
          <p:nvPr/>
        </p:nvSpPr>
        <p:spPr>
          <a:xfrm>
            <a:off x="4390920" y="4905360"/>
            <a:ext cx="1648080" cy="209880"/>
          </a:xfrm>
          <a:custGeom>
            <a:avLst/>
            <a:gdLst/>
            <a:ahLst/>
            <a:rect l="0" t="0" r="r" b="b"/>
            <a:pathLst>
              <a:path w="4578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472" y="0"/>
                </a:lnTo>
                <a:cubicBezTo>
                  <a:pt x="4486" y="0"/>
                  <a:pt x="4500" y="2"/>
                  <a:pt x="4513" y="8"/>
                </a:cubicBezTo>
                <a:cubicBezTo>
                  <a:pt x="4526" y="13"/>
                  <a:pt x="4537" y="21"/>
                  <a:pt x="4547" y="31"/>
                </a:cubicBezTo>
                <a:cubicBezTo>
                  <a:pt x="4557" y="40"/>
                  <a:pt x="4565" y="53"/>
                  <a:pt x="4570" y="66"/>
                </a:cubicBezTo>
                <a:cubicBezTo>
                  <a:pt x="4575" y="79"/>
                  <a:pt x="4578" y="92"/>
                  <a:pt x="4578" y="106"/>
                </a:cubicBezTo>
                <a:lnTo>
                  <a:pt x="4578" y="477"/>
                </a:lnTo>
                <a:cubicBezTo>
                  <a:pt x="4578" y="491"/>
                  <a:pt x="4575" y="504"/>
                  <a:pt x="4570" y="517"/>
                </a:cubicBezTo>
                <a:cubicBezTo>
                  <a:pt x="4565" y="530"/>
                  <a:pt x="4557" y="542"/>
                  <a:pt x="4547" y="552"/>
                </a:cubicBezTo>
                <a:cubicBezTo>
                  <a:pt x="4537" y="562"/>
                  <a:pt x="4526" y="569"/>
                  <a:pt x="4513" y="575"/>
                </a:cubicBezTo>
                <a:cubicBezTo>
                  <a:pt x="4500" y="580"/>
                  <a:pt x="4486" y="583"/>
                  <a:pt x="4472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0"/>
                  <a:pt x="8" y="517"/>
                </a:cubicBezTo>
                <a:cubicBezTo>
                  <a:pt x="2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1" name=""/>
          <p:cNvSpPr txBox="1"/>
          <p:nvPr/>
        </p:nvSpPr>
        <p:spPr>
          <a:xfrm>
            <a:off x="4290120" y="489888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2" name=""/>
          <p:cNvSpPr txBox="1"/>
          <p:nvPr/>
        </p:nvSpPr>
        <p:spPr>
          <a:xfrm>
            <a:off x="4469400" y="4936680"/>
            <a:ext cx="15001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quota-coverage-scan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3" name=""/>
          <p:cNvSpPr/>
          <p:nvPr/>
        </p:nvSpPr>
        <p:spPr>
          <a:xfrm>
            <a:off x="6143400" y="4905360"/>
            <a:ext cx="1962720" cy="209880"/>
          </a:xfrm>
          <a:custGeom>
            <a:avLst/>
            <a:gdLst/>
            <a:ahLst/>
            <a:rect l="0" t="0" r="r" b="b"/>
            <a:pathLst>
              <a:path w="5452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5346" y="0"/>
                </a:lnTo>
                <a:cubicBezTo>
                  <a:pt x="5360" y="0"/>
                  <a:pt x="5373" y="2"/>
                  <a:pt x="5386" y="8"/>
                </a:cubicBezTo>
                <a:cubicBezTo>
                  <a:pt x="5399" y="13"/>
                  <a:pt x="5411" y="21"/>
                  <a:pt x="5421" y="31"/>
                </a:cubicBezTo>
                <a:cubicBezTo>
                  <a:pt x="5430" y="40"/>
                  <a:pt x="5438" y="53"/>
                  <a:pt x="5443" y="66"/>
                </a:cubicBezTo>
                <a:cubicBezTo>
                  <a:pt x="5449" y="79"/>
                  <a:pt x="5452" y="92"/>
                  <a:pt x="5452" y="106"/>
                </a:cubicBezTo>
                <a:lnTo>
                  <a:pt x="5452" y="477"/>
                </a:lnTo>
                <a:cubicBezTo>
                  <a:pt x="5452" y="491"/>
                  <a:pt x="5449" y="504"/>
                  <a:pt x="5443" y="517"/>
                </a:cubicBezTo>
                <a:cubicBezTo>
                  <a:pt x="5438" y="530"/>
                  <a:pt x="5430" y="542"/>
                  <a:pt x="5421" y="552"/>
                </a:cubicBezTo>
                <a:cubicBezTo>
                  <a:pt x="5411" y="562"/>
                  <a:pt x="5399" y="569"/>
                  <a:pt x="5386" y="575"/>
                </a:cubicBezTo>
                <a:cubicBezTo>
                  <a:pt x="5373" y="580"/>
                  <a:pt x="5360" y="583"/>
                  <a:pt x="5346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4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4" name=""/>
          <p:cNvSpPr txBox="1"/>
          <p:nvPr/>
        </p:nvSpPr>
        <p:spPr>
          <a:xfrm>
            <a:off x="6040800" y="489888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5" name=""/>
          <p:cNvSpPr/>
          <p:nvPr/>
        </p:nvSpPr>
        <p:spPr>
          <a:xfrm>
            <a:off x="685440" y="5333760"/>
            <a:ext cx="1648440" cy="209880"/>
          </a:xfrm>
          <a:custGeom>
            <a:avLst/>
            <a:gdLst/>
            <a:ahLst/>
            <a:rect l="0" t="0" r="r" b="b"/>
            <a:pathLst>
              <a:path w="4579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3" y="79"/>
                  <a:pt x="9" y="66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473" y="0"/>
                </a:lnTo>
                <a:cubicBezTo>
                  <a:pt x="4487" y="0"/>
                  <a:pt x="4500" y="3"/>
                  <a:pt x="4513" y="8"/>
                </a:cubicBezTo>
                <a:cubicBezTo>
                  <a:pt x="4526" y="14"/>
                  <a:pt x="4538" y="21"/>
                  <a:pt x="4548" y="32"/>
                </a:cubicBezTo>
                <a:cubicBezTo>
                  <a:pt x="4558" y="42"/>
                  <a:pt x="4565" y="54"/>
                  <a:pt x="4571" y="66"/>
                </a:cubicBezTo>
                <a:cubicBezTo>
                  <a:pt x="4576" y="79"/>
                  <a:pt x="4579" y="93"/>
                  <a:pt x="4579" y="107"/>
                </a:cubicBezTo>
                <a:lnTo>
                  <a:pt x="4579" y="477"/>
                </a:lnTo>
                <a:cubicBezTo>
                  <a:pt x="4579" y="491"/>
                  <a:pt x="4576" y="505"/>
                  <a:pt x="4571" y="518"/>
                </a:cubicBezTo>
                <a:cubicBezTo>
                  <a:pt x="4565" y="531"/>
                  <a:pt x="4558" y="542"/>
                  <a:pt x="4548" y="552"/>
                </a:cubicBezTo>
                <a:cubicBezTo>
                  <a:pt x="4538" y="562"/>
                  <a:pt x="4526" y="570"/>
                  <a:pt x="4513" y="575"/>
                </a:cubicBezTo>
                <a:cubicBezTo>
                  <a:pt x="4500" y="581"/>
                  <a:pt x="4487" y="583"/>
                  <a:pt x="4473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2" y="542"/>
                  <a:pt x="14" y="531"/>
                  <a:pt x="9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6" name=""/>
          <p:cNvSpPr txBox="1"/>
          <p:nvPr/>
        </p:nvSpPr>
        <p:spPr>
          <a:xfrm>
            <a:off x="6219720" y="4936680"/>
            <a:ext cx="18154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network-policy-coverage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7" name=""/>
          <p:cNvSpPr/>
          <p:nvPr/>
        </p:nvSpPr>
        <p:spPr>
          <a:xfrm>
            <a:off x="2485800" y="5333760"/>
            <a:ext cx="2038680" cy="209880"/>
          </a:xfrm>
          <a:custGeom>
            <a:avLst/>
            <a:gdLst/>
            <a:ahLst/>
            <a:rect l="0" t="0" r="r" b="b"/>
            <a:pathLst>
              <a:path w="5663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557" y="0"/>
                </a:lnTo>
                <a:cubicBezTo>
                  <a:pt x="5571" y="0"/>
                  <a:pt x="5585" y="3"/>
                  <a:pt x="5598" y="8"/>
                </a:cubicBezTo>
                <a:cubicBezTo>
                  <a:pt x="5611" y="14"/>
                  <a:pt x="5622" y="21"/>
                  <a:pt x="5632" y="32"/>
                </a:cubicBezTo>
                <a:cubicBezTo>
                  <a:pt x="5642" y="42"/>
                  <a:pt x="5650" y="54"/>
                  <a:pt x="5655" y="66"/>
                </a:cubicBezTo>
                <a:cubicBezTo>
                  <a:pt x="5661" y="79"/>
                  <a:pt x="5663" y="93"/>
                  <a:pt x="5663" y="107"/>
                </a:cubicBezTo>
                <a:lnTo>
                  <a:pt x="5663" y="477"/>
                </a:lnTo>
                <a:cubicBezTo>
                  <a:pt x="5663" y="491"/>
                  <a:pt x="5661" y="505"/>
                  <a:pt x="5655" y="518"/>
                </a:cubicBezTo>
                <a:cubicBezTo>
                  <a:pt x="5650" y="531"/>
                  <a:pt x="5642" y="542"/>
                  <a:pt x="5632" y="552"/>
                </a:cubicBezTo>
                <a:cubicBezTo>
                  <a:pt x="5622" y="562"/>
                  <a:pt x="5611" y="570"/>
                  <a:pt x="5598" y="575"/>
                </a:cubicBezTo>
                <a:cubicBezTo>
                  <a:pt x="5585" y="581"/>
                  <a:pt x="5571" y="583"/>
                  <a:pt x="5557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8" name=""/>
          <p:cNvSpPr txBox="1"/>
          <p:nvPr/>
        </p:nvSpPr>
        <p:spPr>
          <a:xfrm>
            <a:off x="762120" y="5365080"/>
            <a:ext cx="15001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observability-agent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9" name=""/>
          <p:cNvSpPr txBox="1"/>
          <p:nvPr/>
        </p:nvSpPr>
        <p:spPr>
          <a:xfrm>
            <a:off x="2561760" y="5365080"/>
            <a:ext cx="18943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prometheus-target-health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0" name=""/>
          <p:cNvSpPr/>
          <p:nvPr/>
        </p:nvSpPr>
        <p:spPr>
          <a:xfrm>
            <a:off x="4628880" y="5333760"/>
            <a:ext cx="1486440" cy="209880"/>
          </a:xfrm>
          <a:custGeom>
            <a:avLst/>
            <a:gdLst/>
            <a:ahLst/>
            <a:rect l="0" t="0" r="r" b="b"/>
            <a:pathLst>
              <a:path w="4129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023" y="0"/>
                </a:lnTo>
                <a:cubicBezTo>
                  <a:pt x="4037" y="0"/>
                  <a:pt x="4050" y="3"/>
                  <a:pt x="4063" y="8"/>
                </a:cubicBezTo>
                <a:cubicBezTo>
                  <a:pt x="4076" y="14"/>
                  <a:pt x="4088" y="21"/>
                  <a:pt x="4098" y="32"/>
                </a:cubicBezTo>
                <a:cubicBezTo>
                  <a:pt x="4108" y="42"/>
                  <a:pt x="4115" y="54"/>
                  <a:pt x="4121" y="66"/>
                </a:cubicBezTo>
                <a:cubicBezTo>
                  <a:pt x="4126" y="79"/>
                  <a:pt x="4129" y="93"/>
                  <a:pt x="4129" y="107"/>
                </a:cubicBezTo>
                <a:lnTo>
                  <a:pt x="4129" y="477"/>
                </a:lnTo>
                <a:cubicBezTo>
                  <a:pt x="4129" y="491"/>
                  <a:pt x="4126" y="505"/>
                  <a:pt x="4121" y="518"/>
                </a:cubicBezTo>
                <a:cubicBezTo>
                  <a:pt x="4115" y="531"/>
                  <a:pt x="4108" y="542"/>
                  <a:pt x="4098" y="552"/>
                </a:cubicBezTo>
                <a:cubicBezTo>
                  <a:pt x="4088" y="562"/>
                  <a:pt x="4076" y="570"/>
                  <a:pt x="4063" y="575"/>
                </a:cubicBezTo>
                <a:cubicBezTo>
                  <a:pt x="4050" y="581"/>
                  <a:pt x="4037" y="583"/>
                  <a:pt x="4023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1" name=""/>
          <p:cNvSpPr txBox="1"/>
          <p:nvPr/>
        </p:nvSpPr>
        <p:spPr>
          <a:xfrm>
            <a:off x="4526280" y="53276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2" name=""/>
          <p:cNvSpPr txBox="1"/>
          <p:nvPr/>
        </p:nvSpPr>
        <p:spPr>
          <a:xfrm>
            <a:off x="4705560" y="5365080"/>
            <a:ext cx="13420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loki-stream-audit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3" name=""/>
          <p:cNvSpPr/>
          <p:nvPr/>
        </p:nvSpPr>
        <p:spPr>
          <a:xfrm>
            <a:off x="6219720" y="5333760"/>
            <a:ext cx="1724400" cy="209880"/>
          </a:xfrm>
          <a:custGeom>
            <a:avLst/>
            <a:gdLst/>
            <a:ahLst/>
            <a:rect l="0" t="0" r="r" b="b"/>
            <a:pathLst>
              <a:path w="4790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2" y="79"/>
                  <a:pt x="8" y="66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684" y="0"/>
                </a:lnTo>
                <a:cubicBezTo>
                  <a:pt x="4698" y="0"/>
                  <a:pt x="4711" y="3"/>
                  <a:pt x="4724" y="8"/>
                </a:cubicBezTo>
                <a:cubicBezTo>
                  <a:pt x="4737" y="14"/>
                  <a:pt x="4749" y="21"/>
                  <a:pt x="4759" y="32"/>
                </a:cubicBezTo>
                <a:cubicBezTo>
                  <a:pt x="4769" y="42"/>
                  <a:pt x="4776" y="54"/>
                  <a:pt x="4782" y="66"/>
                </a:cubicBezTo>
                <a:cubicBezTo>
                  <a:pt x="4787" y="79"/>
                  <a:pt x="4790" y="93"/>
                  <a:pt x="4790" y="107"/>
                </a:cubicBezTo>
                <a:lnTo>
                  <a:pt x="4790" y="477"/>
                </a:lnTo>
                <a:cubicBezTo>
                  <a:pt x="4790" y="491"/>
                  <a:pt x="4787" y="505"/>
                  <a:pt x="4782" y="518"/>
                </a:cubicBezTo>
                <a:cubicBezTo>
                  <a:pt x="4776" y="531"/>
                  <a:pt x="4769" y="542"/>
                  <a:pt x="4759" y="552"/>
                </a:cubicBezTo>
                <a:cubicBezTo>
                  <a:pt x="4749" y="562"/>
                  <a:pt x="4737" y="570"/>
                  <a:pt x="4724" y="575"/>
                </a:cubicBezTo>
                <a:cubicBezTo>
                  <a:pt x="4711" y="581"/>
                  <a:pt x="4698" y="583"/>
                  <a:pt x="4684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4" name=""/>
          <p:cNvSpPr txBox="1"/>
          <p:nvPr/>
        </p:nvSpPr>
        <p:spPr>
          <a:xfrm>
            <a:off x="6119280" y="53276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5" name=""/>
          <p:cNvSpPr txBox="1"/>
          <p:nvPr/>
        </p:nvSpPr>
        <p:spPr>
          <a:xfrm>
            <a:off x="6298560" y="5365080"/>
            <a:ext cx="15789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cardinality-explorer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6" name=""/>
          <p:cNvSpPr/>
          <p:nvPr/>
        </p:nvSpPr>
        <p:spPr>
          <a:xfrm>
            <a:off x="3371760" y="5829120"/>
            <a:ext cx="5848560" cy="295560"/>
          </a:xfrm>
          <a:custGeom>
            <a:avLst/>
            <a:gdLst/>
            <a:ahLst/>
            <a:rect l="0" t="0" r="r" b="b"/>
            <a:pathLst>
              <a:path w="16246" h="821">
                <a:moveTo>
                  <a:pt x="0" y="71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6140" y="0"/>
                </a:lnTo>
                <a:cubicBezTo>
                  <a:pt x="16154" y="0"/>
                  <a:pt x="16168" y="3"/>
                  <a:pt x="16181" y="8"/>
                </a:cubicBezTo>
                <a:cubicBezTo>
                  <a:pt x="16194" y="13"/>
                  <a:pt x="16205" y="21"/>
                  <a:pt x="16215" y="31"/>
                </a:cubicBezTo>
                <a:cubicBezTo>
                  <a:pt x="16225" y="41"/>
                  <a:pt x="16233" y="52"/>
                  <a:pt x="16238" y="65"/>
                </a:cubicBezTo>
                <a:cubicBezTo>
                  <a:pt x="16243" y="78"/>
                  <a:pt x="16246" y="92"/>
                  <a:pt x="16246" y="106"/>
                </a:cubicBezTo>
                <a:lnTo>
                  <a:pt x="16246" y="715"/>
                </a:lnTo>
                <a:cubicBezTo>
                  <a:pt x="16246" y="729"/>
                  <a:pt x="16243" y="743"/>
                  <a:pt x="16238" y="756"/>
                </a:cubicBezTo>
                <a:cubicBezTo>
                  <a:pt x="16233" y="769"/>
                  <a:pt x="16225" y="780"/>
                  <a:pt x="16215" y="790"/>
                </a:cubicBezTo>
                <a:cubicBezTo>
                  <a:pt x="16205" y="800"/>
                  <a:pt x="16194" y="808"/>
                  <a:pt x="16181" y="813"/>
                </a:cubicBezTo>
                <a:cubicBezTo>
                  <a:pt x="16168" y="819"/>
                  <a:pt x="16154" y="821"/>
                  <a:pt x="16140" y="821"/>
                </a:cubicBezTo>
                <a:lnTo>
                  <a:pt x="106" y="821"/>
                </a:lnTo>
                <a:cubicBezTo>
                  <a:pt x="92" y="821"/>
                  <a:pt x="78" y="819"/>
                  <a:pt x="65" y="813"/>
                </a:cubicBezTo>
                <a:cubicBezTo>
                  <a:pt x="52" y="808"/>
                  <a:pt x="41" y="800"/>
                  <a:pt x="31" y="790"/>
                </a:cubicBezTo>
                <a:cubicBezTo>
                  <a:pt x="21" y="780"/>
                  <a:pt x="13" y="769"/>
                  <a:pt x="8" y="756"/>
                </a:cubicBezTo>
                <a:cubicBezTo>
                  <a:pt x="2" y="743"/>
                  <a:pt x="0" y="729"/>
                  <a:pt x="0" y="715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7" name=""/>
          <p:cNvSpPr txBox="1"/>
          <p:nvPr/>
        </p:nvSpPr>
        <p:spPr>
          <a:xfrm>
            <a:off x="685800" y="5803920"/>
            <a:ext cx="26560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Full per-agent definitions: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8" name=""/>
          <p:cNvSpPr txBox="1"/>
          <p:nvPr/>
        </p:nvSpPr>
        <p:spPr>
          <a:xfrm>
            <a:off x="3449880" y="5861520"/>
            <a:ext cx="5693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8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aks-mgmt-stack/k8s-event-triage/AGENT-ROSTER.md</a:t>
            </a:r>
            <a:endParaRPr lang="en-GB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9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0" name=""/>
          <p:cNvSpPr txBox="1"/>
          <p:nvPr/>
        </p:nvSpPr>
        <p:spPr>
          <a:xfrm>
            <a:off x="1176732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29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4" name=""/>
          <p:cNvSpPr txBox="1"/>
          <p:nvPr/>
        </p:nvSpPr>
        <p:spPr>
          <a:xfrm>
            <a:off x="685800" y="806040"/>
            <a:ext cx="3612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C A R D   B   —   R E M E D I A T I O N   A G E N T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5" name=""/>
          <p:cNvSpPr txBox="1"/>
          <p:nvPr/>
        </p:nvSpPr>
        <p:spPr>
          <a:xfrm>
            <a:off x="685800" y="1005480"/>
            <a:ext cx="1056240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Limited write · gated by HITL approval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6" name=""/>
          <p:cNvSpPr txBox="1"/>
          <p:nvPr/>
        </p:nvSpPr>
        <p:spPr>
          <a:xfrm>
            <a:off x="685800" y="1872720"/>
            <a:ext cx="999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P R O C E S S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7" name=""/>
          <p:cNvSpPr txBox="1"/>
          <p:nvPr/>
        </p:nvSpPr>
        <p:spPr>
          <a:xfrm>
            <a:off x="685800" y="2156040"/>
            <a:ext cx="1069632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Invoked only after HITL approval. Receives diagnosis + approval token. Executes recommended kubectl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8" name=""/>
          <p:cNvSpPr txBox="1"/>
          <p:nvPr/>
        </p:nvSpPr>
        <p:spPr>
          <a:xfrm>
            <a:off x="685800" y="2498760"/>
            <a:ext cx="30628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actions in a controlled subset.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9" name=""/>
          <p:cNvSpPr/>
          <p:nvPr/>
        </p:nvSpPr>
        <p:spPr>
          <a:xfrm>
            <a:off x="685440" y="3133440"/>
            <a:ext cx="762480" cy="295560"/>
          </a:xfrm>
          <a:custGeom>
            <a:avLst/>
            <a:gdLst/>
            <a:ahLst/>
            <a:rect l="0" t="0" r="r" b="b"/>
            <a:pathLst>
              <a:path w="2118" h="821">
                <a:moveTo>
                  <a:pt x="0" y="715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012" y="0"/>
                </a:lnTo>
                <a:cubicBezTo>
                  <a:pt x="2026" y="0"/>
                  <a:pt x="2040" y="3"/>
                  <a:pt x="2053" y="8"/>
                </a:cubicBezTo>
                <a:cubicBezTo>
                  <a:pt x="2066" y="14"/>
                  <a:pt x="2077" y="21"/>
                  <a:pt x="2087" y="31"/>
                </a:cubicBezTo>
                <a:cubicBezTo>
                  <a:pt x="2097" y="41"/>
                  <a:pt x="2105" y="53"/>
                  <a:pt x="2110" y="66"/>
                </a:cubicBezTo>
                <a:cubicBezTo>
                  <a:pt x="2115" y="79"/>
                  <a:pt x="2118" y="92"/>
                  <a:pt x="2118" y="106"/>
                </a:cubicBezTo>
                <a:lnTo>
                  <a:pt x="2118" y="715"/>
                </a:lnTo>
                <a:cubicBezTo>
                  <a:pt x="2118" y="730"/>
                  <a:pt x="2115" y="743"/>
                  <a:pt x="2110" y="756"/>
                </a:cubicBezTo>
                <a:cubicBezTo>
                  <a:pt x="2105" y="769"/>
                  <a:pt x="2097" y="781"/>
                  <a:pt x="2087" y="791"/>
                </a:cubicBezTo>
                <a:cubicBezTo>
                  <a:pt x="2077" y="800"/>
                  <a:pt x="2066" y="808"/>
                  <a:pt x="2053" y="813"/>
                </a:cubicBezTo>
                <a:cubicBezTo>
                  <a:pt x="2040" y="819"/>
                  <a:pt x="2026" y="821"/>
                  <a:pt x="2012" y="821"/>
                </a:cubicBezTo>
                <a:lnTo>
                  <a:pt x="106" y="821"/>
                </a:lnTo>
                <a:cubicBezTo>
                  <a:pt x="92" y="821"/>
                  <a:pt x="79" y="819"/>
                  <a:pt x="66" y="813"/>
                </a:cubicBezTo>
                <a:cubicBezTo>
                  <a:pt x="53" y="808"/>
                  <a:pt x="41" y="800"/>
                  <a:pt x="31" y="791"/>
                </a:cubicBezTo>
                <a:cubicBezTo>
                  <a:pt x="22" y="781"/>
                  <a:pt x="14" y="769"/>
                  <a:pt x="9" y="756"/>
                </a:cubicBezTo>
                <a:cubicBezTo>
                  <a:pt x="3" y="743"/>
                  <a:pt x="0" y="730"/>
                  <a:pt x="0" y="715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0" name=""/>
          <p:cNvSpPr txBox="1"/>
          <p:nvPr/>
        </p:nvSpPr>
        <p:spPr>
          <a:xfrm>
            <a:off x="685800" y="2825280"/>
            <a:ext cx="2126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A L L O W E D   A C T I O N S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1" name=""/>
          <p:cNvSpPr txBox="1"/>
          <p:nvPr/>
        </p:nvSpPr>
        <p:spPr>
          <a:xfrm>
            <a:off x="762120" y="3166200"/>
            <a:ext cx="6062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8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patch</a:t>
            </a:r>
            <a:endParaRPr lang="en-GB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2" name=""/>
          <p:cNvSpPr/>
          <p:nvPr/>
        </p:nvSpPr>
        <p:spPr>
          <a:xfrm>
            <a:off x="1599840" y="3133440"/>
            <a:ext cx="762480" cy="295560"/>
          </a:xfrm>
          <a:custGeom>
            <a:avLst/>
            <a:gdLst/>
            <a:ahLst/>
            <a:rect l="0" t="0" r="r" b="b"/>
            <a:pathLst>
              <a:path w="2118" h="821">
                <a:moveTo>
                  <a:pt x="0" y="715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012" y="0"/>
                </a:lnTo>
                <a:cubicBezTo>
                  <a:pt x="2026" y="0"/>
                  <a:pt x="2040" y="3"/>
                  <a:pt x="2053" y="8"/>
                </a:cubicBezTo>
                <a:cubicBezTo>
                  <a:pt x="2066" y="14"/>
                  <a:pt x="2077" y="21"/>
                  <a:pt x="2087" y="31"/>
                </a:cubicBezTo>
                <a:cubicBezTo>
                  <a:pt x="2097" y="41"/>
                  <a:pt x="2105" y="53"/>
                  <a:pt x="2110" y="66"/>
                </a:cubicBezTo>
                <a:cubicBezTo>
                  <a:pt x="2115" y="79"/>
                  <a:pt x="2118" y="92"/>
                  <a:pt x="2118" y="106"/>
                </a:cubicBezTo>
                <a:lnTo>
                  <a:pt x="2118" y="715"/>
                </a:lnTo>
                <a:cubicBezTo>
                  <a:pt x="2118" y="730"/>
                  <a:pt x="2115" y="743"/>
                  <a:pt x="2110" y="756"/>
                </a:cubicBezTo>
                <a:cubicBezTo>
                  <a:pt x="2105" y="769"/>
                  <a:pt x="2097" y="781"/>
                  <a:pt x="2087" y="791"/>
                </a:cubicBezTo>
                <a:cubicBezTo>
                  <a:pt x="2077" y="800"/>
                  <a:pt x="2066" y="808"/>
                  <a:pt x="2053" y="813"/>
                </a:cubicBezTo>
                <a:cubicBezTo>
                  <a:pt x="2040" y="819"/>
                  <a:pt x="2026" y="821"/>
                  <a:pt x="2012" y="821"/>
                </a:cubicBezTo>
                <a:lnTo>
                  <a:pt x="106" y="821"/>
                </a:lnTo>
                <a:cubicBezTo>
                  <a:pt x="92" y="821"/>
                  <a:pt x="79" y="819"/>
                  <a:pt x="66" y="813"/>
                </a:cubicBezTo>
                <a:cubicBezTo>
                  <a:pt x="53" y="808"/>
                  <a:pt x="41" y="800"/>
                  <a:pt x="31" y="791"/>
                </a:cubicBezTo>
                <a:cubicBezTo>
                  <a:pt x="22" y="781"/>
                  <a:pt x="14" y="769"/>
                  <a:pt x="9" y="756"/>
                </a:cubicBezTo>
                <a:cubicBezTo>
                  <a:pt x="3" y="743"/>
                  <a:pt x="0" y="730"/>
                  <a:pt x="0" y="715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3" name=""/>
          <p:cNvSpPr txBox="1"/>
          <p:nvPr/>
        </p:nvSpPr>
        <p:spPr>
          <a:xfrm>
            <a:off x="1443960" y="3108600"/>
            <a:ext cx="2282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4" name=""/>
          <p:cNvSpPr txBox="1"/>
          <p:nvPr/>
        </p:nvSpPr>
        <p:spPr>
          <a:xfrm>
            <a:off x="1678320" y="3166200"/>
            <a:ext cx="6062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8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scale</a:t>
            </a:r>
            <a:endParaRPr lang="en-GB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5" name=""/>
          <p:cNvSpPr/>
          <p:nvPr/>
        </p:nvSpPr>
        <p:spPr>
          <a:xfrm>
            <a:off x="2514240" y="3133440"/>
            <a:ext cx="1000800" cy="295560"/>
          </a:xfrm>
          <a:custGeom>
            <a:avLst/>
            <a:gdLst/>
            <a:ahLst/>
            <a:rect l="0" t="0" r="r" b="b"/>
            <a:pathLst>
              <a:path w="2780" h="821">
                <a:moveTo>
                  <a:pt x="0" y="715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673" y="0"/>
                </a:lnTo>
                <a:cubicBezTo>
                  <a:pt x="2687" y="0"/>
                  <a:pt x="2700" y="3"/>
                  <a:pt x="2713" y="8"/>
                </a:cubicBezTo>
                <a:cubicBezTo>
                  <a:pt x="2726" y="14"/>
                  <a:pt x="2738" y="21"/>
                  <a:pt x="2749" y="31"/>
                </a:cubicBezTo>
                <a:cubicBezTo>
                  <a:pt x="2759" y="41"/>
                  <a:pt x="2766" y="53"/>
                  <a:pt x="2772" y="66"/>
                </a:cubicBezTo>
                <a:cubicBezTo>
                  <a:pt x="2777" y="79"/>
                  <a:pt x="2780" y="92"/>
                  <a:pt x="2780" y="106"/>
                </a:cubicBezTo>
                <a:lnTo>
                  <a:pt x="2780" y="715"/>
                </a:lnTo>
                <a:cubicBezTo>
                  <a:pt x="2780" y="730"/>
                  <a:pt x="2777" y="743"/>
                  <a:pt x="2772" y="756"/>
                </a:cubicBezTo>
                <a:cubicBezTo>
                  <a:pt x="2766" y="769"/>
                  <a:pt x="2759" y="781"/>
                  <a:pt x="2749" y="791"/>
                </a:cubicBezTo>
                <a:cubicBezTo>
                  <a:pt x="2738" y="800"/>
                  <a:pt x="2726" y="808"/>
                  <a:pt x="2713" y="813"/>
                </a:cubicBezTo>
                <a:cubicBezTo>
                  <a:pt x="2700" y="819"/>
                  <a:pt x="2687" y="821"/>
                  <a:pt x="2673" y="821"/>
                </a:cubicBezTo>
                <a:lnTo>
                  <a:pt x="106" y="821"/>
                </a:lnTo>
                <a:cubicBezTo>
                  <a:pt x="92" y="821"/>
                  <a:pt x="79" y="819"/>
                  <a:pt x="66" y="813"/>
                </a:cubicBezTo>
                <a:cubicBezTo>
                  <a:pt x="53" y="808"/>
                  <a:pt x="41" y="800"/>
                  <a:pt x="31" y="791"/>
                </a:cubicBezTo>
                <a:cubicBezTo>
                  <a:pt x="22" y="781"/>
                  <a:pt x="14" y="769"/>
                  <a:pt x="9" y="756"/>
                </a:cubicBezTo>
                <a:cubicBezTo>
                  <a:pt x="3" y="743"/>
                  <a:pt x="0" y="730"/>
                  <a:pt x="0" y="715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6" name=""/>
          <p:cNvSpPr txBox="1"/>
          <p:nvPr/>
        </p:nvSpPr>
        <p:spPr>
          <a:xfrm>
            <a:off x="2360160" y="3108600"/>
            <a:ext cx="2282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7" name=""/>
          <p:cNvSpPr txBox="1"/>
          <p:nvPr/>
        </p:nvSpPr>
        <p:spPr>
          <a:xfrm>
            <a:off x="2594520" y="3166200"/>
            <a:ext cx="8485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8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restart</a:t>
            </a:r>
            <a:endParaRPr lang="en-GB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8" name=""/>
          <p:cNvSpPr/>
          <p:nvPr/>
        </p:nvSpPr>
        <p:spPr>
          <a:xfrm>
            <a:off x="3676320" y="3133440"/>
            <a:ext cx="1848240" cy="295560"/>
          </a:xfrm>
          <a:custGeom>
            <a:avLst/>
            <a:gdLst/>
            <a:ahLst/>
            <a:rect l="0" t="0" r="r" b="b"/>
            <a:pathLst>
              <a:path w="5134" h="821">
                <a:moveTo>
                  <a:pt x="0" y="71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028" y="0"/>
                </a:lnTo>
                <a:cubicBezTo>
                  <a:pt x="5043" y="0"/>
                  <a:pt x="5056" y="3"/>
                  <a:pt x="5069" y="8"/>
                </a:cubicBezTo>
                <a:cubicBezTo>
                  <a:pt x="5082" y="14"/>
                  <a:pt x="5093" y="21"/>
                  <a:pt x="5103" y="31"/>
                </a:cubicBezTo>
                <a:cubicBezTo>
                  <a:pt x="5113" y="41"/>
                  <a:pt x="5121" y="53"/>
                  <a:pt x="5126" y="66"/>
                </a:cubicBezTo>
                <a:cubicBezTo>
                  <a:pt x="5132" y="79"/>
                  <a:pt x="5134" y="92"/>
                  <a:pt x="5134" y="106"/>
                </a:cubicBezTo>
                <a:lnTo>
                  <a:pt x="5134" y="715"/>
                </a:lnTo>
                <a:cubicBezTo>
                  <a:pt x="5134" y="730"/>
                  <a:pt x="5132" y="743"/>
                  <a:pt x="5126" y="756"/>
                </a:cubicBezTo>
                <a:cubicBezTo>
                  <a:pt x="5121" y="769"/>
                  <a:pt x="5113" y="781"/>
                  <a:pt x="5103" y="791"/>
                </a:cubicBezTo>
                <a:cubicBezTo>
                  <a:pt x="5093" y="800"/>
                  <a:pt x="5082" y="808"/>
                  <a:pt x="5069" y="813"/>
                </a:cubicBezTo>
                <a:cubicBezTo>
                  <a:pt x="5056" y="819"/>
                  <a:pt x="5043" y="821"/>
                  <a:pt x="5028" y="821"/>
                </a:cubicBezTo>
                <a:lnTo>
                  <a:pt x="106" y="821"/>
                </a:lnTo>
                <a:cubicBezTo>
                  <a:pt x="92" y="821"/>
                  <a:pt x="79" y="819"/>
                  <a:pt x="66" y="813"/>
                </a:cubicBezTo>
                <a:cubicBezTo>
                  <a:pt x="53" y="808"/>
                  <a:pt x="41" y="800"/>
                  <a:pt x="31" y="791"/>
                </a:cubicBezTo>
                <a:cubicBezTo>
                  <a:pt x="21" y="781"/>
                  <a:pt x="14" y="769"/>
                  <a:pt x="8" y="756"/>
                </a:cubicBezTo>
                <a:cubicBezTo>
                  <a:pt x="3" y="743"/>
                  <a:pt x="0" y="730"/>
                  <a:pt x="0" y="715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9" name=""/>
          <p:cNvSpPr txBox="1"/>
          <p:nvPr/>
        </p:nvSpPr>
        <p:spPr>
          <a:xfrm>
            <a:off x="3518640" y="3108600"/>
            <a:ext cx="2282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0" name=""/>
          <p:cNvSpPr txBox="1"/>
          <p:nvPr/>
        </p:nvSpPr>
        <p:spPr>
          <a:xfrm>
            <a:off x="3753360" y="3166200"/>
            <a:ext cx="1696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8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label/annotate</a:t>
            </a:r>
            <a:endParaRPr lang="en-GB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1" name=""/>
          <p:cNvSpPr txBox="1"/>
          <p:nvPr/>
        </p:nvSpPr>
        <p:spPr>
          <a:xfrm>
            <a:off x="685800" y="3434760"/>
            <a:ext cx="12657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F O R B I D D E N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2" name=""/>
          <p:cNvSpPr txBox="1"/>
          <p:nvPr/>
        </p:nvSpPr>
        <p:spPr>
          <a:xfrm>
            <a:off x="685800" y="3718080"/>
            <a:ext cx="95288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Delete CRDs · delete PVCs with data · restart all replicas at once · anything outside approved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3" name=""/>
          <p:cNvSpPr txBox="1"/>
          <p:nvPr/>
        </p:nvSpPr>
        <p:spPr>
          <a:xfrm>
            <a:off x="685800" y="4060800"/>
            <a:ext cx="120780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namespace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4" name=""/>
          <p:cNvSpPr txBox="1"/>
          <p:nvPr/>
        </p:nvSpPr>
        <p:spPr>
          <a:xfrm>
            <a:off x="685800" y="4387320"/>
            <a:ext cx="11059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S E C U R I T Y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5" name=""/>
          <p:cNvSpPr txBox="1"/>
          <p:nvPr/>
        </p:nvSpPr>
        <p:spPr>
          <a:xfrm>
            <a:off x="685800" y="4670640"/>
            <a:ext cx="106588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Approval token verified against workflow HMAC · replay protection · action whitelist enforced server-side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6" name=""/>
          <p:cNvSpPr txBox="1"/>
          <p:nvPr/>
        </p:nvSpPr>
        <p:spPr>
          <a:xfrm>
            <a:off x="685800" y="5013360"/>
            <a:ext cx="30117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· failures escalate, never retry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7" name=""/>
          <p:cNvSpPr/>
          <p:nvPr/>
        </p:nvSpPr>
        <p:spPr>
          <a:xfrm>
            <a:off x="1847520" y="5381280"/>
            <a:ext cx="2696040" cy="295920"/>
          </a:xfrm>
          <a:custGeom>
            <a:avLst/>
            <a:gdLst/>
            <a:ahLst/>
            <a:rect l="0" t="0" r="r" b="b"/>
            <a:pathLst>
              <a:path w="7489" h="822">
                <a:moveTo>
                  <a:pt x="0" y="71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7383" y="0"/>
                </a:lnTo>
                <a:cubicBezTo>
                  <a:pt x="7397" y="0"/>
                  <a:pt x="7411" y="3"/>
                  <a:pt x="7424" y="9"/>
                </a:cubicBezTo>
                <a:cubicBezTo>
                  <a:pt x="7437" y="14"/>
                  <a:pt x="7448" y="22"/>
                  <a:pt x="7458" y="31"/>
                </a:cubicBezTo>
                <a:cubicBezTo>
                  <a:pt x="7468" y="41"/>
                  <a:pt x="7476" y="53"/>
                  <a:pt x="7481" y="66"/>
                </a:cubicBezTo>
                <a:cubicBezTo>
                  <a:pt x="7486" y="79"/>
                  <a:pt x="7489" y="92"/>
                  <a:pt x="7489" y="106"/>
                </a:cubicBezTo>
                <a:lnTo>
                  <a:pt x="7489" y="716"/>
                </a:lnTo>
                <a:cubicBezTo>
                  <a:pt x="7489" y="730"/>
                  <a:pt x="7486" y="743"/>
                  <a:pt x="7481" y="756"/>
                </a:cubicBezTo>
                <a:cubicBezTo>
                  <a:pt x="7476" y="769"/>
                  <a:pt x="7468" y="781"/>
                  <a:pt x="7458" y="791"/>
                </a:cubicBezTo>
                <a:cubicBezTo>
                  <a:pt x="7448" y="801"/>
                  <a:pt x="7437" y="808"/>
                  <a:pt x="7424" y="814"/>
                </a:cubicBezTo>
                <a:cubicBezTo>
                  <a:pt x="7411" y="819"/>
                  <a:pt x="7397" y="822"/>
                  <a:pt x="7383" y="822"/>
                </a:cubicBezTo>
                <a:lnTo>
                  <a:pt x="106" y="822"/>
                </a:lnTo>
                <a:cubicBezTo>
                  <a:pt x="92" y="822"/>
                  <a:pt x="79" y="819"/>
                  <a:pt x="66" y="814"/>
                </a:cubicBezTo>
                <a:cubicBezTo>
                  <a:pt x="53" y="808"/>
                  <a:pt x="41" y="801"/>
                  <a:pt x="31" y="791"/>
                </a:cubicBezTo>
                <a:cubicBezTo>
                  <a:pt x="21" y="781"/>
                  <a:pt x="14" y="769"/>
                  <a:pt x="8" y="756"/>
                </a:cubicBezTo>
                <a:cubicBezTo>
                  <a:pt x="3" y="743"/>
                  <a:pt x="0" y="730"/>
                  <a:pt x="0" y="71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8" name=""/>
          <p:cNvSpPr txBox="1"/>
          <p:nvPr/>
        </p:nvSpPr>
        <p:spPr>
          <a:xfrm>
            <a:off x="685800" y="5356440"/>
            <a:ext cx="10681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Applies to: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9" name=""/>
          <p:cNvSpPr txBox="1"/>
          <p:nvPr/>
        </p:nvSpPr>
        <p:spPr>
          <a:xfrm>
            <a:off x="1926360" y="5414040"/>
            <a:ext cx="25441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8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sre-remediation-agent</a:t>
            </a:r>
            <a:endParaRPr lang="en-GB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0" name=""/>
          <p:cNvSpPr txBox="1"/>
          <p:nvPr/>
        </p:nvSpPr>
        <p:spPr>
          <a:xfrm>
            <a:off x="4546080" y="5356440"/>
            <a:ext cx="680940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. All writes go through GitOps where possible · direct cluster writes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1" name=""/>
          <p:cNvSpPr txBox="1"/>
          <p:nvPr/>
        </p:nvSpPr>
        <p:spPr>
          <a:xfrm>
            <a:off x="685800" y="5699160"/>
            <a:ext cx="2084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only for break-glass.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2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3" name=""/>
          <p:cNvSpPr txBox="1"/>
          <p:nvPr/>
        </p:nvSpPr>
        <p:spPr>
          <a:xfrm>
            <a:off x="1175616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30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7" name=""/>
          <p:cNvSpPr txBox="1"/>
          <p:nvPr/>
        </p:nvSpPr>
        <p:spPr>
          <a:xfrm>
            <a:off x="685800" y="520200"/>
            <a:ext cx="4557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C A R D   C   —   G I T O P S   R E M E D I A T I O N   A G E N T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8" name=""/>
          <p:cNvSpPr/>
          <p:nvPr/>
        </p:nvSpPr>
        <p:spPr>
          <a:xfrm>
            <a:off x="9001080" y="790560"/>
            <a:ext cx="2448000" cy="581040"/>
          </a:xfrm>
          <a:custGeom>
            <a:avLst/>
            <a:gdLst/>
            <a:ahLst/>
            <a:rect l="0" t="0" r="r" b="b"/>
            <a:pathLst>
              <a:path w="6800" h="1614">
                <a:moveTo>
                  <a:pt x="0" y="1509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6800" y="0"/>
                </a:lnTo>
                <a:lnTo>
                  <a:pt x="6800" y="1614"/>
                </a:lnTo>
                <a:lnTo>
                  <a:pt x="105" y="1614"/>
                </a:lnTo>
                <a:cubicBezTo>
                  <a:pt x="91" y="1614"/>
                  <a:pt x="78" y="1612"/>
                  <a:pt x="65" y="1606"/>
                </a:cubicBezTo>
                <a:cubicBezTo>
                  <a:pt x="52" y="1601"/>
                  <a:pt x="41" y="1593"/>
                  <a:pt x="31" y="1584"/>
                </a:cubicBezTo>
                <a:cubicBezTo>
                  <a:pt x="21" y="1574"/>
                  <a:pt x="13" y="1562"/>
                  <a:pt x="8" y="1549"/>
                </a:cubicBezTo>
                <a:cubicBezTo>
                  <a:pt x="2" y="1536"/>
                  <a:pt x="0" y="1523"/>
                  <a:pt x="0" y="1509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9" name=""/>
          <p:cNvSpPr txBox="1"/>
          <p:nvPr/>
        </p:nvSpPr>
        <p:spPr>
          <a:xfrm>
            <a:off x="685800" y="719640"/>
            <a:ext cx="1066824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Future · branch + commit + MR · never 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0" name=""/>
          <p:cNvSpPr/>
          <p:nvPr/>
        </p:nvSpPr>
        <p:spPr>
          <a:xfrm>
            <a:off x="685440" y="1352520"/>
            <a:ext cx="1562760" cy="581400"/>
          </a:xfrm>
          <a:custGeom>
            <a:avLst/>
            <a:gdLst/>
            <a:ahLst/>
            <a:rect l="0" t="0" r="r" b="b"/>
            <a:pathLst>
              <a:path w="4341" h="1615">
                <a:moveTo>
                  <a:pt x="0" y="0"/>
                </a:moveTo>
                <a:lnTo>
                  <a:pt x="4235" y="0"/>
                </a:lnTo>
                <a:cubicBezTo>
                  <a:pt x="4249" y="0"/>
                  <a:pt x="4262" y="2"/>
                  <a:pt x="4275" y="8"/>
                </a:cubicBezTo>
                <a:cubicBezTo>
                  <a:pt x="4288" y="13"/>
                  <a:pt x="4300" y="21"/>
                  <a:pt x="4310" y="31"/>
                </a:cubicBezTo>
                <a:cubicBezTo>
                  <a:pt x="4320" y="41"/>
                  <a:pt x="4327" y="52"/>
                  <a:pt x="4333" y="65"/>
                </a:cubicBezTo>
                <a:cubicBezTo>
                  <a:pt x="4338" y="78"/>
                  <a:pt x="4341" y="91"/>
                  <a:pt x="4341" y="105"/>
                </a:cubicBezTo>
                <a:lnTo>
                  <a:pt x="4341" y="1509"/>
                </a:lnTo>
                <a:cubicBezTo>
                  <a:pt x="4341" y="1523"/>
                  <a:pt x="4338" y="1536"/>
                  <a:pt x="4333" y="1549"/>
                </a:cubicBezTo>
                <a:cubicBezTo>
                  <a:pt x="4327" y="1562"/>
                  <a:pt x="4320" y="1574"/>
                  <a:pt x="4310" y="1584"/>
                </a:cubicBezTo>
                <a:cubicBezTo>
                  <a:pt x="4300" y="1593"/>
                  <a:pt x="4288" y="1601"/>
                  <a:pt x="4275" y="1606"/>
                </a:cubicBezTo>
                <a:cubicBezTo>
                  <a:pt x="4262" y="1612"/>
                  <a:pt x="4249" y="1615"/>
                  <a:pt x="4235" y="1615"/>
                </a:cubicBez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1" name=""/>
          <p:cNvSpPr txBox="1"/>
          <p:nvPr/>
        </p:nvSpPr>
        <p:spPr>
          <a:xfrm>
            <a:off x="9105120" y="790560"/>
            <a:ext cx="2423160" cy="58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kubectl 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2" name=""/>
          <p:cNvSpPr txBox="1"/>
          <p:nvPr/>
        </p:nvSpPr>
        <p:spPr>
          <a:xfrm>
            <a:off x="685800" y="1352520"/>
            <a:ext cx="1514520" cy="58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apply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3" name=""/>
          <p:cNvSpPr txBox="1"/>
          <p:nvPr/>
        </p:nvSpPr>
        <p:spPr>
          <a:xfrm>
            <a:off x="685800" y="2175120"/>
            <a:ext cx="41684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Future work — sequenced after the A2A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4" name=""/>
          <p:cNvSpPr txBox="1"/>
          <p:nvPr/>
        </p:nvSpPr>
        <p:spPr>
          <a:xfrm>
            <a:off x="4882680" y="2198160"/>
            <a:ext cx="229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5" name=""/>
          <p:cNvSpPr txBox="1"/>
          <p:nvPr/>
        </p:nvSpPr>
        <p:spPr>
          <a:xfrm>
            <a:off x="5111280" y="2175120"/>
            <a:ext cx="18172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HITL demo lands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6" name=""/>
          <p:cNvSpPr txBox="1"/>
          <p:nvPr/>
        </p:nvSpPr>
        <p:spPr>
          <a:xfrm>
            <a:off x="685800" y="2517840"/>
            <a:ext cx="973260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Concept proven via the Kimi 6/6 A2A pattern · build starts once GitLab MCP integration begins.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7" name=""/>
          <p:cNvSpPr txBox="1"/>
          <p:nvPr/>
        </p:nvSpPr>
        <p:spPr>
          <a:xfrm>
            <a:off x="685800" y="2844360"/>
            <a:ext cx="999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P R O C E S S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8" name=""/>
          <p:cNvSpPr txBox="1"/>
          <p:nvPr/>
        </p:nvSpPr>
        <p:spPr>
          <a:xfrm>
            <a:off x="685800" y="3127320"/>
            <a:ext cx="107996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Receives A2A call from triage agent describing needed config change. Clones GitOps repo · branch · diff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9" name=""/>
          <p:cNvSpPr txBox="1"/>
          <p:nvPr/>
        </p:nvSpPr>
        <p:spPr>
          <a:xfrm>
            <a:off x="685800" y="3470400"/>
            <a:ext cx="38372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· commit · MR. Never pushes to main.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0" name=""/>
          <p:cNvSpPr txBox="1"/>
          <p:nvPr/>
        </p:nvSpPr>
        <p:spPr>
          <a:xfrm>
            <a:off x="685800" y="3796560"/>
            <a:ext cx="17078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U S E R   P E R S O N A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1" name=""/>
          <p:cNvSpPr txBox="1"/>
          <p:nvPr/>
        </p:nvSpPr>
        <p:spPr>
          <a:xfrm>
            <a:off x="685800" y="4079880"/>
            <a:ext cx="1036692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SRE reviewing the MR — wants clean single-purpose diff with agent diagnosis as MR description and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2" name=""/>
          <p:cNvSpPr txBox="1"/>
          <p:nvPr/>
        </p:nvSpPr>
        <p:spPr>
          <a:xfrm>
            <a:off x="685800" y="4422960"/>
            <a:ext cx="266832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GitLab triage issue linked.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3" name=""/>
          <p:cNvSpPr/>
          <p:nvPr/>
        </p:nvSpPr>
        <p:spPr>
          <a:xfrm>
            <a:off x="685440" y="5057640"/>
            <a:ext cx="1848240" cy="295560"/>
          </a:xfrm>
          <a:custGeom>
            <a:avLst/>
            <a:gdLst/>
            <a:ahLst/>
            <a:rect l="0" t="0" r="r" b="b"/>
            <a:pathLst>
              <a:path w="5134" h="821">
                <a:moveTo>
                  <a:pt x="0" y="715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029" y="0"/>
                </a:lnTo>
                <a:cubicBezTo>
                  <a:pt x="5043" y="0"/>
                  <a:pt x="5056" y="3"/>
                  <a:pt x="5069" y="8"/>
                </a:cubicBezTo>
                <a:cubicBezTo>
                  <a:pt x="5082" y="13"/>
                  <a:pt x="5093" y="21"/>
                  <a:pt x="5103" y="31"/>
                </a:cubicBezTo>
                <a:cubicBezTo>
                  <a:pt x="5113" y="41"/>
                  <a:pt x="5121" y="52"/>
                  <a:pt x="5126" y="65"/>
                </a:cubicBezTo>
                <a:cubicBezTo>
                  <a:pt x="5132" y="78"/>
                  <a:pt x="5134" y="92"/>
                  <a:pt x="5134" y="106"/>
                </a:cubicBezTo>
                <a:lnTo>
                  <a:pt x="5134" y="715"/>
                </a:lnTo>
                <a:cubicBezTo>
                  <a:pt x="5134" y="729"/>
                  <a:pt x="5132" y="743"/>
                  <a:pt x="5126" y="756"/>
                </a:cubicBezTo>
                <a:cubicBezTo>
                  <a:pt x="5121" y="769"/>
                  <a:pt x="5113" y="780"/>
                  <a:pt x="5103" y="790"/>
                </a:cubicBezTo>
                <a:cubicBezTo>
                  <a:pt x="5093" y="800"/>
                  <a:pt x="5082" y="808"/>
                  <a:pt x="5069" y="813"/>
                </a:cubicBezTo>
                <a:cubicBezTo>
                  <a:pt x="5056" y="818"/>
                  <a:pt x="5043" y="821"/>
                  <a:pt x="5029" y="821"/>
                </a:cubicBezTo>
                <a:lnTo>
                  <a:pt x="106" y="821"/>
                </a:lnTo>
                <a:cubicBezTo>
                  <a:pt x="92" y="821"/>
                  <a:pt x="79" y="818"/>
                  <a:pt x="66" y="813"/>
                </a:cubicBezTo>
                <a:cubicBezTo>
                  <a:pt x="53" y="808"/>
                  <a:pt x="41" y="800"/>
                  <a:pt x="31" y="790"/>
                </a:cubicBezTo>
                <a:cubicBezTo>
                  <a:pt x="22" y="780"/>
                  <a:pt x="14" y="769"/>
                  <a:pt x="9" y="756"/>
                </a:cubicBezTo>
                <a:cubicBezTo>
                  <a:pt x="3" y="743"/>
                  <a:pt x="0" y="729"/>
                  <a:pt x="0" y="715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4" name=""/>
          <p:cNvSpPr txBox="1"/>
          <p:nvPr/>
        </p:nvSpPr>
        <p:spPr>
          <a:xfrm>
            <a:off x="685800" y="4749120"/>
            <a:ext cx="16923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T O O L S   N E E D E D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5" name=""/>
          <p:cNvSpPr txBox="1"/>
          <p:nvPr/>
        </p:nvSpPr>
        <p:spPr>
          <a:xfrm>
            <a:off x="762120" y="5090040"/>
            <a:ext cx="1696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8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git-mcp-server</a:t>
            </a:r>
            <a:endParaRPr lang="en-GB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6" name=""/>
          <p:cNvSpPr/>
          <p:nvPr/>
        </p:nvSpPr>
        <p:spPr>
          <a:xfrm>
            <a:off x="7153200" y="5057640"/>
            <a:ext cx="2219400" cy="295560"/>
          </a:xfrm>
          <a:custGeom>
            <a:avLst/>
            <a:gdLst/>
            <a:ahLst/>
            <a:rect l="0" t="0" r="r" b="b"/>
            <a:pathLst>
              <a:path w="6165" h="821">
                <a:moveTo>
                  <a:pt x="0" y="71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6060" y="0"/>
                </a:lnTo>
                <a:cubicBezTo>
                  <a:pt x="6074" y="0"/>
                  <a:pt x="6087" y="3"/>
                  <a:pt x="6100" y="8"/>
                </a:cubicBezTo>
                <a:cubicBezTo>
                  <a:pt x="6113" y="13"/>
                  <a:pt x="6125" y="21"/>
                  <a:pt x="6134" y="31"/>
                </a:cubicBezTo>
                <a:cubicBezTo>
                  <a:pt x="6144" y="41"/>
                  <a:pt x="6152" y="52"/>
                  <a:pt x="6157" y="65"/>
                </a:cubicBezTo>
                <a:cubicBezTo>
                  <a:pt x="6163" y="78"/>
                  <a:pt x="6165" y="92"/>
                  <a:pt x="6165" y="106"/>
                </a:cubicBezTo>
                <a:lnTo>
                  <a:pt x="6165" y="715"/>
                </a:lnTo>
                <a:cubicBezTo>
                  <a:pt x="6165" y="729"/>
                  <a:pt x="6163" y="743"/>
                  <a:pt x="6157" y="756"/>
                </a:cubicBezTo>
                <a:cubicBezTo>
                  <a:pt x="6152" y="769"/>
                  <a:pt x="6144" y="780"/>
                  <a:pt x="6134" y="790"/>
                </a:cubicBezTo>
                <a:cubicBezTo>
                  <a:pt x="6125" y="800"/>
                  <a:pt x="6113" y="808"/>
                  <a:pt x="6100" y="813"/>
                </a:cubicBezTo>
                <a:cubicBezTo>
                  <a:pt x="6087" y="818"/>
                  <a:pt x="6074" y="821"/>
                  <a:pt x="6060" y="821"/>
                </a:cubicBezTo>
                <a:lnTo>
                  <a:pt x="106" y="821"/>
                </a:lnTo>
                <a:cubicBezTo>
                  <a:pt x="92" y="821"/>
                  <a:pt x="78" y="818"/>
                  <a:pt x="65" y="813"/>
                </a:cubicBezTo>
                <a:cubicBezTo>
                  <a:pt x="52" y="808"/>
                  <a:pt x="41" y="800"/>
                  <a:pt x="31" y="790"/>
                </a:cubicBezTo>
                <a:cubicBezTo>
                  <a:pt x="21" y="780"/>
                  <a:pt x="13" y="769"/>
                  <a:pt x="8" y="756"/>
                </a:cubicBezTo>
                <a:cubicBezTo>
                  <a:pt x="2" y="743"/>
                  <a:pt x="0" y="729"/>
                  <a:pt x="0" y="715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7" name=""/>
          <p:cNvSpPr txBox="1"/>
          <p:nvPr/>
        </p:nvSpPr>
        <p:spPr>
          <a:xfrm>
            <a:off x="2533680" y="5032440"/>
            <a:ext cx="429480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(clone/checkout/commit/push/diff/file_*) ·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8" name=""/>
          <p:cNvSpPr txBox="1"/>
          <p:nvPr/>
        </p:nvSpPr>
        <p:spPr>
          <a:xfrm>
            <a:off x="7233480" y="5090040"/>
            <a:ext cx="2059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8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gitlab-mcp-server</a:t>
            </a:r>
            <a:endParaRPr lang="en-GB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9" name=""/>
          <p:cNvSpPr/>
          <p:nvPr/>
        </p:nvSpPr>
        <p:spPr>
          <a:xfrm>
            <a:off x="685440" y="5400360"/>
            <a:ext cx="1972080" cy="295920"/>
          </a:xfrm>
          <a:custGeom>
            <a:avLst/>
            <a:gdLst/>
            <a:ahLst/>
            <a:rect l="0" t="0" r="r" b="b"/>
            <a:pathLst>
              <a:path w="5478" h="822">
                <a:moveTo>
                  <a:pt x="0" y="716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373" y="0"/>
                </a:lnTo>
                <a:cubicBezTo>
                  <a:pt x="5387" y="0"/>
                  <a:pt x="5400" y="3"/>
                  <a:pt x="5413" y="8"/>
                </a:cubicBezTo>
                <a:cubicBezTo>
                  <a:pt x="5426" y="14"/>
                  <a:pt x="5437" y="21"/>
                  <a:pt x="5447" y="31"/>
                </a:cubicBezTo>
                <a:cubicBezTo>
                  <a:pt x="5457" y="41"/>
                  <a:pt x="5465" y="53"/>
                  <a:pt x="5470" y="66"/>
                </a:cubicBezTo>
                <a:cubicBezTo>
                  <a:pt x="5476" y="79"/>
                  <a:pt x="5478" y="92"/>
                  <a:pt x="5478" y="106"/>
                </a:cubicBezTo>
                <a:lnTo>
                  <a:pt x="5478" y="716"/>
                </a:lnTo>
                <a:cubicBezTo>
                  <a:pt x="5478" y="730"/>
                  <a:pt x="5476" y="743"/>
                  <a:pt x="5470" y="756"/>
                </a:cubicBezTo>
                <a:cubicBezTo>
                  <a:pt x="5465" y="769"/>
                  <a:pt x="5457" y="781"/>
                  <a:pt x="5447" y="791"/>
                </a:cubicBezTo>
                <a:cubicBezTo>
                  <a:pt x="5437" y="801"/>
                  <a:pt x="5426" y="808"/>
                  <a:pt x="5413" y="814"/>
                </a:cubicBezTo>
                <a:cubicBezTo>
                  <a:pt x="5400" y="819"/>
                  <a:pt x="5387" y="822"/>
                  <a:pt x="5373" y="822"/>
                </a:cubicBezTo>
                <a:lnTo>
                  <a:pt x="106" y="822"/>
                </a:lnTo>
                <a:cubicBezTo>
                  <a:pt x="92" y="822"/>
                  <a:pt x="79" y="819"/>
                  <a:pt x="66" y="814"/>
                </a:cubicBezTo>
                <a:cubicBezTo>
                  <a:pt x="53" y="808"/>
                  <a:pt x="41" y="801"/>
                  <a:pt x="31" y="791"/>
                </a:cubicBezTo>
                <a:cubicBezTo>
                  <a:pt x="22" y="781"/>
                  <a:pt x="14" y="769"/>
                  <a:pt x="9" y="756"/>
                </a:cubicBezTo>
                <a:cubicBezTo>
                  <a:pt x="3" y="743"/>
                  <a:pt x="0" y="730"/>
                  <a:pt x="0" y="71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0" name=""/>
          <p:cNvSpPr txBox="1"/>
          <p:nvPr/>
        </p:nvSpPr>
        <p:spPr>
          <a:xfrm>
            <a:off x="9368640" y="5032440"/>
            <a:ext cx="47088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with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1" name=""/>
          <p:cNvSpPr txBox="1"/>
          <p:nvPr/>
        </p:nvSpPr>
        <p:spPr>
          <a:xfrm>
            <a:off x="762120" y="5433120"/>
            <a:ext cx="1817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8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requireApproval</a:t>
            </a:r>
            <a:endParaRPr lang="en-GB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2" name=""/>
          <p:cNvSpPr/>
          <p:nvPr/>
        </p:nvSpPr>
        <p:spPr>
          <a:xfrm>
            <a:off x="3038400" y="5400360"/>
            <a:ext cx="2571840" cy="295920"/>
          </a:xfrm>
          <a:custGeom>
            <a:avLst/>
            <a:gdLst/>
            <a:ahLst/>
            <a:rect l="0" t="0" r="r" b="b"/>
            <a:pathLst>
              <a:path w="7144" h="822">
                <a:moveTo>
                  <a:pt x="0" y="71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7039" y="0"/>
                </a:lnTo>
                <a:cubicBezTo>
                  <a:pt x="7053" y="0"/>
                  <a:pt x="7066" y="3"/>
                  <a:pt x="7079" y="8"/>
                </a:cubicBezTo>
                <a:cubicBezTo>
                  <a:pt x="7092" y="14"/>
                  <a:pt x="7104" y="21"/>
                  <a:pt x="7113" y="31"/>
                </a:cubicBezTo>
                <a:cubicBezTo>
                  <a:pt x="7123" y="41"/>
                  <a:pt x="7131" y="53"/>
                  <a:pt x="7136" y="66"/>
                </a:cubicBezTo>
                <a:cubicBezTo>
                  <a:pt x="7142" y="79"/>
                  <a:pt x="7144" y="92"/>
                  <a:pt x="7144" y="106"/>
                </a:cubicBezTo>
                <a:lnTo>
                  <a:pt x="7144" y="716"/>
                </a:lnTo>
                <a:cubicBezTo>
                  <a:pt x="7144" y="730"/>
                  <a:pt x="7142" y="743"/>
                  <a:pt x="7136" y="756"/>
                </a:cubicBezTo>
                <a:cubicBezTo>
                  <a:pt x="7131" y="769"/>
                  <a:pt x="7123" y="781"/>
                  <a:pt x="7113" y="791"/>
                </a:cubicBezTo>
                <a:cubicBezTo>
                  <a:pt x="7104" y="801"/>
                  <a:pt x="7092" y="808"/>
                  <a:pt x="7079" y="814"/>
                </a:cubicBezTo>
                <a:cubicBezTo>
                  <a:pt x="7066" y="819"/>
                  <a:pt x="7053" y="822"/>
                  <a:pt x="7039" y="822"/>
                </a:cubicBezTo>
                <a:lnTo>
                  <a:pt x="106" y="822"/>
                </a:lnTo>
                <a:cubicBezTo>
                  <a:pt x="92" y="822"/>
                  <a:pt x="78" y="819"/>
                  <a:pt x="65" y="814"/>
                </a:cubicBezTo>
                <a:cubicBezTo>
                  <a:pt x="52" y="808"/>
                  <a:pt x="41" y="801"/>
                  <a:pt x="31" y="791"/>
                </a:cubicBezTo>
                <a:cubicBezTo>
                  <a:pt x="21" y="781"/>
                  <a:pt x="13" y="769"/>
                  <a:pt x="8" y="756"/>
                </a:cubicBezTo>
                <a:cubicBezTo>
                  <a:pt x="2" y="743"/>
                  <a:pt x="0" y="730"/>
                  <a:pt x="0" y="71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3" name=""/>
          <p:cNvSpPr txBox="1"/>
          <p:nvPr/>
        </p:nvSpPr>
        <p:spPr>
          <a:xfrm>
            <a:off x="2655000" y="5375520"/>
            <a:ext cx="38196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on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4" name=""/>
          <p:cNvSpPr txBox="1"/>
          <p:nvPr/>
        </p:nvSpPr>
        <p:spPr>
          <a:xfrm>
            <a:off x="3115800" y="5433120"/>
            <a:ext cx="2423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8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create_merge_request</a:t>
            </a:r>
            <a:endParaRPr lang="en-GB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5" name=""/>
          <p:cNvSpPr txBox="1"/>
          <p:nvPr/>
        </p:nvSpPr>
        <p:spPr>
          <a:xfrm>
            <a:off x="685800" y="5701680"/>
            <a:ext cx="34761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S A F E T Y   C O N T R O L S   ( P L A N N E D )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6" name=""/>
          <p:cNvSpPr/>
          <p:nvPr/>
        </p:nvSpPr>
        <p:spPr>
          <a:xfrm>
            <a:off x="6295680" y="6010200"/>
            <a:ext cx="1362600" cy="295560"/>
          </a:xfrm>
          <a:custGeom>
            <a:avLst/>
            <a:gdLst/>
            <a:ahLst/>
            <a:rect l="0" t="0" r="r" b="b"/>
            <a:pathLst>
              <a:path w="3785" h="821">
                <a:moveTo>
                  <a:pt x="0" y="715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3679" y="0"/>
                </a:lnTo>
                <a:cubicBezTo>
                  <a:pt x="3693" y="0"/>
                  <a:pt x="3707" y="2"/>
                  <a:pt x="3720" y="8"/>
                </a:cubicBezTo>
                <a:cubicBezTo>
                  <a:pt x="3733" y="13"/>
                  <a:pt x="3744" y="21"/>
                  <a:pt x="3754" y="31"/>
                </a:cubicBezTo>
                <a:cubicBezTo>
                  <a:pt x="3764" y="41"/>
                  <a:pt x="3772" y="52"/>
                  <a:pt x="3777" y="65"/>
                </a:cubicBezTo>
                <a:cubicBezTo>
                  <a:pt x="3782" y="78"/>
                  <a:pt x="3785" y="92"/>
                  <a:pt x="3785" y="106"/>
                </a:cubicBezTo>
                <a:lnTo>
                  <a:pt x="3785" y="715"/>
                </a:lnTo>
                <a:cubicBezTo>
                  <a:pt x="3785" y="729"/>
                  <a:pt x="3782" y="743"/>
                  <a:pt x="3777" y="756"/>
                </a:cubicBezTo>
                <a:cubicBezTo>
                  <a:pt x="3772" y="769"/>
                  <a:pt x="3764" y="780"/>
                  <a:pt x="3754" y="790"/>
                </a:cubicBezTo>
                <a:cubicBezTo>
                  <a:pt x="3744" y="800"/>
                  <a:pt x="3733" y="807"/>
                  <a:pt x="3720" y="813"/>
                </a:cubicBezTo>
                <a:cubicBezTo>
                  <a:pt x="3707" y="818"/>
                  <a:pt x="3693" y="821"/>
                  <a:pt x="3679" y="821"/>
                </a:cubicBezTo>
                <a:lnTo>
                  <a:pt x="106" y="821"/>
                </a:lnTo>
                <a:cubicBezTo>
                  <a:pt x="92" y="821"/>
                  <a:pt x="79" y="818"/>
                  <a:pt x="66" y="813"/>
                </a:cubicBezTo>
                <a:cubicBezTo>
                  <a:pt x="53" y="807"/>
                  <a:pt x="41" y="800"/>
                  <a:pt x="31" y="790"/>
                </a:cubicBezTo>
                <a:cubicBezTo>
                  <a:pt x="22" y="780"/>
                  <a:pt x="14" y="769"/>
                  <a:pt x="9" y="756"/>
                </a:cubicBezTo>
                <a:cubicBezTo>
                  <a:pt x="3" y="743"/>
                  <a:pt x="0" y="729"/>
                  <a:pt x="0" y="715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7" name=""/>
          <p:cNvSpPr txBox="1"/>
          <p:nvPr/>
        </p:nvSpPr>
        <p:spPr>
          <a:xfrm>
            <a:off x="685800" y="5985000"/>
            <a:ext cx="557820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Bot account scoped to single GitOps project · MR title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8" name=""/>
          <p:cNvSpPr txBox="1"/>
          <p:nvPr/>
        </p:nvSpPr>
        <p:spPr>
          <a:xfrm>
            <a:off x="6368400" y="6042600"/>
            <a:ext cx="1211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8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[Auto-Fix]</a:t>
            </a:r>
            <a:endParaRPr lang="en-GB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9" name=""/>
          <p:cNvSpPr txBox="1"/>
          <p:nvPr/>
        </p:nvSpPr>
        <p:spPr>
          <a:xfrm>
            <a:off x="7655760" y="5985000"/>
            <a:ext cx="38120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one change per MR · GPG-signed ·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0" name=""/>
          <p:cNvSpPr txBox="1"/>
          <p:nvPr/>
        </p:nvSpPr>
        <p:spPr>
          <a:xfrm>
            <a:off x="685800" y="6327720"/>
            <a:ext cx="27698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detect-secrets pre-commit.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1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2" name=""/>
          <p:cNvSpPr txBox="1"/>
          <p:nvPr/>
        </p:nvSpPr>
        <p:spPr>
          <a:xfrm>
            <a:off x="1179504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31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6" name=""/>
          <p:cNvSpPr/>
          <p:nvPr/>
        </p:nvSpPr>
        <p:spPr>
          <a:xfrm>
            <a:off x="685440" y="2533320"/>
            <a:ext cx="1800720" cy="19440"/>
          </a:xfrm>
          <a:custGeom>
            <a:avLst/>
            <a:gdLst/>
            <a:ahLst/>
            <a:rect l="0" t="0" r="r" b="b"/>
            <a:pathLst>
              <a:path w="5002" h="54">
                <a:moveTo>
                  <a:pt x="0" y="0"/>
                </a:moveTo>
                <a:lnTo>
                  <a:pt x="5002" y="0"/>
                </a:lnTo>
                <a:lnTo>
                  <a:pt x="500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7" name=""/>
          <p:cNvSpPr/>
          <p:nvPr/>
        </p:nvSpPr>
        <p:spPr>
          <a:xfrm>
            <a:off x="2485800" y="2533320"/>
            <a:ext cx="4905720" cy="19440"/>
          </a:xfrm>
          <a:custGeom>
            <a:avLst/>
            <a:gdLst/>
            <a:ahLst/>
            <a:rect l="0" t="0" r="r" b="b"/>
            <a:pathLst>
              <a:path w="13627" h="54">
                <a:moveTo>
                  <a:pt x="0" y="0"/>
                </a:moveTo>
                <a:lnTo>
                  <a:pt x="13627" y="0"/>
                </a:lnTo>
                <a:lnTo>
                  <a:pt x="1362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8" name=""/>
          <p:cNvSpPr/>
          <p:nvPr/>
        </p:nvSpPr>
        <p:spPr>
          <a:xfrm>
            <a:off x="7391160" y="2533320"/>
            <a:ext cx="1972080" cy="19440"/>
          </a:xfrm>
          <a:custGeom>
            <a:avLst/>
            <a:gdLst/>
            <a:ahLst/>
            <a:rect l="0" t="0" r="r" b="b"/>
            <a:pathLst>
              <a:path w="5478" h="54">
                <a:moveTo>
                  <a:pt x="0" y="0"/>
                </a:moveTo>
                <a:lnTo>
                  <a:pt x="5478" y="0"/>
                </a:lnTo>
                <a:lnTo>
                  <a:pt x="547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9" name=""/>
          <p:cNvSpPr/>
          <p:nvPr/>
        </p:nvSpPr>
        <p:spPr>
          <a:xfrm>
            <a:off x="685440" y="296208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0" name=""/>
          <p:cNvSpPr/>
          <p:nvPr/>
        </p:nvSpPr>
        <p:spPr>
          <a:xfrm>
            <a:off x="2485800" y="2962080"/>
            <a:ext cx="4905720" cy="9720"/>
          </a:xfrm>
          <a:custGeom>
            <a:avLst/>
            <a:gdLst/>
            <a:ahLst/>
            <a:rect l="0" t="0" r="r" b="b"/>
            <a:pathLst>
              <a:path w="13627" h="27">
                <a:moveTo>
                  <a:pt x="0" y="0"/>
                </a:moveTo>
                <a:lnTo>
                  <a:pt x="13627" y="0"/>
                </a:lnTo>
                <a:lnTo>
                  <a:pt x="136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1" name=""/>
          <p:cNvSpPr/>
          <p:nvPr/>
        </p:nvSpPr>
        <p:spPr>
          <a:xfrm>
            <a:off x="7391160" y="2962080"/>
            <a:ext cx="1972080" cy="9720"/>
          </a:xfrm>
          <a:custGeom>
            <a:avLst/>
            <a:gdLst/>
            <a:ahLst/>
            <a:rect l="0" t="0" r="r" b="b"/>
            <a:pathLst>
              <a:path w="5478" h="27">
                <a:moveTo>
                  <a:pt x="0" y="0"/>
                </a:moveTo>
                <a:lnTo>
                  <a:pt x="5478" y="0"/>
                </a:lnTo>
                <a:lnTo>
                  <a:pt x="54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2" name=""/>
          <p:cNvSpPr/>
          <p:nvPr/>
        </p:nvSpPr>
        <p:spPr>
          <a:xfrm>
            <a:off x="685440" y="339084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3" name=""/>
          <p:cNvSpPr/>
          <p:nvPr/>
        </p:nvSpPr>
        <p:spPr>
          <a:xfrm>
            <a:off x="2485800" y="3390840"/>
            <a:ext cx="4905720" cy="9720"/>
          </a:xfrm>
          <a:custGeom>
            <a:avLst/>
            <a:gdLst/>
            <a:ahLst/>
            <a:rect l="0" t="0" r="r" b="b"/>
            <a:pathLst>
              <a:path w="13627" h="27">
                <a:moveTo>
                  <a:pt x="0" y="0"/>
                </a:moveTo>
                <a:lnTo>
                  <a:pt x="13627" y="0"/>
                </a:lnTo>
                <a:lnTo>
                  <a:pt x="136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4" name=""/>
          <p:cNvSpPr/>
          <p:nvPr/>
        </p:nvSpPr>
        <p:spPr>
          <a:xfrm>
            <a:off x="7391160" y="3390840"/>
            <a:ext cx="1972080" cy="9720"/>
          </a:xfrm>
          <a:custGeom>
            <a:avLst/>
            <a:gdLst/>
            <a:ahLst/>
            <a:rect l="0" t="0" r="r" b="b"/>
            <a:pathLst>
              <a:path w="5478" h="27">
                <a:moveTo>
                  <a:pt x="0" y="0"/>
                </a:moveTo>
                <a:lnTo>
                  <a:pt x="5478" y="0"/>
                </a:lnTo>
                <a:lnTo>
                  <a:pt x="54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5" name=""/>
          <p:cNvSpPr/>
          <p:nvPr/>
        </p:nvSpPr>
        <p:spPr>
          <a:xfrm>
            <a:off x="685440" y="380988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6" name=""/>
          <p:cNvSpPr/>
          <p:nvPr/>
        </p:nvSpPr>
        <p:spPr>
          <a:xfrm>
            <a:off x="2485800" y="3809880"/>
            <a:ext cx="4905720" cy="9720"/>
          </a:xfrm>
          <a:custGeom>
            <a:avLst/>
            <a:gdLst/>
            <a:ahLst/>
            <a:rect l="0" t="0" r="r" b="b"/>
            <a:pathLst>
              <a:path w="13627" h="27">
                <a:moveTo>
                  <a:pt x="0" y="0"/>
                </a:moveTo>
                <a:lnTo>
                  <a:pt x="13627" y="0"/>
                </a:lnTo>
                <a:lnTo>
                  <a:pt x="136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7" name=""/>
          <p:cNvSpPr/>
          <p:nvPr/>
        </p:nvSpPr>
        <p:spPr>
          <a:xfrm>
            <a:off x="7391160" y="3809880"/>
            <a:ext cx="1972080" cy="9720"/>
          </a:xfrm>
          <a:custGeom>
            <a:avLst/>
            <a:gdLst/>
            <a:ahLst/>
            <a:rect l="0" t="0" r="r" b="b"/>
            <a:pathLst>
              <a:path w="5478" h="27">
                <a:moveTo>
                  <a:pt x="0" y="0"/>
                </a:moveTo>
                <a:lnTo>
                  <a:pt x="5478" y="0"/>
                </a:lnTo>
                <a:lnTo>
                  <a:pt x="54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8" name=""/>
          <p:cNvSpPr/>
          <p:nvPr/>
        </p:nvSpPr>
        <p:spPr>
          <a:xfrm>
            <a:off x="685440" y="4238280"/>
            <a:ext cx="1800720" cy="10080"/>
          </a:xfrm>
          <a:custGeom>
            <a:avLst/>
            <a:gdLst/>
            <a:ahLst/>
            <a:rect l="0" t="0" r="r" b="b"/>
            <a:pathLst>
              <a:path w="5002" h="28">
                <a:moveTo>
                  <a:pt x="0" y="0"/>
                </a:moveTo>
                <a:lnTo>
                  <a:pt x="5002" y="0"/>
                </a:lnTo>
                <a:lnTo>
                  <a:pt x="50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9" name=""/>
          <p:cNvSpPr/>
          <p:nvPr/>
        </p:nvSpPr>
        <p:spPr>
          <a:xfrm>
            <a:off x="2485800" y="4238280"/>
            <a:ext cx="4905720" cy="10080"/>
          </a:xfrm>
          <a:custGeom>
            <a:avLst/>
            <a:gdLst/>
            <a:ahLst/>
            <a:rect l="0" t="0" r="r" b="b"/>
            <a:pathLst>
              <a:path w="13627" h="28">
                <a:moveTo>
                  <a:pt x="0" y="0"/>
                </a:moveTo>
                <a:lnTo>
                  <a:pt x="13627" y="0"/>
                </a:lnTo>
                <a:lnTo>
                  <a:pt x="136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0" name=""/>
          <p:cNvSpPr/>
          <p:nvPr/>
        </p:nvSpPr>
        <p:spPr>
          <a:xfrm>
            <a:off x="7391160" y="4238280"/>
            <a:ext cx="1972080" cy="10080"/>
          </a:xfrm>
          <a:custGeom>
            <a:avLst/>
            <a:gdLst/>
            <a:ahLst/>
            <a:rect l="0" t="0" r="r" b="b"/>
            <a:pathLst>
              <a:path w="5478" h="28">
                <a:moveTo>
                  <a:pt x="0" y="0"/>
                </a:moveTo>
                <a:lnTo>
                  <a:pt x="5478" y="0"/>
                </a:lnTo>
                <a:lnTo>
                  <a:pt x="54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1" name=""/>
          <p:cNvSpPr/>
          <p:nvPr/>
        </p:nvSpPr>
        <p:spPr>
          <a:xfrm>
            <a:off x="685440" y="465768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2" name=""/>
          <p:cNvSpPr/>
          <p:nvPr/>
        </p:nvSpPr>
        <p:spPr>
          <a:xfrm>
            <a:off x="2485800" y="4657680"/>
            <a:ext cx="4905720" cy="9720"/>
          </a:xfrm>
          <a:custGeom>
            <a:avLst/>
            <a:gdLst/>
            <a:ahLst/>
            <a:rect l="0" t="0" r="r" b="b"/>
            <a:pathLst>
              <a:path w="13627" h="27">
                <a:moveTo>
                  <a:pt x="0" y="0"/>
                </a:moveTo>
                <a:lnTo>
                  <a:pt x="13627" y="0"/>
                </a:lnTo>
                <a:lnTo>
                  <a:pt x="136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3" name=""/>
          <p:cNvSpPr/>
          <p:nvPr/>
        </p:nvSpPr>
        <p:spPr>
          <a:xfrm>
            <a:off x="7391160" y="4657680"/>
            <a:ext cx="1972080" cy="9720"/>
          </a:xfrm>
          <a:custGeom>
            <a:avLst/>
            <a:gdLst/>
            <a:ahLst/>
            <a:rect l="0" t="0" r="r" b="b"/>
            <a:pathLst>
              <a:path w="5478" h="27">
                <a:moveTo>
                  <a:pt x="0" y="0"/>
                </a:moveTo>
                <a:lnTo>
                  <a:pt x="5478" y="0"/>
                </a:lnTo>
                <a:lnTo>
                  <a:pt x="54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4" name=""/>
          <p:cNvSpPr txBox="1"/>
          <p:nvPr/>
        </p:nvSpPr>
        <p:spPr>
          <a:xfrm>
            <a:off x="685800" y="996480"/>
            <a:ext cx="5152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C A R D   D   —   S Y S T E M   A G E N T S   ( M G M T   C L U S T E R )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5" name=""/>
          <p:cNvSpPr txBox="1"/>
          <p:nvPr/>
        </p:nvSpPr>
        <p:spPr>
          <a:xfrm>
            <a:off x="685800" y="1195920"/>
            <a:ext cx="1221084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Cluster-wide read · scheduled CronWorkflow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6" name=""/>
          <p:cNvSpPr txBox="1"/>
          <p:nvPr/>
        </p:nvSpPr>
        <p:spPr>
          <a:xfrm>
            <a:off x="685800" y="2247840"/>
            <a:ext cx="45108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AGENT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7" name=""/>
          <p:cNvSpPr txBox="1"/>
          <p:nvPr/>
        </p:nvSpPr>
        <p:spPr>
          <a:xfrm>
            <a:off x="2485440" y="2247840"/>
            <a:ext cx="18864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 P E C I A L I S T   S K I L L S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8" name=""/>
          <p:cNvSpPr/>
          <p:nvPr/>
        </p:nvSpPr>
        <p:spPr>
          <a:xfrm>
            <a:off x="685440" y="2657160"/>
            <a:ext cx="1257840" cy="209880"/>
          </a:xfrm>
          <a:custGeom>
            <a:avLst/>
            <a:gdLst/>
            <a:ahLst/>
            <a:rect l="0" t="0" r="r" b="b"/>
            <a:pathLst>
              <a:path w="3494" h="583">
                <a:moveTo>
                  <a:pt x="0" y="478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388" y="0"/>
                </a:lnTo>
                <a:cubicBezTo>
                  <a:pt x="3402" y="0"/>
                  <a:pt x="3416" y="3"/>
                  <a:pt x="3429" y="8"/>
                </a:cubicBezTo>
                <a:cubicBezTo>
                  <a:pt x="3442" y="14"/>
                  <a:pt x="3453" y="21"/>
                  <a:pt x="3463" y="31"/>
                </a:cubicBezTo>
                <a:cubicBezTo>
                  <a:pt x="3473" y="41"/>
                  <a:pt x="3481" y="53"/>
                  <a:pt x="3486" y="66"/>
                </a:cubicBezTo>
                <a:cubicBezTo>
                  <a:pt x="3491" y="79"/>
                  <a:pt x="3494" y="92"/>
                  <a:pt x="3494" y="106"/>
                </a:cubicBezTo>
                <a:lnTo>
                  <a:pt x="3494" y="478"/>
                </a:lnTo>
                <a:cubicBezTo>
                  <a:pt x="3494" y="492"/>
                  <a:pt x="3491" y="505"/>
                  <a:pt x="3486" y="518"/>
                </a:cubicBezTo>
                <a:cubicBezTo>
                  <a:pt x="3481" y="531"/>
                  <a:pt x="3473" y="543"/>
                  <a:pt x="3463" y="552"/>
                </a:cubicBezTo>
                <a:cubicBezTo>
                  <a:pt x="3453" y="562"/>
                  <a:pt x="3442" y="570"/>
                  <a:pt x="3429" y="575"/>
                </a:cubicBezTo>
                <a:cubicBezTo>
                  <a:pt x="3416" y="581"/>
                  <a:pt x="3402" y="583"/>
                  <a:pt x="3388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2" y="543"/>
                  <a:pt x="14" y="531"/>
                  <a:pt x="9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9" name=""/>
          <p:cNvSpPr txBox="1"/>
          <p:nvPr/>
        </p:nvSpPr>
        <p:spPr>
          <a:xfrm>
            <a:off x="7392600" y="2247840"/>
            <a:ext cx="61848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M OST LY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0" name=""/>
          <p:cNvSpPr/>
          <p:nvPr/>
        </p:nvSpPr>
        <p:spPr>
          <a:xfrm>
            <a:off x="2485800" y="2657160"/>
            <a:ext cx="1648080" cy="209880"/>
          </a:xfrm>
          <a:custGeom>
            <a:avLst/>
            <a:gdLst/>
            <a:ahLst/>
            <a:rect l="0" t="0" r="r" b="b"/>
            <a:pathLst>
              <a:path w="4578" h="583">
                <a:moveTo>
                  <a:pt x="0" y="47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472" y="0"/>
                </a:lnTo>
                <a:cubicBezTo>
                  <a:pt x="4486" y="0"/>
                  <a:pt x="4499" y="3"/>
                  <a:pt x="4512" y="8"/>
                </a:cubicBezTo>
                <a:cubicBezTo>
                  <a:pt x="4525" y="14"/>
                  <a:pt x="4536" y="21"/>
                  <a:pt x="4547" y="31"/>
                </a:cubicBezTo>
                <a:cubicBezTo>
                  <a:pt x="4557" y="41"/>
                  <a:pt x="4565" y="53"/>
                  <a:pt x="4570" y="66"/>
                </a:cubicBezTo>
                <a:cubicBezTo>
                  <a:pt x="4576" y="79"/>
                  <a:pt x="4578" y="92"/>
                  <a:pt x="4578" y="106"/>
                </a:cubicBezTo>
                <a:lnTo>
                  <a:pt x="4578" y="478"/>
                </a:lnTo>
                <a:cubicBezTo>
                  <a:pt x="4578" y="492"/>
                  <a:pt x="4576" y="505"/>
                  <a:pt x="4570" y="518"/>
                </a:cubicBezTo>
                <a:cubicBezTo>
                  <a:pt x="4565" y="531"/>
                  <a:pt x="4557" y="543"/>
                  <a:pt x="4547" y="552"/>
                </a:cubicBezTo>
                <a:cubicBezTo>
                  <a:pt x="4536" y="562"/>
                  <a:pt x="4525" y="570"/>
                  <a:pt x="4512" y="575"/>
                </a:cubicBezTo>
                <a:cubicBezTo>
                  <a:pt x="4499" y="581"/>
                  <a:pt x="4486" y="583"/>
                  <a:pt x="4472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3"/>
                  <a:pt x="14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1" name=""/>
          <p:cNvSpPr txBox="1"/>
          <p:nvPr/>
        </p:nvSpPr>
        <p:spPr>
          <a:xfrm>
            <a:off x="762120" y="2688480"/>
            <a:ext cx="11055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incident-agent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2" name=""/>
          <p:cNvSpPr txBox="1"/>
          <p:nvPr/>
        </p:nvSpPr>
        <p:spPr>
          <a:xfrm>
            <a:off x="2561760" y="2688480"/>
            <a:ext cx="15001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incident-correlator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3" name=""/>
          <p:cNvSpPr/>
          <p:nvPr/>
        </p:nvSpPr>
        <p:spPr>
          <a:xfrm>
            <a:off x="4238280" y="2657160"/>
            <a:ext cx="1562760" cy="209880"/>
          </a:xfrm>
          <a:custGeom>
            <a:avLst/>
            <a:gdLst/>
            <a:ahLst/>
            <a:rect l="0" t="0" r="r" b="b"/>
            <a:pathLst>
              <a:path w="4341" h="583">
                <a:moveTo>
                  <a:pt x="0" y="478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235" y="0"/>
                </a:lnTo>
                <a:cubicBezTo>
                  <a:pt x="4249" y="0"/>
                  <a:pt x="4262" y="3"/>
                  <a:pt x="4275" y="8"/>
                </a:cubicBezTo>
                <a:cubicBezTo>
                  <a:pt x="4288" y="14"/>
                  <a:pt x="4300" y="21"/>
                  <a:pt x="4310" y="31"/>
                </a:cubicBezTo>
                <a:cubicBezTo>
                  <a:pt x="4320" y="41"/>
                  <a:pt x="4327" y="53"/>
                  <a:pt x="4333" y="66"/>
                </a:cubicBezTo>
                <a:cubicBezTo>
                  <a:pt x="4338" y="79"/>
                  <a:pt x="4341" y="92"/>
                  <a:pt x="4341" y="106"/>
                </a:cubicBezTo>
                <a:lnTo>
                  <a:pt x="4341" y="478"/>
                </a:lnTo>
                <a:cubicBezTo>
                  <a:pt x="4341" y="492"/>
                  <a:pt x="4338" y="505"/>
                  <a:pt x="4333" y="518"/>
                </a:cubicBezTo>
                <a:cubicBezTo>
                  <a:pt x="4327" y="531"/>
                  <a:pt x="4320" y="543"/>
                  <a:pt x="4310" y="552"/>
                </a:cubicBezTo>
                <a:cubicBezTo>
                  <a:pt x="4300" y="562"/>
                  <a:pt x="4288" y="570"/>
                  <a:pt x="4275" y="575"/>
                </a:cubicBezTo>
                <a:cubicBezTo>
                  <a:pt x="4262" y="581"/>
                  <a:pt x="4249" y="583"/>
                  <a:pt x="4235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2" y="543"/>
                  <a:pt x="14" y="531"/>
                  <a:pt x="9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4" name=""/>
          <p:cNvSpPr txBox="1"/>
          <p:nvPr/>
        </p:nvSpPr>
        <p:spPr>
          <a:xfrm>
            <a:off x="4132800" y="26510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5" name=""/>
          <p:cNvSpPr txBox="1"/>
          <p:nvPr/>
        </p:nvSpPr>
        <p:spPr>
          <a:xfrm>
            <a:off x="4312080" y="2688480"/>
            <a:ext cx="14209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severity-escalator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6" name=""/>
          <p:cNvSpPr/>
          <p:nvPr/>
        </p:nvSpPr>
        <p:spPr>
          <a:xfrm>
            <a:off x="5905440" y="2657160"/>
            <a:ext cx="1333800" cy="209880"/>
          </a:xfrm>
          <a:custGeom>
            <a:avLst/>
            <a:gdLst/>
            <a:ahLst/>
            <a:rect l="0" t="0" r="r" b="b"/>
            <a:pathLst>
              <a:path w="3705" h="583">
                <a:moveTo>
                  <a:pt x="0" y="478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599" y="0"/>
                </a:lnTo>
                <a:cubicBezTo>
                  <a:pt x="3613" y="0"/>
                  <a:pt x="3627" y="3"/>
                  <a:pt x="3639" y="8"/>
                </a:cubicBezTo>
                <a:cubicBezTo>
                  <a:pt x="3652" y="14"/>
                  <a:pt x="3664" y="21"/>
                  <a:pt x="3674" y="31"/>
                </a:cubicBezTo>
                <a:cubicBezTo>
                  <a:pt x="3684" y="41"/>
                  <a:pt x="3691" y="53"/>
                  <a:pt x="3697" y="66"/>
                </a:cubicBezTo>
                <a:cubicBezTo>
                  <a:pt x="3702" y="79"/>
                  <a:pt x="3705" y="92"/>
                  <a:pt x="3705" y="106"/>
                </a:cubicBezTo>
                <a:lnTo>
                  <a:pt x="3705" y="478"/>
                </a:lnTo>
                <a:cubicBezTo>
                  <a:pt x="3705" y="492"/>
                  <a:pt x="3702" y="505"/>
                  <a:pt x="3697" y="518"/>
                </a:cubicBezTo>
                <a:cubicBezTo>
                  <a:pt x="3691" y="531"/>
                  <a:pt x="3684" y="543"/>
                  <a:pt x="3674" y="552"/>
                </a:cubicBezTo>
                <a:cubicBezTo>
                  <a:pt x="3664" y="562"/>
                  <a:pt x="3652" y="570"/>
                  <a:pt x="3639" y="575"/>
                </a:cubicBezTo>
                <a:cubicBezTo>
                  <a:pt x="3627" y="581"/>
                  <a:pt x="3613" y="583"/>
                  <a:pt x="3599" y="583"/>
                </a:cubicBezTo>
                <a:lnTo>
                  <a:pt x="105" y="583"/>
                </a:lnTo>
                <a:cubicBezTo>
                  <a:pt x="91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3"/>
                  <a:pt x="13" y="531"/>
                  <a:pt x="8" y="518"/>
                </a:cubicBezTo>
                <a:cubicBezTo>
                  <a:pt x="2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7" name=""/>
          <p:cNvSpPr txBox="1"/>
          <p:nvPr/>
        </p:nvSpPr>
        <p:spPr>
          <a:xfrm>
            <a:off x="5804640" y="26510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8" name=""/>
          <p:cNvSpPr txBox="1"/>
          <p:nvPr/>
        </p:nvSpPr>
        <p:spPr>
          <a:xfrm>
            <a:off x="5983920" y="2688480"/>
            <a:ext cx="11844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mttr-calculator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9" name=""/>
          <p:cNvSpPr/>
          <p:nvPr/>
        </p:nvSpPr>
        <p:spPr>
          <a:xfrm>
            <a:off x="685440" y="3076560"/>
            <a:ext cx="1095840" cy="209880"/>
          </a:xfrm>
          <a:custGeom>
            <a:avLst/>
            <a:gdLst/>
            <a:ahLst/>
            <a:rect l="0" t="0" r="r" b="b"/>
            <a:pathLst>
              <a:path w="3044" h="583">
                <a:moveTo>
                  <a:pt x="0" y="477"/>
                </a:moveTo>
                <a:lnTo>
                  <a:pt x="0" y="105"/>
                </a:ln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938" y="0"/>
                </a:lnTo>
                <a:cubicBezTo>
                  <a:pt x="2952" y="0"/>
                  <a:pt x="2966" y="2"/>
                  <a:pt x="2979" y="8"/>
                </a:cubicBezTo>
                <a:cubicBezTo>
                  <a:pt x="2992" y="13"/>
                  <a:pt x="3003" y="21"/>
                  <a:pt x="3013" y="31"/>
                </a:cubicBezTo>
                <a:cubicBezTo>
                  <a:pt x="3023" y="40"/>
                  <a:pt x="3031" y="52"/>
                  <a:pt x="3036" y="65"/>
                </a:cubicBezTo>
                <a:cubicBezTo>
                  <a:pt x="3042" y="78"/>
                  <a:pt x="3044" y="91"/>
                  <a:pt x="3044" y="105"/>
                </a:cubicBezTo>
                <a:lnTo>
                  <a:pt x="3044" y="477"/>
                </a:lnTo>
                <a:cubicBezTo>
                  <a:pt x="3044" y="491"/>
                  <a:pt x="3042" y="504"/>
                  <a:pt x="3036" y="517"/>
                </a:cubicBezTo>
                <a:cubicBezTo>
                  <a:pt x="3031" y="530"/>
                  <a:pt x="3023" y="542"/>
                  <a:pt x="3013" y="552"/>
                </a:cubicBezTo>
                <a:cubicBezTo>
                  <a:pt x="3003" y="562"/>
                  <a:pt x="2992" y="569"/>
                  <a:pt x="2979" y="575"/>
                </a:cubicBezTo>
                <a:cubicBezTo>
                  <a:pt x="2966" y="580"/>
                  <a:pt x="2952" y="583"/>
                  <a:pt x="2938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2" y="542"/>
                  <a:pt x="14" y="530"/>
                  <a:pt x="9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0" name=""/>
          <p:cNvSpPr txBox="1"/>
          <p:nvPr/>
        </p:nvSpPr>
        <p:spPr>
          <a:xfrm>
            <a:off x="7392600" y="2651040"/>
            <a:ext cx="14616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Process management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1" name=""/>
          <p:cNvSpPr/>
          <p:nvPr/>
        </p:nvSpPr>
        <p:spPr>
          <a:xfrm>
            <a:off x="2485800" y="3076560"/>
            <a:ext cx="1333800" cy="209880"/>
          </a:xfrm>
          <a:custGeom>
            <a:avLst/>
            <a:gdLst/>
            <a:ahLst/>
            <a:rect l="0" t="0" r="r" b="b"/>
            <a:pathLst>
              <a:path w="3705" h="583">
                <a:moveTo>
                  <a:pt x="0" y="477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599" y="0"/>
                </a:lnTo>
                <a:cubicBezTo>
                  <a:pt x="3613" y="0"/>
                  <a:pt x="3627" y="2"/>
                  <a:pt x="3640" y="8"/>
                </a:cubicBezTo>
                <a:cubicBezTo>
                  <a:pt x="3653" y="13"/>
                  <a:pt x="3664" y="21"/>
                  <a:pt x="3674" y="31"/>
                </a:cubicBezTo>
                <a:cubicBezTo>
                  <a:pt x="3684" y="40"/>
                  <a:pt x="3692" y="52"/>
                  <a:pt x="3697" y="65"/>
                </a:cubicBezTo>
                <a:cubicBezTo>
                  <a:pt x="3703" y="78"/>
                  <a:pt x="3705" y="91"/>
                  <a:pt x="3705" y="105"/>
                </a:cubicBezTo>
                <a:lnTo>
                  <a:pt x="3705" y="477"/>
                </a:lnTo>
                <a:cubicBezTo>
                  <a:pt x="3705" y="491"/>
                  <a:pt x="3703" y="504"/>
                  <a:pt x="3697" y="517"/>
                </a:cubicBezTo>
                <a:cubicBezTo>
                  <a:pt x="3692" y="530"/>
                  <a:pt x="3684" y="542"/>
                  <a:pt x="3674" y="552"/>
                </a:cubicBezTo>
                <a:cubicBezTo>
                  <a:pt x="3664" y="562"/>
                  <a:pt x="3653" y="569"/>
                  <a:pt x="3640" y="575"/>
                </a:cubicBezTo>
                <a:cubicBezTo>
                  <a:pt x="3627" y="580"/>
                  <a:pt x="3613" y="583"/>
                  <a:pt x="3599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4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2" name=""/>
          <p:cNvSpPr txBox="1"/>
          <p:nvPr/>
        </p:nvSpPr>
        <p:spPr>
          <a:xfrm>
            <a:off x="762120" y="3107880"/>
            <a:ext cx="9475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change-agent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3" name=""/>
          <p:cNvSpPr txBox="1"/>
          <p:nvPr/>
        </p:nvSpPr>
        <p:spPr>
          <a:xfrm>
            <a:off x="2561760" y="3107880"/>
            <a:ext cx="11844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rollout-watcher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4" name=""/>
          <p:cNvSpPr/>
          <p:nvPr/>
        </p:nvSpPr>
        <p:spPr>
          <a:xfrm>
            <a:off x="3924000" y="3076560"/>
            <a:ext cx="1486440" cy="209880"/>
          </a:xfrm>
          <a:custGeom>
            <a:avLst/>
            <a:gdLst/>
            <a:ahLst/>
            <a:rect l="0" t="0" r="r" b="b"/>
            <a:pathLst>
              <a:path w="4129" h="583">
                <a:moveTo>
                  <a:pt x="0" y="477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4023" y="0"/>
                </a:lnTo>
                <a:cubicBezTo>
                  <a:pt x="4037" y="0"/>
                  <a:pt x="4051" y="2"/>
                  <a:pt x="4063" y="8"/>
                </a:cubicBezTo>
                <a:cubicBezTo>
                  <a:pt x="4076" y="13"/>
                  <a:pt x="4088" y="21"/>
                  <a:pt x="4098" y="31"/>
                </a:cubicBezTo>
                <a:cubicBezTo>
                  <a:pt x="4108" y="40"/>
                  <a:pt x="4115" y="52"/>
                  <a:pt x="4121" y="65"/>
                </a:cubicBezTo>
                <a:cubicBezTo>
                  <a:pt x="4126" y="78"/>
                  <a:pt x="4129" y="91"/>
                  <a:pt x="4129" y="105"/>
                </a:cubicBezTo>
                <a:lnTo>
                  <a:pt x="4129" y="477"/>
                </a:lnTo>
                <a:cubicBezTo>
                  <a:pt x="4129" y="491"/>
                  <a:pt x="4126" y="504"/>
                  <a:pt x="4121" y="517"/>
                </a:cubicBezTo>
                <a:cubicBezTo>
                  <a:pt x="4115" y="530"/>
                  <a:pt x="4108" y="542"/>
                  <a:pt x="4098" y="552"/>
                </a:cubicBezTo>
                <a:cubicBezTo>
                  <a:pt x="4088" y="562"/>
                  <a:pt x="4076" y="569"/>
                  <a:pt x="4063" y="575"/>
                </a:cubicBezTo>
                <a:cubicBezTo>
                  <a:pt x="4051" y="580"/>
                  <a:pt x="4037" y="583"/>
                  <a:pt x="4023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1" y="542"/>
                  <a:pt x="14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5" name=""/>
          <p:cNvSpPr txBox="1"/>
          <p:nvPr/>
        </p:nvSpPr>
        <p:spPr>
          <a:xfrm>
            <a:off x="3818160" y="307008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6" name=""/>
          <p:cNvSpPr txBox="1"/>
          <p:nvPr/>
        </p:nvSpPr>
        <p:spPr>
          <a:xfrm>
            <a:off x="3997440" y="3107880"/>
            <a:ext cx="13420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canary-comparator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7" name=""/>
          <p:cNvSpPr/>
          <p:nvPr/>
        </p:nvSpPr>
        <p:spPr>
          <a:xfrm>
            <a:off x="5514840" y="3076560"/>
            <a:ext cx="1648080" cy="209880"/>
          </a:xfrm>
          <a:custGeom>
            <a:avLst/>
            <a:gdLst/>
            <a:ahLst/>
            <a:rect l="0" t="0" r="r" b="b"/>
            <a:pathLst>
              <a:path w="4578" h="583">
                <a:moveTo>
                  <a:pt x="0" y="477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472" y="0"/>
                </a:lnTo>
                <a:cubicBezTo>
                  <a:pt x="4486" y="0"/>
                  <a:pt x="4500" y="2"/>
                  <a:pt x="4513" y="8"/>
                </a:cubicBezTo>
                <a:cubicBezTo>
                  <a:pt x="4526" y="13"/>
                  <a:pt x="4537" y="21"/>
                  <a:pt x="4547" y="31"/>
                </a:cubicBezTo>
                <a:cubicBezTo>
                  <a:pt x="4557" y="40"/>
                  <a:pt x="4565" y="52"/>
                  <a:pt x="4570" y="65"/>
                </a:cubicBezTo>
                <a:cubicBezTo>
                  <a:pt x="4575" y="78"/>
                  <a:pt x="4578" y="91"/>
                  <a:pt x="4578" y="105"/>
                </a:cubicBezTo>
                <a:lnTo>
                  <a:pt x="4578" y="477"/>
                </a:lnTo>
                <a:cubicBezTo>
                  <a:pt x="4578" y="491"/>
                  <a:pt x="4575" y="504"/>
                  <a:pt x="4570" y="517"/>
                </a:cubicBezTo>
                <a:cubicBezTo>
                  <a:pt x="4565" y="530"/>
                  <a:pt x="4557" y="542"/>
                  <a:pt x="4547" y="552"/>
                </a:cubicBezTo>
                <a:cubicBezTo>
                  <a:pt x="4537" y="562"/>
                  <a:pt x="4526" y="569"/>
                  <a:pt x="4513" y="575"/>
                </a:cubicBezTo>
                <a:cubicBezTo>
                  <a:pt x="4500" y="580"/>
                  <a:pt x="4486" y="583"/>
                  <a:pt x="4472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8" name=""/>
          <p:cNvSpPr txBox="1"/>
          <p:nvPr/>
        </p:nvSpPr>
        <p:spPr>
          <a:xfrm>
            <a:off x="5411160" y="307008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9" name=""/>
          <p:cNvSpPr txBox="1"/>
          <p:nvPr/>
        </p:nvSpPr>
        <p:spPr>
          <a:xfrm>
            <a:off x="5590440" y="3107880"/>
            <a:ext cx="15001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argocd-sync-checker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0" name=""/>
          <p:cNvSpPr/>
          <p:nvPr/>
        </p:nvSpPr>
        <p:spPr>
          <a:xfrm>
            <a:off x="685440" y="3504960"/>
            <a:ext cx="1410120" cy="209880"/>
          </a:xfrm>
          <a:custGeom>
            <a:avLst/>
            <a:gdLst/>
            <a:ahLst/>
            <a:rect l="0" t="0" r="r" b="b"/>
            <a:pathLst>
              <a:path w="3917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lnTo>
                  <a:pt x="3811" y="0"/>
                </a:lnTo>
                <a:cubicBezTo>
                  <a:pt x="3826" y="0"/>
                  <a:pt x="3839" y="3"/>
                  <a:pt x="3852" y="8"/>
                </a:cubicBezTo>
                <a:cubicBezTo>
                  <a:pt x="3865" y="14"/>
                  <a:pt x="3876" y="21"/>
                  <a:pt x="3886" y="31"/>
                </a:cubicBezTo>
                <a:cubicBezTo>
                  <a:pt x="3896" y="41"/>
                  <a:pt x="3904" y="53"/>
                  <a:pt x="3909" y="65"/>
                </a:cubicBezTo>
                <a:cubicBezTo>
                  <a:pt x="3915" y="78"/>
                  <a:pt x="3917" y="92"/>
                  <a:pt x="3917" y="106"/>
                </a:cubicBezTo>
                <a:lnTo>
                  <a:pt x="3917" y="477"/>
                </a:lnTo>
                <a:cubicBezTo>
                  <a:pt x="3917" y="491"/>
                  <a:pt x="3915" y="505"/>
                  <a:pt x="3909" y="518"/>
                </a:cubicBezTo>
                <a:cubicBezTo>
                  <a:pt x="3904" y="531"/>
                  <a:pt x="3896" y="542"/>
                  <a:pt x="3886" y="552"/>
                </a:cubicBezTo>
                <a:cubicBezTo>
                  <a:pt x="3876" y="562"/>
                  <a:pt x="3865" y="570"/>
                  <a:pt x="3852" y="575"/>
                </a:cubicBezTo>
                <a:cubicBezTo>
                  <a:pt x="3839" y="581"/>
                  <a:pt x="3826" y="583"/>
                  <a:pt x="3811" y="583"/>
                </a:cubicBezTo>
                <a:lnTo>
                  <a:pt x="107" y="583"/>
                </a:lnTo>
                <a:cubicBezTo>
                  <a:pt x="93" y="583"/>
                  <a:pt x="80" y="581"/>
                  <a:pt x="67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2" y="542"/>
                  <a:pt x="14" y="531"/>
                  <a:pt x="9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1" name=""/>
          <p:cNvSpPr txBox="1"/>
          <p:nvPr/>
        </p:nvSpPr>
        <p:spPr>
          <a:xfrm>
            <a:off x="7392600" y="3070080"/>
            <a:ext cx="1254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Deployment health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2" name=""/>
          <p:cNvSpPr/>
          <p:nvPr/>
        </p:nvSpPr>
        <p:spPr>
          <a:xfrm>
            <a:off x="2485800" y="3504960"/>
            <a:ext cx="2038680" cy="209880"/>
          </a:xfrm>
          <a:custGeom>
            <a:avLst/>
            <a:gdLst/>
            <a:ahLst/>
            <a:rect l="0" t="0" r="r" b="b"/>
            <a:pathLst>
              <a:path w="5663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557" y="0"/>
                </a:lnTo>
                <a:cubicBezTo>
                  <a:pt x="5571" y="0"/>
                  <a:pt x="5585" y="3"/>
                  <a:pt x="5598" y="8"/>
                </a:cubicBezTo>
                <a:cubicBezTo>
                  <a:pt x="5611" y="14"/>
                  <a:pt x="5622" y="21"/>
                  <a:pt x="5632" y="31"/>
                </a:cubicBezTo>
                <a:cubicBezTo>
                  <a:pt x="5642" y="41"/>
                  <a:pt x="5650" y="53"/>
                  <a:pt x="5655" y="65"/>
                </a:cubicBezTo>
                <a:cubicBezTo>
                  <a:pt x="5661" y="78"/>
                  <a:pt x="5663" y="92"/>
                  <a:pt x="5663" y="106"/>
                </a:cubicBezTo>
                <a:lnTo>
                  <a:pt x="5663" y="477"/>
                </a:lnTo>
                <a:cubicBezTo>
                  <a:pt x="5663" y="491"/>
                  <a:pt x="5661" y="505"/>
                  <a:pt x="5655" y="518"/>
                </a:cubicBezTo>
                <a:cubicBezTo>
                  <a:pt x="5650" y="531"/>
                  <a:pt x="5642" y="542"/>
                  <a:pt x="5632" y="552"/>
                </a:cubicBezTo>
                <a:cubicBezTo>
                  <a:pt x="5622" y="562"/>
                  <a:pt x="5611" y="570"/>
                  <a:pt x="5598" y="575"/>
                </a:cubicBezTo>
                <a:cubicBezTo>
                  <a:pt x="5585" y="581"/>
                  <a:pt x="5571" y="583"/>
                  <a:pt x="5557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3" name=""/>
          <p:cNvSpPr txBox="1"/>
          <p:nvPr/>
        </p:nvSpPr>
        <p:spPr>
          <a:xfrm>
            <a:off x="762120" y="3536280"/>
            <a:ext cx="1263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compliance-agent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4" name=""/>
          <p:cNvSpPr txBox="1"/>
          <p:nvPr/>
        </p:nvSpPr>
        <p:spPr>
          <a:xfrm>
            <a:off x="2561760" y="3536280"/>
            <a:ext cx="18943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weekly-compliance-report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5" name=""/>
          <p:cNvSpPr/>
          <p:nvPr/>
        </p:nvSpPr>
        <p:spPr>
          <a:xfrm>
            <a:off x="4628880" y="3504960"/>
            <a:ext cx="1962720" cy="209880"/>
          </a:xfrm>
          <a:custGeom>
            <a:avLst/>
            <a:gdLst/>
            <a:ahLst/>
            <a:rect l="0" t="0" r="r" b="b"/>
            <a:pathLst>
              <a:path w="5452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346" y="0"/>
                </a:lnTo>
                <a:cubicBezTo>
                  <a:pt x="5360" y="0"/>
                  <a:pt x="5373" y="3"/>
                  <a:pt x="5386" y="8"/>
                </a:cubicBezTo>
                <a:cubicBezTo>
                  <a:pt x="5399" y="14"/>
                  <a:pt x="5411" y="21"/>
                  <a:pt x="5421" y="31"/>
                </a:cubicBezTo>
                <a:cubicBezTo>
                  <a:pt x="5431" y="41"/>
                  <a:pt x="5438" y="53"/>
                  <a:pt x="5444" y="65"/>
                </a:cubicBezTo>
                <a:cubicBezTo>
                  <a:pt x="5449" y="78"/>
                  <a:pt x="5452" y="92"/>
                  <a:pt x="5452" y="106"/>
                </a:cubicBezTo>
                <a:lnTo>
                  <a:pt x="5452" y="477"/>
                </a:lnTo>
                <a:cubicBezTo>
                  <a:pt x="5452" y="491"/>
                  <a:pt x="5449" y="505"/>
                  <a:pt x="5444" y="518"/>
                </a:cubicBezTo>
                <a:cubicBezTo>
                  <a:pt x="5438" y="531"/>
                  <a:pt x="5431" y="542"/>
                  <a:pt x="5421" y="552"/>
                </a:cubicBezTo>
                <a:cubicBezTo>
                  <a:pt x="5411" y="562"/>
                  <a:pt x="5399" y="570"/>
                  <a:pt x="5386" y="575"/>
                </a:cubicBezTo>
                <a:cubicBezTo>
                  <a:pt x="5373" y="581"/>
                  <a:pt x="5360" y="583"/>
                  <a:pt x="5346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6" name=""/>
          <p:cNvSpPr txBox="1"/>
          <p:nvPr/>
        </p:nvSpPr>
        <p:spPr>
          <a:xfrm>
            <a:off x="4526280" y="34988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7" name=""/>
          <p:cNvSpPr txBox="1"/>
          <p:nvPr/>
        </p:nvSpPr>
        <p:spPr>
          <a:xfrm>
            <a:off x="4705560" y="3536280"/>
            <a:ext cx="18154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audit-evidence-exporter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8" name=""/>
          <p:cNvSpPr/>
          <p:nvPr/>
        </p:nvSpPr>
        <p:spPr>
          <a:xfrm>
            <a:off x="685440" y="3924000"/>
            <a:ext cx="943560" cy="209880"/>
          </a:xfrm>
          <a:custGeom>
            <a:avLst/>
            <a:gdLst/>
            <a:ahLst/>
            <a:rect l="0" t="0" r="r" b="b"/>
            <a:pathLst>
              <a:path w="2621" h="583">
                <a:moveTo>
                  <a:pt x="0" y="478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515" y="0"/>
                </a:lnTo>
                <a:cubicBezTo>
                  <a:pt x="2529" y="0"/>
                  <a:pt x="2543" y="3"/>
                  <a:pt x="2556" y="8"/>
                </a:cubicBezTo>
                <a:cubicBezTo>
                  <a:pt x="2569" y="14"/>
                  <a:pt x="2580" y="21"/>
                  <a:pt x="2590" y="31"/>
                </a:cubicBezTo>
                <a:cubicBezTo>
                  <a:pt x="2600" y="41"/>
                  <a:pt x="2607" y="53"/>
                  <a:pt x="2613" y="66"/>
                </a:cubicBezTo>
                <a:cubicBezTo>
                  <a:pt x="2618" y="79"/>
                  <a:pt x="2621" y="92"/>
                  <a:pt x="2621" y="106"/>
                </a:cubicBezTo>
                <a:lnTo>
                  <a:pt x="2621" y="478"/>
                </a:lnTo>
                <a:cubicBezTo>
                  <a:pt x="2621" y="492"/>
                  <a:pt x="2618" y="505"/>
                  <a:pt x="2613" y="518"/>
                </a:cubicBezTo>
                <a:cubicBezTo>
                  <a:pt x="2607" y="531"/>
                  <a:pt x="2600" y="542"/>
                  <a:pt x="2590" y="552"/>
                </a:cubicBezTo>
                <a:cubicBezTo>
                  <a:pt x="2580" y="562"/>
                  <a:pt x="2569" y="570"/>
                  <a:pt x="2556" y="575"/>
                </a:cubicBezTo>
                <a:cubicBezTo>
                  <a:pt x="2543" y="581"/>
                  <a:pt x="2529" y="583"/>
                  <a:pt x="2515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2" y="542"/>
                  <a:pt x="14" y="531"/>
                  <a:pt x="9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9" name=""/>
          <p:cNvSpPr txBox="1"/>
          <p:nvPr/>
        </p:nvSpPr>
        <p:spPr>
          <a:xfrm>
            <a:off x="7392600" y="3498840"/>
            <a:ext cx="1460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Reports + scorecards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0" name=""/>
          <p:cNvSpPr/>
          <p:nvPr/>
        </p:nvSpPr>
        <p:spPr>
          <a:xfrm>
            <a:off x="2485800" y="3924000"/>
            <a:ext cx="1572120" cy="209880"/>
          </a:xfrm>
          <a:custGeom>
            <a:avLst/>
            <a:gdLst/>
            <a:ahLst/>
            <a:rect l="0" t="0" r="r" b="b"/>
            <a:pathLst>
              <a:path w="4367" h="583">
                <a:moveTo>
                  <a:pt x="0" y="47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261" y="0"/>
                </a:lnTo>
                <a:cubicBezTo>
                  <a:pt x="4275" y="0"/>
                  <a:pt x="4288" y="3"/>
                  <a:pt x="4301" y="8"/>
                </a:cubicBezTo>
                <a:cubicBezTo>
                  <a:pt x="4314" y="14"/>
                  <a:pt x="4326" y="21"/>
                  <a:pt x="4336" y="31"/>
                </a:cubicBezTo>
                <a:cubicBezTo>
                  <a:pt x="4346" y="41"/>
                  <a:pt x="4353" y="53"/>
                  <a:pt x="4359" y="66"/>
                </a:cubicBezTo>
                <a:cubicBezTo>
                  <a:pt x="4364" y="79"/>
                  <a:pt x="4367" y="92"/>
                  <a:pt x="4367" y="106"/>
                </a:cubicBezTo>
                <a:lnTo>
                  <a:pt x="4367" y="478"/>
                </a:lnTo>
                <a:cubicBezTo>
                  <a:pt x="4367" y="492"/>
                  <a:pt x="4364" y="505"/>
                  <a:pt x="4359" y="518"/>
                </a:cubicBezTo>
                <a:cubicBezTo>
                  <a:pt x="4353" y="531"/>
                  <a:pt x="4346" y="542"/>
                  <a:pt x="4336" y="552"/>
                </a:cubicBezTo>
                <a:cubicBezTo>
                  <a:pt x="4326" y="562"/>
                  <a:pt x="4314" y="570"/>
                  <a:pt x="4301" y="575"/>
                </a:cubicBezTo>
                <a:cubicBezTo>
                  <a:pt x="4288" y="581"/>
                  <a:pt x="4275" y="583"/>
                  <a:pt x="4261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1" name=""/>
          <p:cNvSpPr txBox="1"/>
          <p:nvPr/>
        </p:nvSpPr>
        <p:spPr>
          <a:xfrm>
            <a:off x="762120" y="3955320"/>
            <a:ext cx="7898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cost-agent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2" name=""/>
          <p:cNvSpPr txBox="1"/>
          <p:nvPr/>
        </p:nvSpPr>
        <p:spPr>
          <a:xfrm>
            <a:off x="2561760" y="3955320"/>
            <a:ext cx="14209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weekly-cost-report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3" name=""/>
          <p:cNvSpPr/>
          <p:nvPr/>
        </p:nvSpPr>
        <p:spPr>
          <a:xfrm>
            <a:off x="4152600" y="3924000"/>
            <a:ext cx="2048400" cy="209880"/>
          </a:xfrm>
          <a:custGeom>
            <a:avLst/>
            <a:gdLst/>
            <a:ahLst/>
            <a:rect l="0" t="0" r="r" b="b"/>
            <a:pathLst>
              <a:path w="5690" h="583">
                <a:moveTo>
                  <a:pt x="0" y="47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584" y="0"/>
                </a:lnTo>
                <a:cubicBezTo>
                  <a:pt x="5598" y="0"/>
                  <a:pt x="5612" y="3"/>
                  <a:pt x="5625" y="8"/>
                </a:cubicBezTo>
                <a:cubicBezTo>
                  <a:pt x="5638" y="14"/>
                  <a:pt x="5649" y="21"/>
                  <a:pt x="5659" y="31"/>
                </a:cubicBezTo>
                <a:cubicBezTo>
                  <a:pt x="5669" y="41"/>
                  <a:pt x="5676" y="53"/>
                  <a:pt x="5682" y="66"/>
                </a:cubicBezTo>
                <a:cubicBezTo>
                  <a:pt x="5687" y="79"/>
                  <a:pt x="5690" y="92"/>
                  <a:pt x="5690" y="106"/>
                </a:cubicBezTo>
                <a:lnTo>
                  <a:pt x="5690" y="478"/>
                </a:lnTo>
                <a:cubicBezTo>
                  <a:pt x="5690" y="492"/>
                  <a:pt x="5687" y="505"/>
                  <a:pt x="5682" y="518"/>
                </a:cubicBezTo>
                <a:cubicBezTo>
                  <a:pt x="5676" y="531"/>
                  <a:pt x="5669" y="542"/>
                  <a:pt x="5659" y="552"/>
                </a:cubicBezTo>
                <a:cubicBezTo>
                  <a:pt x="5649" y="562"/>
                  <a:pt x="5638" y="570"/>
                  <a:pt x="5625" y="575"/>
                </a:cubicBezTo>
                <a:cubicBezTo>
                  <a:pt x="5612" y="581"/>
                  <a:pt x="5598" y="583"/>
                  <a:pt x="5584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4" name=""/>
          <p:cNvSpPr txBox="1"/>
          <p:nvPr/>
        </p:nvSpPr>
        <p:spPr>
          <a:xfrm>
            <a:off x="4054320" y="391788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5" name=""/>
          <p:cNvSpPr txBox="1"/>
          <p:nvPr/>
        </p:nvSpPr>
        <p:spPr>
          <a:xfrm>
            <a:off x="4233240" y="3955320"/>
            <a:ext cx="18943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right-sizing-recommender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6" name=""/>
          <p:cNvSpPr/>
          <p:nvPr/>
        </p:nvSpPr>
        <p:spPr>
          <a:xfrm>
            <a:off x="685440" y="4352760"/>
            <a:ext cx="1648440" cy="209880"/>
          </a:xfrm>
          <a:custGeom>
            <a:avLst/>
            <a:gdLst/>
            <a:ahLst/>
            <a:rect l="0" t="0" r="r" b="b"/>
            <a:pathLst>
              <a:path w="4579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473" y="0"/>
                </a:lnTo>
                <a:cubicBezTo>
                  <a:pt x="4487" y="0"/>
                  <a:pt x="4500" y="3"/>
                  <a:pt x="4513" y="8"/>
                </a:cubicBezTo>
                <a:cubicBezTo>
                  <a:pt x="4526" y="13"/>
                  <a:pt x="4538" y="21"/>
                  <a:pt x="4548" y="31"/>
                </a:cubicBezTo>
                <a:cubicBezTo>
                  <a:pt x="4558" y="41"/>
                  <a:pt x="4565" y="52"/>
                  <a:pt x="4571" y="65"/>
                </a:cubicBezTo>
                <a:cubicBezTo>
                  <a:pt x="4576" y="78"/>
                  <a:pt x="4579" y="92"/>
                  <a:pt x="4579" y="106"/>
                </a:cubicBezTo>
                <a:lnTo>
                  <a:pt x="4579" y="477"/>
                </a:lnTo>
                <a:cubicBezTo>
                  <a:pt x="4579" y="491"/>
                  <a:pt x="4576" y="505"/>
                  <a:pt x="4571" y="518"/>
                </a:cubicBezTo>
                <a:cubicBezTo>
                  <a:pt x="4565" y="531"/>
                  <a:pt x="4558" y="542"/>
                  <a:pt x="4548" y="552"/>
                </a:cubicBezTo>
                <a:cubicBezTo>
                  <a:pt x="4538" y="562"/>
                  <a:pt x="4526" y="570"/>
                  <a:pt x="4513" y="575"/>
                </a:cubicBezTo>
                <a:cubicBezTo>
                  <a:pt x="4500" y="580"/>
                  <a:pt x="4487" y="583"/>
                  <a:pt x="4473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2" y="542"/>
                  <a:pt x="14" y="531"/>
                  <a:pt x="9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7" name=""/>
          <p:cNvSpPr txBox="1"/>
          <p:nvPr/>
        </p:nvSpPr>
        <p:spPr>
          <a:xfrm>
            <a:off x="7392600" y="3917880"/>
            <a:ext cx="9964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FinOps reports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8" name=""/>
          <p:cNvSpPr/>
          <p:nvPr/>
        </p:nvSpPr>
        <p:spPr>
          <a:xfrm>
            <a:off x="2485800" y="4352760"/>
            <a:ext cx="1962720" cy="209880"/>
          </a:xfrm>
          <a:custGeom>
            <a:avLst/>
            <a:gdLst/>
            <a:ahLst/>
            <a:rect l="0" t="0" r="r" b="b"/>
            <a:pathLst>
              <a:path w="5452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346" y="0"/>
                </a:lnTo>
                <a:cubicBezTo>
                  <a:pt x="5360" y="0"/>
                  <a:pt x="5373" y="3"/>
                  <a:pt x="5386" y="8"/>
                </a:cubicBezTo>
                <a:cubicBezTo>
                  <a:pt x="5399" y="13"/>
                  <a:pt x="5411" y="21"/>
                  <a:pt x="5421" y="31"/>
                </a:cubicBezTo>
                <a:cubicBezTo>
                  <a:pt x="5430" y="41"/>
                  <a:pt x="5438" y="52"/>
                  <a:pt x="5443" y="65"/>
                </a:cubicBezTo>
                <a:cubicBezTo>
                  <a:pt x="5449" y="78"/>
                  <a:pt x="5452" y="92"/>
                  <a:pt x="5452" y="106"/>
                </a:cubicBezTo>
                <a:lnTo>
                  <a:pt x="5452" y="477"/>
                </a:lnTo>
                <a:cubicBezTo>
                  <a:pt x="5452" y="491"/>
                  <a:pt x="5449" y="505"/>
                  <a:pt x="5443" y="518"/>
                </a:cubicBezTo>
                <a:cubicBezTo>
                  <a:pt x="5438" y="531"/>
                  <a:pt x="5430" y="542"/>
                  <a:pt x="5421" y="552"/>
                </a:cubicBezTo>
                <a:cubicBezTo>
                  <a:pt x="5411" y="562"/>
                  <a:pt x="5399" y="570"/>
                  <a:pt x="5386" y="575"/>
                </a:cubicBezTo>
                <a:cubicBezTo>
                  <a:pt x="5373" y="580"/>
                  <a:pt x="5360" y="583"/>
                  <a:pt x="5346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9" name=""/>
          <p:cNvSpPr txBox="1"/>
          <p:nvPr/>
        </p:nvSpPr>
        <p:spPr>
          <a:xfrm>
            <a:off x="762120" y="4384080"/>
            <a:ext cx="15001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observability-agent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0" name=""/>
          <p:cNvSpPr txBox="1"/>
          <p:nvPr/>
        </p:nvSpPr>
        <p:spPr>
          <a:xfrm>
            <a:off x="2561760" y="4384080"/>
            <a:ext cx="18154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monitoring-stack-health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1" name=""/>
          <p:cNvSpPr/>
          <p:nvPr/>
        </p:nvSpPr>
        <p:spPr>
          <a:xfrm>
            <a:off x="4552920" y="4352760"/>
            <a:ext cx="2514960" cy="209880"/>
          </a:xfrm>
          <a:custGeom>
            <a:avLst/>
            <a:gdLst/>
            <a:ahLst/>
            <a:rect l="0" t="0" r="r" b="b"/>
            <a:pathLst>
              <a:path w="6986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6880" y="0"/>
                </a:lnTo>
                <a:cubicBezTo>
                  <a:pt x="6894" y="0"/>
                  <a:pt x="6907" y="3"/>
                  <a:pt x="6920" y="8"/>
                </a:cubicBezTo>
                <a:cubicBezTo>
                  <a:pt x="6933" y="13"/>
                  <a:pt x="6945" y="21"/>
                  <a:pt x="6955" y="31"/>
                </a:cubicBezTo>
                <a:cubicBezTo>
                  <a:pt x="6965" y="41"/>
                  <a:pt x="6972" y="52"/>
                  <a:pt x="6978" y="65"/>
                </a:cubicBezTo>
                <a:cubicBezTo>
                  <a:pt x="6983" y="78"/>
                  <a:pt x="6986" y="92"/>
                  <a:pt x="6986" y="106"/>
                </a:cubicBezTo>
                <a:lnTo>
                  <a:pt x="6986" y="477"/>
                </a:lnTo>
                <a:cubicBezTo>
                  <a:pt x="6986" y="491"/>
                  <a:pt x="6983" y="505"/>
                  <a:pt x="6978" y="518"/>
                </a:cubicBezTo>
                <a:cubicBezTo>
                  <a:pt x="6972" y="531"/>
                  <a:pt x="6965" y="542"/>
                  <a:pt x="6955" y="552"/>
                </a:cubicBezTo>
                <a:cubicBezTo>
                  <a:pt x="6945" y="562"/>
                  <a:pt x="6933" y="570"/>
                  <a:pt x="6920" y="575"/>
                </a:cubicBezTo>
                <a:cubicBezTo>
                  <a:pt x="6907" y="580"/>
                  <a:pt x="6894" y="583"/>
                  <a:pt x="6880" y="583"/>
                </a:cubicBezTo>
                <a:lnTo>
                  <a:pt x="105" y="583"/>
                </a:lnTo>
                <a:cubicBezTo>
                  <a:pt x="91" y="583"/>
                  <a:pt x="78" y="580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2" name=""/>
          <p:cNvSpPr txBox="1"/>
          <p:nvPr/>
        </p:nvSpPr>
        <p:spPr>
          <a:xfrm>
            <a:off x="4447440" y="434664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3" name=""/>
          <p:cNvSpPr txBox="1"/>
          <p:nvPr/>
        </p:nvSpPr>
        <p:spPr>
          <a:xfrm>
            <a:off x="4626720" y="4384080"/>
            <a:ext cx="23680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cardinality-explosion-detector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4" name=""/>
          <p:cNvSpPr txBox="1"/>
          <p:nvPr/>
        </p:nvSpPr>
        <p:spPr>
          <a:xfrm>
            <a:off x="7392600" y="4346640"/>
            <a:ext cx="1776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Stack-of-stacks monitoring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5" name=""/>
          <p:cNvSpPr txBox="1"/>
          <p:nvPr/>
        </p:nvSpPr>
        <p:spPr>
          <a:xfrm>
            <a:off x="685800" y="4822920"/>
            <a:ext cx="104306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User persona:</a:t>
            </a: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Engineering leadership · FinOps · SRE management. </a:t>
            </a:r>
            <a:r>
              <a:rPr lang="en-GB" sz="180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Outputs:</a:t>
            </a: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weekly reports as GitLab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6" name=""/>
          <p:cNvSpPr txBox="1"/>
          <p:nvPr/>
        </p:nvSpPr>
        <p:spPr>
          <a:xfrm>
            <a:off x="685800" y="5166000"/>
            <a:ext cx="105321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issues · weekly Teams summaries · ServiceNow / Azure DevOps tickets when those MCPs land. </a:t>
            </a:r>
            <a:r>
              <a:rPr lang="en-GB" sz="1800" b="0" u="none" strike="noStrike">
                <a:solidFill>
                  <a:srgbClr val="FF6B1A"/>
                </a:solidFill>
                <a:effectLst/>
                <a:uFillTx/>
                <a:latin typeface="RalewayRoman"/>
                <a:ea typeface="RalewayRoman"/>
              </a:rPr>
              <a:t>RBAC: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7" name=""/>
          <p:cNvSpPr txBox="1"/>
          <p:nvPr/>
        </p:nvSpPr>
        <p:spPr>
          <a:xfrm>
            <a:off x="685800" y="5508720"/>
            <a:ext cx="897012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read across all namespaces · incident-agent has write access to ticketing systems only.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8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9" name=""/>
          <p:cNvSpPr txBox="1"/>
          <p:nvPr/>
        </p:nvSpPr>
        <p:spPr>
          <a:xfrm>
            <a:off x="1177056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32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3" name=""/>
          <p:cNvSpPr/>
          <p:nvPr/>
        </p:nvSpPr>
        <p:spPr>
          <a:xfrm>
            <a:off x="685440" y="2228760"/>
            <a:ext cx="29160" cy="657360"/>
          </a:xfrm>
          <a:custGeom>
            <a:avLst/>
            <a:gdLst/>
            <a:ahLst/>
            <a:rect l="0" t="0" r="r" b="b"/>
            <a:pathLst>
              <a:path w="81" h="1826">
                <a:moveTo>
                  <a:pt x="0" y="0"/>
                </a:moveTo>
                <a:lnTo>
                  <a:pt x="81" y="0"/>
                </a:lnTo>
                <a:lnTo>
                  <a:pt x="81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FF6B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4" name=""/>
          <p:cNvSpPr/>
          <p:nvPr/>
        </p:nvSpPr>
        <p:spPr>
          <a:xfrm>
            <a:off x="685440" y="3457440"/>
            <a:ext cx="991080" cy="19440"/>
          </a:xfrm>
          <a:custGeom>
            <a:avLst/>
            <a:gdLst/>
            <a:ahLst/>
            <a:rect l="0" t="0" r="r" b="b"/>
            <a:pathLst>
              <a:path w="2753" h="54">
                <a:moveTo>
                  <a:pt x="0" y="0"/>
                </a:moveTo>
                <a:lnTo>
                  <a:pt x="2753" y="0"/>
                </a:lnTo>
                <a:lnTo>
                  <a:pt x="275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5" name=""/>
          <p:cNvSpPr/>
          <p:nvPr/>
        </p:nvSpPr>
        <p:spPr>
          <a:xfrm>
            <a:off x="1676160" y="3457440"/>
            <a:ext cx="9830160" cy="19440"/>
          </a:xfrm>
          <a:custGeom>
            <a:avLst/>
            <a:gdLst/>
            <a:ahLst/>
            <a:rect l="0" t="0" r="r" b="b"/>
            <a:pathLst>
              <a:path w="27306" h="54">
                <a:moveTo>
                  <a:pt x="0" y="0"/>
                </a:moveTo>
                <a:lnTo>
                  <a:pt x="27306" y="0"/>
                </a:lnTo>
                <a:lnTo>
                  <a:pt x="2730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6" name=""/>
          <p:cNvSpPr/>
          <p:nvPr/>
        </p:nvSpPr>
        <p:spPr>
          <a:xfrm>
            <a:off x="685440" y="4114440"/>
            <a:ext cx="991080" cy="10080"/>
          </a:xfrm>
          <a:custGeom>
            <a:avLst/>
            <a:gdLst/>
            <a:ahLst/>
            <a:rect l="0" t="0" r="r" b="b"/>
            <a:pathLst>
              <a:path w="2753" h="28">
                <a:moveTo>
                  <a:pt x="0" y="0"/>
                </a:moveTo>
                <a:lnTo>
                  <a:pt x="2753" y="0"/>
                </a:lnTo>
                <a:lnTo>
                  <a:pt x="27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7" name=""/>
          <p:cNvSpPr/>
          <p:nvPr/>
        </p:nvSpPr>
        <p:spPr>
          <a:xfrm>
            <a:off x="1676160" y="4114440"/>
            <a:ext cx="9830160" cy="10080"/>
          </a:xfrm>
          <a:custGeom>
            <a:avLst/>
            <a:gdLst/>
            <a:ahLst/>
            <a:rect l="0" t="0" r="r" b="b"/>
            <a:pathLst>
              <a:path w="27306" h="28">
                <a:moveTo>
                  <a:pt x="0" y="0"/>
                </a:moveTo>
                <a:lnTo>
                  <a:pt x="27306" y="0"/>
                </a:lnTo>
                <a:lnTo>
                  <a:pt x="273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8" name=""/>
          <p:cNvSpPr/>
          <p:nvPr/>
        </p:nvSpPr>
        <p:spPr>
          <a:xfrm>
            <a:off x="685440" y="4762440"/>
            <a:ext cx="991080" cy="9720"/>
          </a:xfrm>
          <a:custGeom>
            <a:avLst/>
            <a:gdLst/>
            <a:ahLst/>
            <a:rect l="0" t="0" r="r" b="b"/>
            <a:pathLst>
              <a:path w="2753" h="27">
                <a:moveTo>
                  <a:pt x="0" y="0"/>
                </a:moveTo>
                <a:lnTo>
                  <a:pt x="2753" y="0"/>
                </a:lnTo>
                <a:lnTo>
                  <a:pt x="2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9" name=""/>
          <p:cNvSpPr/>
          <p:nvPr/>
        </p:nvSpPr>
        <p:spPr>
          <a:xfrm>
            <a:off x="1676160" y="4762440"/>
            <a:ext cx="9830160" cy="9720"/>
          </a:xfrm>
          <a:custGeom>
            <a:avLst/>
            <a:gdLst/>
            <a:ahLst/>
            <a:rect l="0" t="0" r="r" b="b"/>
            <a:pathLst>
              <a:path w="27306" h="27">
                <a:moveTo>
                  <a:pt x="0" y="0"/>
                </a:moveTo>
                <a:lnTo>
                  <a:pt x="27306" y="0"/>
                </a:lnTo>
                <a:lnTo>
                  <a:pt x="273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0" name=""/>
          <p:cNvSpPr/>
          <p:nvPr/>
        </p:nvSpPr>
        <p:spPr>
          <a:xfrm>
            <a:off x="685440" y="5410080"/>
            <a:ext cx="991080" cy="9720"/>
          </a:xfrm>
          <a:custGeom>
            <a:avLst/>
            <a:gdLst/>
            <a:ahLst/>
            <a:rect l="0" t="0" r="r" b="b"/>
            <a:pathLst>
              <a:path w="2753" h="27">
                <a:moveTo>
                  <a:pt x="0" y="0"/>
                </a:moveTo>
                <a:lnTo>
                  <a:pt x="2753" y="0"/>
                </a:lnTo>
                <a:lnTo>
                  <a:pt x="2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1" name=""/>
          <p:cNvSpPr/>
          <p:nvPr/>
        </p:nvSpPr>
        <p:spPr>
          <a:xfrm>
            <a:off x="1676160" y="5410080"/>
            <a:ext cx="9830160" cy="9720"/>
          </a:xfrm>
          <a:custGeom>
            <a:avLst/>
            <a:gdLst/>
            <a:ahLst/>
            <a:rect l="0" t="0" r="r" b="b"/>
            <a:pathLst>
              <a:path w="27306" h="27">
                <a:moveTo>
                  <a:pt x="0" y="0"/>
                </a:moveTo>
                <a:lnTo>
                  <a:pt x="27306" y="0"/>
                </a:lnTo>
                <a:lnTo>
                  <a:pt x="273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2" name=""/>
          <p:cNvSpPr/>
          <p:nvPr/>
        </p:nvSpPr>
        <p:spPr>
          <a:xfrm>
            <a:off x="685440" y="6057720"/>
            <a:ext cx="991080" cy="9720"/>
          </a:xfrm>
          <a:custGeom>
            <a:avLst/>
            <a:gdLst/>
            <a:ahLst/>
            <a:rect l="0" t="0" r="r" b="b"/>
            <a:pathLst>
              <a:path w="2753" h="27">
                <a:moveTo>
                  <a:pt x="0" y="0"/>
                </a:moveTo>
                <a:lnTo>
                  <a:pt x="2753" y="0"/>
                </a:lnTo>
                <a:lnTo>
                  <a:pt x="2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3" name=""/>
          <p:cNvSpPr/>
          <p:nvPr/>
        </p:nvSpPr>
        <p:spPr>
          <a:xfrm>
            <a:off x="1676160" y="6057720"/>
            <a:ext cx="9830160" cy="9720"/>
          </a:xfrm>
          <a:custGeom>
            <a:avLst/>
            <a:gdLst/>
            <a:ahLst/>
            <a:rect l="0" t="0" r="r" b="b"/>
            <a:pathLst>
              <a:path w="27306" h="27">
                <a:moveTo>
                  <a:pt x="0" y="0"/>
                </a:moveTo>
                <a:lnTo>
                  <a:pt x="27306" y="0"/>
                </a:lnTo>
                <a:lnTo>
                  <a:pt x="273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4" name=""/>
          <p:cNvSpPr/>
          <p:nvPr/>
        </p:nvSpPr>
        <p:spPr>
          <a:xfrm>
            <a:off x="685440" y="6476760"/>
            <a:ext cx="991080" cy="10080"/>
          </a:xfrm>
          <a:custGeom>
            <a:avLst/>
            <a:gdLst/>
            <a:ahLst/>
            <a:rect l="0" t="0" r="r" b="b"/>
            <a:pathLst>
              <a:path w="2753" h="28">
                <a:moveTo>
                  <a:pt x="0" y="0"/>
                </a:moveTo>
                <a:lnTo>
                  <a:pt x="2753" y="0"/>
                </a:lnTo>
                <a:lnTo>
                  <a:pt x="27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5" name=""/>
          <p:cNvSpPr/>
          <p:nvPr/>
        </p:nvSpPr>
        <p:spPr>
          <a:xfrm>
            <a:off x="1676160" y="6476760"/>
            <a:ext cx="9830160" cy="10080"/>
          </a:xfrm>
          <a:custGeom>
            <a:avLst/>
            <a:gdLst/>
            <a:ahLst/>
            <a:rect l="0" t="0" r="r" b="b"/>
            <a:pathLst>
              <a:path w="27306" h="28">
                <a:moveTo>
                  <a:pt x="0" y="0"/>
                </a:moveTo>
                <a:lnTo>
                  <a:pt x="27306" y="0"/>
                </a:lnTo>
                <a:lnTo>
                  <a:pt x="273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6" name=""/>
          <p:cNvSpPr txBox="1"/>
          <p:nvPr/>
        </p:nvSpPr>
        <p:spPr>
          <a:xfrm>
            <a:off x="685800" y="520200"/>
            <a:ext cx="4512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C A R D   E   —   U K 8 S   C E R T I F I C A T I O N   A G E N T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7" name=""/>
          <p:cNvSpPr txBox="1"/>
          <p:nvPr/>
        </p:nvSpPr>
        <p:spPr>
          <a:xfrm>
            <a:off x="685800" y="719640"/>
            <a:ext cx="1134432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Cluster-readiness certifier · agent-graded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8" name=""/>
          <p:cNvSpPr txBox="1"/>
          <p:nvPr/>
        </p:nvSpPr>
        <p:spPr>
          <a:xfrm>
            <a:off x="685800" y="1272240"/>
            <a:ext cx="192816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verdict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9" name=""/>
          <p:cNvSpPr/>
          <p:nvPr/>
        </p:nvSpPr>
        <p:spPr>
          <a:xfrm>
            <a:off x="1495080" y="2314440"/>
            <a:ext cx="1553040" cy="228960"/>
          </a:xfrm>
          <a:custGeom>
            <a:avLst/>
            <a:gdLst/>
            <a:ahLst/>
            <a:rect l="0" t="0" r="r" b="b"/>
            <a:pathLst>
              <a:path w="4314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208" y="0"/>
                </a:lnTo>
                <a:cubicBezTo>
                  <a:pt x="4222" y="0"/>
                  <a:pt x="4236" y="3"/>
                  <a:pt x="4249" y="8"/>
                </a:cubicBezTo>
                <a:cubicBezTo>
                  <a:pt x="4262" y="13"/>
                  <a:pt x="4273" y="21"/>
                  <a:pt x="4283" y="31"/>
                </a:cubicBezTo>
                <a:cubicBezTo>
                  <a:pt x="4293" y="41"/>
                  <a:pt x="4301" y="52"/>
                  <a:pt x="4306" y="65"/>
                </a:cubicBezTo>
                <a:cubicBezTo>
                  <a:pt x="4311" y="78"/>
                  <a:pt x="4314" y="92"/>
                  <a:pt x="4314" y="106"/>
                </a:cubicBezTo>
                <a:lnTo>
                  <a:pt x="4314" y="530"/>
                </a:lnTo>
                <a:cubicBezTo>
                  <a:pt x="4314" y="544"/>
                  <a:pt x="4311" y="558"/>
                  <a:pt x="4306" y="571"/>
                </a:cubicBezTo>
                <a:cubicBezTo>
                  <a:pt x="4301" y="584"/>
                  <a:pt x="4293" y="595"/>
                  <a:pt x="4283" y="605"/>
                </a:cubicBezTo>
                <a:cubicBezTo>
                  <a:pt x="4273" y="615"/>
                  <a:pt x="4262" y="622"/>
                  <a:pt x="4249" y="628"/>
                </a:cubicBezTo>
                <a:cubicBezTo>
                  <a:pt x="4236" y="633"/>
                  <a:pt x="4222" y="636"/>
                  <a:pt x="4208" y="636"/>
                </a:cubicBezTo>
                <a:lnTo>
                  <a:pt x="106" y="636"/>
                </a:lnTo>
                <a:cubicBezTo>
                  <a:pt x="92" y="636"/>
                  <a:pt x="79" y="633"/>
                  <a:pt x="66" y="628"/>
                </a:cubicBezTo>
                <a:cubicBezTo>
                  <a:pt x="53" y="622"/>
                  <a:pt x="41" y="615"/>
                  <a:pt x="31" y="605"/>
                </a:cubicBezTo>
                <a:cubicBezTo>
                  <a:pt x="22" y="595"/>
                  <a:pt x="14" y="584"/>
                  <a:pt x="9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0" name=""/>
          <p:cNvSpPr txBox="1"/>
          <p:nvPr/>
        </p:nvSpPr>
        <p:spPr>
          <a:xfrm>
            <a:off x="905040" y="2300040"/>
            <a:ext cx="59544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Reuses 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1" name=""/>
          <p:cNvSpPr txBox="1"/>
          <p:nvPr/>
        </p:nvSpPr>
        <p:spPr>
          <a:xfrm>
            <a:off x="1575720" y="2341800"/>
            <a:ext cx="1395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5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sre-triage-agent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2" name=""/>
          <p:cNvSpPr/>
          <p:nvPr/>
        </p:nvSpPr>
        <p:spPr>
          <a:xfrm>
            <a:off x="4476600" y="2314440"/>
            <a:ext cx="1991160" cy="228960"/>
          </a:xfrm>
          <a:custGeom>
            <a:avLst/>
            <a:gdLst/>
            <a:ahLst/>
            <a:rect l="0" t="0" r="r" b="b"/>
            <a:pathLst>
              <a:path w="5531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425" y="0"/>
                </a:lnTo>
                <a:cubicBezTo>
                  <a:pt x="5439" y="0"/>
                  <a:pt x="5452" y="3"/>
                  <a:pt x="5465" y="8"/>
                </a:cubicBezTo>
                <a:cubicBezTo>
                  <a:pt x="5478" y="13"/>
                  <a:pt x="5490" y="21"/>
                  <a:pt x="5500" y="31"/>
                </a:cubicBezTo>
                <a:cubicBezTo>
                  <a:pt x="5510" y="41"/>
                  <a:pt x="5517" y="52"/>
                  <a:pt x="5523" y="65"/>
                </a:cubicBezTo>
                <a:cubicBezTo>
                  <a:pt x="5528" y="78"/>
                  <a:pt x="5531" y="92"/>
                  <a:pt x="5531" y="106"/>
                </a:cubicBezTo>
                <a:lnTo>
                  <a:pt x="5531" y="530"/>
                </a:lnTo>
                <a:cubicBezTo>
                  <a:pt x="5531" y="544"/>
                  <a:pt x="5528" y="558"/>
                  <a:pt x="5523" y="571"/>
                </a:cubicBezTo>
                <a:cubicBezTo>
                  <a:pt x="5517" y="584"/>
                  <a:pt x="5510" y="595"/>
                  <a:pt x="5500" y="605"/>
                </a:cubicBezTo>
                <a:cubicBezTo>
                  <a:pt x="5490" y="615"/>
                  <a:pt x="5478" y="622"/>
                  <a:pt x="5465" y="628"/>
                </a:cubicBezTo>
                <a:cubicBezTo>
                  <a:pt x="5452" y="633"/>
                  <a:pt x="5439" y="636"/>
                  <a:pt x="5425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3" name=""/>
          <p:cNvSpPr txBox="1"/>
          <p:nvPr/>
        </p:nvSpPr>
        <p:spPr>
          <a:xfrm>
            <a:off x="3051000" y="2300040"/>
            <a:ext cx="140940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invoked from the 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4" name=""/>
          <p:cNvSpPr txBox="1"/>
          <p:nvPr/>
        </p:nvSpPr>
        <p:spPr>
          <a:xfrm>
            <a:off x="4556880" y="2341800"/>
            <a:ext cx="1831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5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uk8s-certification-v2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5" name=""/>
          <p:cNvSpPr txBox="1"/>
          <p:nvPr/>
        </p:nvSpPr>
        <p:spPr>
          <a:xfrm>
            <a:off x="6469560" y="2300040"/>
            <a:ext cx="315612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RGD. Argo Workflow runs validation tasks 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6" name=""/>
          <p:cNvSpPr txBox="1"/>
          <p:nvPr/>
        </p:nvSpPr>
        <p:spPr>
          <a:xfrm>
            <a:off x="9637200" y="2316960"/>
            <a:ext cx="165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7" name=""/>
          <p:cNvSpPr txBox="1"/>
          <p:nvPr/>
        </p:nvSpPr>
        <p:spPr>
          <a:xfrm>
            <a:off x="9802080" y="2300040"/>
            <a:ext cx="86040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ConfigMap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8" name=""/>
          <p:cNvSpPr txBox="1"/>
          <p:nvPr/>
        </p:nvSpPr>
        <p:spPr>
          <a:xfrm>
            <a:off x="905040" y="2576160"/>
            <a:ext cx="94284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aggregation 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9" name=""/>
          <p:cNvSpPr txBox="1"/>
          <p:nvPr/>
        </p:nvSpPr>
        <p:spPr>
          <a:xfrm>
            <a:off x="1856520" y="2593080"/>
            <a:ext cx="165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0" name=""/>
          <p:cNvSpPr txBox="1"/>
          <p:nvPr/>
        </p:nvSpPr>
        <p:spPr>
          <a:xfrm>
            <a:off x="2021760" y="2576160"/>
            <a:ext cx="10072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A2A handoff 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1" name=""/>
          <p:cNvSpPr txBox="1"/>
          <p:nvPr/>
        </p:nvSpPr>
        <p:spPr>
          <a:xfrm>
            <a:off x="3012840" y="2593080"/>
            <a:ext cx="165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2" name=""/>
          <p:cNvSpPr/>
          <p:nvPr/>
        </p:nvSpPr>
        <p:spPr>
          <a:xfrm>
            <a:off x="5981400" y="2590560"/>
            <a:ext cx="1724400" cy="228960"/>
          </a:xfrm>
          <a:custGeom>
            <a:avLst/>
            <a:gdLst/>
            <a:ahLst/>
            <a:rect l="0" t="0" r="r" b="b"/>
            <a:pathLst>
              <a:path w="4790" h="636">
                <a:moveTo>
                  <a:pt x="0" y="530"/>
                </a:moveTo>
                <a:lnTo>
                  <a:pt x="0" y="107"/>
                </a:lnTo>
                <a:cubicBezTo>
                  <a:pt x="0" y="92"/>
                  <a:pt x="3" y="78"/>
                  <a:pt x="8" y="65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684" y="0"/>
                </a:lnTo>
                <a:cubicBezTo>
                  <a:pt x="4698" y="0"/>
                  <a:pt x="4712" y="3"/>
                  <a:pt x="4725" y="8"/>
                </a:cubicBezTo>
                <a:cubicBezTo>
                  <a:pt x="4738" y="14"/>
                  <a:pt x="4749" y="21"/>
                  <a:pt x="4759" y="31"/>
                </a:cubicBezTo>
                <a:cubicBezTo>
                  <a:pt x="4769" y="41"/>
                  <a:pt x="4777" y="53"/>
                  <a:pt x="4782" y="65"/>
                </a:cubicBezTo>
                <a:cubicBezTo>
                  <a:pt x="4788" y="78"/>
                  <a:pt x="4790" y="92"/>
                  <a:pt x="4790" y="107"/>
                </a:cubicBezTo>
                <a:lnTo>
                  <a:pt x="4790" y="530"/>
                </a:lnTo>
                <a:cubicBezTo>
                  <a:pt x="4790" y="544"/>
                  <a:pt x="4788" y="558"/>
                  <a:pt x="4782" y="571"/>
                </a:cubicBezTo>
                <a:cubicBezTo>
                  <a:pt x="4777" y="584"/>
                  <a:pt x="4769" y="595"/>
                  <a:pt x="4759" y="605"/>
                </a:cubicBezTo>
                <a:cubicBezTo>
                  <a:pt x="4749" y="615"/>
                  <a:pt x="4738" y="623"/>
                  <a:pt x="4725" y="628"/>
                </a:cubicBezTo>
                <a:cubicBezTo>
                  <a:pt x="4712" y="633"/>
                  <a:pt x="4698" y="636"/>
                  <a:pt x="4684" y="636"/>
                </a:cubicBezTo>
                <a:lnTo>
                  <a:pt x="106" y="636"/>
                </a:lnTo>
                <a:cubicBezTo>
                  <a:pt x="92" y="636"/>
                  <a:pt x="79" y="633"/>
                  <a:pt x="66" y="628"/>
                </a:cubicBezTo>
                <a:cubicBezTo>
                  <a:pt x="53" y="623"/>
                  <a:pt x="41" y="615"/>
                  <a:pt x="31" y="605"/>
                </a:cubicBezTo>
                <a:cubicBezTo>
                  <a:pt x="21" y="595"/>
                  <a:pt x="14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3" name=""/>
          <p:cNvSpPr txBox="1"/>
          <p:nvPr/>
        </p:nvSpPr>
        <p:spPr>
          <a:xfrm>
            <a:off x="3178080" y="2576160"/>
            <a:ext cx="276300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strict-schema verdict back into Argo 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4" name=""/>
          <p:cNvSpPr txBox="1"/>
          <p:nvPr/>
        </p:nvSpPr>
        <p:spPr>
          <a:xfrm>
            <a:off x="6053400" y="2617920"/>
            <a:ext cx="1569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5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outputs.parameters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5" name=""/>
          <p:cNvSpPr txBox="1"/>
          <p:nvPr/>
        </p:nvSpPr>
        <p:spPr>
          <a:xfrm>
            <a:off x="7703640" y="257616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3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6" name=""/>
          <p:cNvSpPr txBox="1"/>
          <p:nvPr/>
        </p:nvSpPr>
        <p:spPr>
          <a:xfrm>
            <a:off x="685800" y="3171960"/>
            <a:ext cx="59256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AS P ECT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7" name=""/>
          <p:cNvSpPr txBox="1"/>
          <p:nvPr/>
        </p:nvSpPr>
        <p:spPr>
          <a:xfrm>
            <a:off x="1672200" y="3171960"/>
            <a:ext cx="58644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D ETA I L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8" name=""/>
          <p:cNvSpPr txBox="1"/>
          <p:nvPr/>
        </p:nvSpPr>
        <p:spPr>
          <a:xfrm>
            <a:off x="685800" y="3574800"/>
            <a:ext cx="5403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Process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9" name=""/>
          <p:cNvSpPr/>
          <p:nvPr/>
        </p:nvSpPr>
        <p:spPr>
          <a:xfrm>
            <a:off x="5209920" y="3581280"/>
            <a:ext cx="1962720" cy="209880"/>
          </a:xfrm>
          <a:custGeom>
            <a:avLst/>
            <a:gdLst/>
            <a:ahLst/>
            <a:rect l="0" t="0" r="r" b="b"/>
            <a:pathLst>
              <a:path w="5452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346" y="0"/>
                </a:lnTo>
                <a:cubicBezTo>
                  <a:pt x="5360" y="0"/>
                  <a:pt x="5373" y="3"/>
                  <a:pt x="5386" y="8"/>
                </a:cubicBezTo>
                <a:cubicBezTo>
                  <a:pt x="5399" y="13"/>
                  <a:pt x="5411" y="21"/>
                  <a:pt x="5421" y="31"/>
                </a:cubicBezTo>
                <a:cubicBezTo>
                  <a:pt x="5431" y="41"/>
                  <a:pt x="5438" y="52"/>
                  <a:pt x="5444" y="65"/>
                </a:cubicBezTo>
                <a:cubicBezTo>
                  <a:pt x="5449" y="78"/>
                  <a:pt x="5452" y="92"/>
                  <a:pt x="5452" y="106"/>
                </a:cubicBezTo>
                <a:lnTo>
                  <a:pt x="5452" y="477"/>
                </a:lnTo>
                <a:cubicBezTo>
                  <a:pt x="5452" y="491"/>
                  <a:pt x="5449" y="505"/>
                  <a:pt x="5444" y="518"/>
                </a:cubicBezTo>
                <a:cubicBezTo>
                  <a:pt x="5438" y="531"/>
                  <a:pt x="5431" y="542"/>
                  <a:pt x="5421" y="552"/>
                </a:cubicBezTo>
                <a:cubicBezTo>
                  <a:pt x="5411" y="562"/>
                  <a:pt x="5399" y="569"/>
                  <a:pt x="5386" y="575"/>
                </a:cubicBezTo>
                <a:cubicBezTo>
                  <a:pt x="5373" y="580"/>
                  <a:pt x="5360" y="583"/>
                  <a:pt x="5346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0" name=""/>
          <p:cNvSpPr txBox="1"/>
          <p:nvPr/>
        </p:nvSpPr>
        <p:spPr>
          <a:xfrm>
            <a:off x="1672200" y="3574800"/>
            <a:ext cx="347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Per-workflow ConfigMap captures pass/fail counts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1" name=""/>
          <p:cNvSpPr txBox="1"/>
          <p:nvPr/>
        </p:nvSpPr>
        <p:spPr>
          <a:xfrm>
            <a:off x="5282640" y="3612600"/>
            <a:ext cx="18154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aggregate-certification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2" name=""/>
          <p:cNvSpPr/>
          <p:nvPr/>
        </p:nvSpPr>
        <p:spPr>
          <a:xfrm>
            <a:off x="9277200" y="3581280"/>
            <a:ext cx="1095840" cy="209880"/>
          </a:xfrm>
          <a:custGeom>
            <a:avLst/>
            <a:gdLst/>
            <a:ahLst/>
            <a:rect l="0" t="0" r="r" b="b"/>
            <a:pathLst>
              <a:path w="3044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3" y="0"/>
                  <a:pt x="107" y="0"/>
                </a:cubicBezTo>
                <a:lnTo>
                  <a:pt x="2938" y="0"/>
                </a:lnTo>
                <a:cubicBezTo>
                  <a:pt x="2952" y="0"/>
                  <a:pt x="2965" y="3"/>
                  <a:pt x="2978" y="8"/>
                </a:cubicBezTo>
                <a:cubicBezTo>
                  <a:pt x="2991" y="13"/>
                  <a:pt x="3003" y="21"/>
                  <a:pt x="3013" y="31"/>
                </a:cubicBezTo>
                <a:cubicBezTo>
                  <a:pt x="3023" y="41"/>
                  <a:pt x="3030" y="52"/>
                  <a:pt x="3036" y="65"/>
                </a:cubicBezTo>
                <a:cubicBezTo>
                  <a:pt x="3041" y="78"/>
                  <a:pt x="3044" y="92"/>
                  <a:pt x="3044" y="106"/>
                </a:cubicBezTo>
                <a:lnTo>
                  <a:pt x="3044" y="477"/>
                </a:lnTo>
                <a:cubicBezTo>
                  <a:pt x="3044" y="491"/>
                  <a:pt x="3041" y="505"/>
                  <a:pt x="3036" y="518"/>
                </a:cubicBezTo>
                <a:cubicBezTo>
                  <a:pt x="3030" y="531"/>
                  <a:pt x="3023" y="542"/>
                  <a:pt x="3013" y="552"/>
                </a:cubicBezTo>
                <a:cubicBezTo>
                  <a:pt x="3003" y="562"/>
                  <a:pt x="2991" y="569"/>
                  <a:pt x="2978" y="575"/>
                </a:cubicBezTo>
                <a:cubicBezTo>
                  <a:pt x="2965" y="580"/>
                  <a:pt x="2952" y="583"/>
                  <a:pt x="2938" y="583"/>
                </a:cubicBezTo>
                <a:lnTo>
                  <a:pt x="107" y="583"/>
                </a:lnTo>
                <a:cubicBezTo>
                  <a:pt x="93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3" name=""/>
          <p:cNvSpPr txBox="1"/>
          <p:nvPr/>
        </p:nvSpPr>
        <p:spPr>
          <a:xfrm>
            <a:off x="7168320" y="3574800"/>
            <a:ext cx="21088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sums to CERTIFIED / FAILED ·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4" name=""/>
          <p:cNvSpPr txBox="1"/>
          <p:nvPr/>
        </p:nvSpPr>
        <p:spPr>
          <a:xfrm>
            <a:off x="9354960" y="3612600"/>
            <a:ext cx="9475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agent-triage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5" name=""/>
          <p:cNvSpPr txBox="1"/>
          <p:nvPr/>
        </p:nvSpPr>
        <p:spPr>
          <a:xfrm>
            <a:off x="10375560" y="3574800"/>
            <a:ext cx="888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sends report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6" name=""/>
          <p:cNvSpPr/>
          <p:nvPr/>
        </p:nvSpPr>
        <p:spPr>
          <a:xfrm>
            <a:off x="3314520" y="3809880"/>
            <a:ext cx="4877280" cy="209880"/>
          </a:xfrm>
          <a:custGeom>
            <a:avLst/>
            <a:gdLst/>
            <a:ahLst/>
            <a:rect l="0" t="0" r="r" b="b"/>
            <a:pathLst>
              <a:path w="13548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3442" y="0"/>
                </a:lnTo>
                <a:cubicBezTo>
                  <a:pt x="13456" y="0"/>
                  <a:pt x="13469" y="3"/>
                  <a:pt x="13482" y="8"/>
                </a:cubicBezTo>
                <a:cubicBezTo>
                  <a:pt x="13495" y="13"/>
                  <a:pt x="13507" y="21"/>
                  <a:pt x="13517" y="31"/>
                </a:cubicBezTo>
                <a:cubicBezTo>
                  <a:pt x="13527" y="41"/>
                  <a:pt x="13534" y="52"/>
                  <a:pt x="13540" y="65"/>
                </a:cubicBezTo>
                <a:cubicBezTo>
                  <a:pt x="13545" y="78"/>
                  <a:pt x="13548" y="92"/>
                  <a:pt x="13548" y="106"/>
                </a:cubicBezTo>
                <a:lnTo>
                  <a:pt x="13548" y="477"/>
                </a:lnTo>
                <a:cubicBezTo>
                  <a:pt x="13548" y="491"/>
                  <a:pt x="13545" y="505"/>
                  <a:pt x="13540" y="518"/>
                </a:cubicBezTo>
                <a:cubicBezTo>
                  <a:pt x="13534" y="531"/>
                  <a:pt x="13527" y="542"/>
                  <a:pt x="13517" y="552"/>
                </a:cubicBezTo>
                <a:cubicBezTo>
                  <a:pt x="13507" y="562"/>
                  <a:pt x="13495" y="569"/>
                  <a:pt x="13482" y="575"/>
                </a:cubicBezTo>
                <a:cubicBezTo>
                  <a:pt x="13469" y="580"/>
                  <a:pt x="13456" y="583"/>
                  <a:pt x="13442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7" name=""/>
          <p:cNvSpPr txBox="1"/>
          <p:nvPr/>
        </p:nvSpPr>
        <p:spPr>
          <a:xfrm>
            <a:off x="1672200" y="3803400"/>
            <a:ext cx="1669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over A2A · agent returns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8" name=""/>
          <p:cNvSpPr txBox="1"/>
          <p:nvPr/>
        </p:nvSpPr>
        <p:spPr>
          <a:xfrm>
            <a:off x="3393000" y="3841200"/>
            <a:ext cx="47350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{severity, blast_radius, failed_checks[], first_remediation}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9" name=""/>
          <p:cNvSpPr txBox="1"/>
          <p:nvPr/>
        </p:nvSpPr>
        <p:spPr>
          <a:xfrm>
            <a:off x="685800" y="4222800"/>
            <a:ext cx="316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User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0" name=""/>
          <p:cNvSpPr txBox="1"/>
          <p:nvPr/>
        </p:nvSpPr>
        <p:spPr>
          <a:xfrm>
            <a:off x="685800" y="4451400"/>
            <a:ext cx="5403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persona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1" name=""/>
          <p:cNvSpPr txBox="1"/>
          <p:nvPr/>
        </p:nvSpPr>
        <p:spPr>
          <a:xfrm>
            <a:off x="1672200" y="4222800"/>
            <a:ext cx="7611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Cluster operator certifying a new or updated cluster — wants a single gate plus an AI-graded list of what to fix first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2" name=""/>
          <p:cNvSpPr/>
          <p:nvPr/>
        </p:nvSpPr>
        <p:spPr>
          <a:xfrm>
            <a:off x="1676160" y="4876560"/>
            <a:ext cx="781560" cy="209880"/>
          </a:xfrm>
          <a:custGeom>
            <a:avLst/>
            <a:gdLst/>
            <a:ahLst/>
            <a:rect l="0" t="0" r="r" b="b"/>
            <a:pathLst>
              <a:path w="2171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065" y="0"/>
                </a:lnTo>
                <a:cubicBezTo>
                  <a:pt x="2079" y="0"/>
                  <a:pt x="2092" y="3"/>
                  <a:pt x="2105" y="8"/>
                </a:cubicBezTo>
                <a:cubicBezTo>
                  <a:pt x="2118" y="14"/>
                  <a:pt x="2130" y="21"/>
                  <a:pt x="2140" y="31"/>
                </a:cubicBezTo>
                <a:cubicBezTo>
                  <a:pt x="2150" y="41"/>
                  <a:pt x="2157" y="53"/>
                  <a:pt x="2163" y="65"/>
                </a:cubicBezTo>
                <a:cubicBezTo>
                  <a:pt x="2168" y="78"/>
                  <a:pt x="2171" y="92"/>
                  <a:pt x="2171" y="106"/>
                </a:cubicBezTo>
                <a:lnTo>
                  <a:pt x="2171" y="477"/>
                </a:lnTo>
                <a:cubicBezTo>
                  <a:pt x="2171" y="491"/>
                  <a:pt x="2168" y="505"/>
                  <a:pt x="2163" y="518"/>
                </a:cubicBezTo>
                <a:cubicBezTo>
                  <a:pt x="2157" y="531"/>
                  <a:pt x="2150" y="542"/>
                  <a:pt x="2140" y="552"/>
                </a:cubicBezTo>
                <a:cubicBezTo>
                  <a:pt x="2130" y="562"/>
                  <a:pt x="2118" y="570"/>
                  <a:pt x="2105" y="575"/>
                </a:cubicBezTo>
                <a:cubicBezTo>
                  <a:pt x="2092" y="581"/>
                  <a:pt x="2079" y="583"/>
                  <a:pt x="2065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3" name=""/>
          <p:cNvSpPr txBox="1"/>
          <p:nvPr/>
        </p:nvSpPr>
        <p:spPr>
          <a:xfrm>
            <a:off x="685800" y="4870440"/>
            <a:ext cx="523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Outputs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4" name=""/>
          <p:cNvSpPr txBox="1"/>
          <p:nvPr/>
        </p:nvSpPr>
        <p:spPr>
          <a:xfrm>
            <a:off x="1748160" y="4907880"/>
            <a:ext cx="6318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severity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5" name=""/>
          <p:cNvSpPr/>
          <p:nvPr/>
        </p:nvSpPr>
        <p:spPr>
          <a:xfrm>
            <a:off x="7858080" y="4876560"/>
            <a:ext cx="705240" cy="209880"/>
          </a:xfrm>
          <a:custGeom>
            <a:avLst/>
            <a:gdLst/>
            <a:ahLst/>
            <a:rect l="0" t="0" r="r" b="b"/>
            <a:pathLst>
              <a:path w="1959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853" y="0"/>
                </a:lnTo>
                <a:cubicBezTo>
                  <a:pt x="1867" y="0"/>
                  <a:pt x="1880" y="3"/>
                  <a:pt x="1893" y="8"/>
                </a:cubicBezTo>
                <a:cubicBezTo>
                  <a:pt x="1906" y="14"/>
                  <a:pt x="1918" y="21"/>
                  <a:pt x="1928" y="31"/>
                </a:cubicBezTo>
                <a:cubicBezTo>
                  <a:pt x="1937" y="41"/>
                  <a:pt x="1945" y="53"/>
                  <a:pt x="1950" y="65"/>
                </a:cubicBezTo>
                <a:cubicBezTo>
                  <a:pt x="1956" y="78"/>
                  <a:pt x="1959" y="92"/>
                  <a:pt x="1959" y="106"/>
                </a:cubicBezTo>
                <a:lnTo>
                  <a:pt x="1959" y="477"/>
                </a:lnTo>
                <a:cubicBezTo>
                  <a:pt x="1959" y="491"/>
                  <a:pt x="1956" y="505"/>
                  <a:pt x="1950" y="518"/>
                </a:cubicBezTo>
                <a:cubicBezTo>
                  <a:pt x="1945" y="531"/>
                  <a:pt x="1937" y="542"/>
                  <a:pt x="1928" y="552"/>
                </a:cubicBezTo>
                <a:cubicBezTo>
                  <a:pt x="1918" y="562"/>
                  <a:pt x="1906" y="570"/>
                  <a:pt x="1893" y="575"/>
                </a:cubicBezTo>
                <a:cubicBezTo>
                  <a:pt x="1880" y="581"/>
                  <a:pt x="1867" y="583"/>
                  <a:pt x="1853" y="583"/>
                </a:cubicBezTo>
                <a:lnTo>
                  <a:pt x="105" y="583"/>
                </a:lnTo>
                <a:cubicBezTo>
                  <a:pt x="91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6" name=""/>
          <p:cNvSpPr txBox="1"/>
          <p:nvPr/>
        </p:nvSpPr>
        <p:spPr>
          <a:xfrm>
            <a:off x="2454120" y="4870440"/>
            <a:ext cx="53290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(CRITICAL / WARNING / INFO / AGENT_UNAVAILABLE / PARSE_ERROR) and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7" name=""/>
          <p:cNvSpPr txBox="1"/>
          <p:nvPr/>
        </p:nvSpPr>
        <p:spPr>
          <a:xfrm>
            <a:off x="7936560" y="4907880"/>
            <a:ext cx="5529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verdict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8" name=""/>
          <p:cNvSpPr txBox="1"/>
          <p:nvPr/>
        </p:nvSpPr>
        <p:spPr>
          <a:xfrm>
            <a:off x="8563680" y="4870440"/>
            <a:ext cx="2781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as Argo output params — branchable by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9" name=""/>
          <p:cNvSpPr txBox="1"/>
          <p:nvPr/>
        </p:nvSpPr>
        <p:spPr>
          <a:xfrm>
            <a:off x="1672200" y="5089320"/>
            <a:ext cx="21340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Teams / exit hook / GitLab issue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0" name=""/>
          <p:cNvSpPr txBox="1"/>
          <p:nvPr/>
        </p:nvSpPr>
        <p:spPr>
          <a:xfrm>
            <a:off x="685800" y="5518080"/>
            <a:ext cx="5569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Optional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1" name=""/>
          <p:cNvSpPr/>
          <p:nvPr/>
        </p:nvSpPr>
        <p:spPr>
          <a:xfrm>
            <a:off x="1676160" y="5524200"/>
            <a:ext cx="1248120" cy="209880"/>
          </a:xfrm>
          <a:custGeom>
            <a:avLst/>
            <a:gdLst/>
            <a:ahLst/>
            <a:rect l="0" t="0" r="r" b="b"/>
            <a:pathLst>
              <a:path w="3467" h="583">
                <a:moveTo>
                  <a:pt x="0" y="478"/>
                </a:moveTo>
                <a:lnTo>
                  <a:pt x="0" y="107"/>
                </a:ln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361" y="0"/>
                </a:lnTo>
                <a:cubicBezTo>
                  <a:pt x="3375" y="0"/>
                  <a:pt x="3389" y="3"/>
                  <a:pt x="3402" y="8"/>
                </a:cubicBezTo>
                <a:cubicBezTo>
                  <a:pt x="3415" y="14"/>
                  <a:pt x="3426" y="21"/>
                  <a:pt x="3436" y="31"/>
                </a:cubicBezTo>
                <a:cubicBezTo>
                  <a:pt x="3446" y="41"/>
                  <a:pt x="3454" y="53"/>
                  <a:pt x="3459" y="66"/>
                </a:cubicBezTo>
                <a:cubicBezTo>
                  <a:pt x="3465" y="80"/>
                  <a:pt x="3467" y="93"/>
                  <a:pt x="3467" y="107"/>
                </a:cubicBezTo>
                <a:lnTo>
                  <a:pt x="3467" y="478"/>
                </a:lnTo>
                <a:cubicBezTo>
                  <a:pt x="3467" y="492"/>
                  <a:pt x="3465" y="505"/>
                  <a:pt x="3459" y="518"/>
                </a:cubicBezTo>
                <a:cubicBezTo>
                  <a:pt x="3454" y="531"/>
                  <a:pt x="3446" y="542"/>
                  <a:pt x="3436" y="552"/>
                </a:cubicBezTo>
                <a:cubicBezTo>
                  <a:pt x="3426" y="562"/>
                  <a:pt x="3415" y="570"/>
                  <a:pt x="3402" y="575"/>
                </a:cubicBezTo>
                <a:cubicBezTo>
                  <a:pt x="3389" y="581"/>
                  <a:pt x="3375" y="583"/>
                  <a:pt x="3361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2" name=""/>
          <p:cNvSpPr txBox="1"/>
          <p:nvPr/>
        </p:nvSpPr>
        <p:spPr>
          <a:xfrm>
            <a:off x="685800" y="5736960"/>
            <a:ext cx="4075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gating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3" name=""/>
          <p:cNvSpPr txBox="1"/>
          <p:nvPr/>
        </p:nvSpPr>
        <p:spPr>
          <a:xfrm>
            <a:off x="1748160" y="5555520"/>
            <a:ext cx="11055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failOnCritical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4" name=""/>
          <p:cNvSpPr txBox="1"/>
          <p:nvPr/>
        </p:nvSpPr>
        <p:spPr>
          <a:xfrm>
            <a:off x="2926080" y="5518080"/>
            <a:ext cx="5718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(off by default) fails the workflow when severity = CRITICAL — upstream alerting fires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5" name=""/>
          <p:cNvSpPr/>
          <p:nvPr/>
        </p:nvSpPr>
        <p:spPr>
          <a:xfrm>
            <a:off x="1676160" y="6171840"/>
            <a:ext cx="4867560" cy="210240"/>
          </a:xfrm>
          <a:custGeom>
            <a:avLst/>
            <a:gdLst/>
            <a:ahLst/>
            <a:rect l="0" t="0" r="r" b="b"/>
            <a:pathLst>
              <a:path w="13521" h="584">
                <a:moveTo>
                  <a:pt x="0" y="478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3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13416" y="0"/>
                </a:lnTo>
                <a:cubicBezTo>
                  <a:pt x="13430" y="0"/>
                  <a:pt x="13443" y="3"/>
                  <a:pt x="13456" y="9"/>
                </a:cubicBezTo>
                <a:cubicBezTo>
                  <a:pt x="13469" y="14"/>
                  <a:pt x="13480" y="22"/>
                  <a:pt x="13490" y="32"/>
                </a:cubicBezTo>
                <a:cubicBezTo>
                  <a:pt x="13500" y="42"/>
                  <a:pt x="13508" y="54"/>
                  <a:pt x="13513" y="67"/>
                </a:cubicBezTo>
                <a:cubicBezTo>
                  <a:pt x="13519" y="80"/>
                  <a:pt x="13521" y="93"/>
                  <a:pt x="13521" y="107"/>
                </a:cubicBezTo>
                <a:lnTo>
                  <a:pt x="13521" y="478"/>
                </a:lnTo>
                <a:cubicBezTo>
                  <a:pt x="13521" y="492"/>
                  <a:pt x="13519" y="505"/>
                  <a:pt x="13513" y="518"/>
                </a:cubicBezTo>
                <a:cubicBezTo>
                  <a:pt x="13508" y="531"/>
                  <a:pt x="13500" y="543"/>
                  <a:pt x="13490" y="553"/>
                </a:cubicBezTo>
                <a:cubicBezTo>
                  <a:pt x="13480" y="563"/>
                  <a:pt x="13469" y="570"/>
                  <a:pt x="13456" y="576"/>
                </a:cubicBezTo>
                <a:cubicBezTo>
                  <a:pt x="13443" y="581"/>
                  <a:pt x="13430" y="584"/>
                  <a:pt x="13416" y="584"/>
                </a:cubicBezTo>
                <a:lnTo>
                  <a:pt x="106" y="584"/>
                </a:lnTo>
                <a:cubicBezTo>
                  <a:pt x="92" y="584"/>
                  <a:pt x="78" y="581"/>
                  <a:pt x="65" y="576"/>
                </a:cubicBezTo>
                <a:cubicBezTo>
                  <a:pt x="53" y="570"/>
                  <a:pt x="41" y="563"/>
                  <a:pt x="31" y="553"/>
                </a:cubicBezTo>
                <a:cubicBezTo>
                  <a:pt x="21" y="543"/>
                  <a:pt x="14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6" name=""/>
          <p:cNvSpPr txBox="1"/>
          <p:nvPr/>
        </p:nvSpPr>
        <p:spPr>
          <a:xfrm>
            <a:off x="685800" y="6165720"/>
            <a:ext cx="473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Source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7" name=""/>
          <p:cNvSpPr txBox="1"/>
          <p:nvPr/>
        </p:nvSpPr>
        <p:spPr>
          <a:xfrm>
            <a:off x="1748160" y="6203160"/>
            <a:ext cx="47350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infra-stack/kro-stack/definitions/uk8s-certification-v2.yaml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8" name=""/>
          <p:cNvSpPr/>
          <p:nvPr/>
        </p:nvSpPr>
        <p:spPr>
          <a:xfrm>
            <a:off x="6972120" y="6171840"/>
            <a:ext cx="2038680" cy="210240"/>
          </a:xfrm>
          <a:custGeom>
            <a:avLst/>
            <a:gdLst/>
            <a:ahLst/>
            <a:rect l="0" t="0" r="r" b="b"/>
            <a:pathLst>
              <a:path w="5663" h="584">
                <a:moveTo>
                  <a:pt x="0" y="478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5557" y="0"/>
                </a:lnTo>
                <a:cubicBezTo>
                  <a:pt x="5571" y="0"/>
                  <a:pt x="5585" y="3"/>
                  <a:pt x="5598" y="9"/>
                </a:cubicBezTo>
                <a:cubicBezTo>
                  <a:pt x="5611" y="14"/>
                  <a:pt x="5622" y="22"/>
                  <a:pt x="5632" y="32"/>
                </a:cubicBezTo>
                <a:cubicBezTo>
                  <a:pt x="5642" y="42"/>
                  <a:pt x="5650" y="54"/>
                  <a:pt x="5655" y="67"/>
                </a:cubicBezTo>
                <a:cubicBezTo>
                  <a:pt x="5660" y="80"/>
                  <a:pt x="5663" y="93"/>
                  <a:pt x="5663" y="107"/>
                </a:cubicBezTo>
                <a:lnTo>
                  <a:pt x="5663" y="478"/>
                </a:lnTo>
                <a:cubicBezTo>
                  <a:pt x="5663" y="492"/>
                  <a:pt x="5660" y="505"/>
                  <a:pt x="5655" y="518"/>
                </a:cubicBezTo>
                <a:cubicBezTo>
                  <a:pt x="5650" y="531"/>
                  <a:pt x="5642" y="543"/>
                  <a:pt x="5632" y="553"/>
                </a:cubicBezTo>
                <a:cubicBezTo>
                  <a:pt x="5622" y="563"/>
                  <a:pt x="5611" y="570"/>
                  <a:pt x="5598" y="576"/>
                </a:cubicBezTo>
                <a:cubicBezTo>
                  <a:pt x="5585" y="581"/>
                  <a:pt x="5571" y="584"/>
                  <a:pt x="5557" y="584"/>
                </a:cubicBezTo>
                <a:lnTo>
                  <a:pt x="106" y="584"/>
                </a:lnTo>
                <a:cubicBezTo>
                  <a:pt x="92" y="584"/>
                  <a:pt x="78" y="581"/>
                  <a:pt x="65" y="576"/>
                </a:cubicBezTo>
                <a:cubicBezTo>
                  <a:pt x="52" y="570"/>
                  <a:pt x="41" y="563"/>
                  <a:pt x="31" y="553"/>
                </a:cubicBezTo>
                <a:cubicBezTo>
                  <a:pt x="21" y="543"/>
                  <a:pt x="13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9" name=""/>
          <p:cNvSpPr txBox="1"/>
          <p:nvPr/>
        </p:nvSpPr>
        <p:spPr>
          <a:xfrm>
            <a:off x="6545160" y="6165720"/>
            <a:ext cx="4654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· doc: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0" name=""/>
          <p:cNvSpPr txBox="1"/>
          <p:nvPr/>
        </p:nvSpPr>
        <p:spPr>
          <a:xfrm>
            <a:off x="7049160" y="6203160"/>
            <a:ext cx="18943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UK8S-CERTIFICATION-V2.md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1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2" name=""/>
          <p:cNvSpPr txBox="1"/>
          <p:nvPr/>
        </p:nvSpPr>
        <p:spPr>
          <a:xfrm>
            <a:off x="1177092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33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6" name=""/>
          <p:cNvSpPr txBox="1"/>
          <p:nvPr/>
        </p:nvSpPr>
        <p:spPr>
          <a:xfrm>
            <a:off x="5595120" y="2541960"/>
            <a:ext cx="1208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S E C T I O N   0 6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7" name=""/>
          <p:cNvSpPr txBox="1"/>
          <p:nvPr/>
        </p:nvSpPr>
        <p:spPr>
          <a:xfrm>
            <a:off x="4351320" y="2705400"/>
            <a:ext cx="4078080" cy="966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40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Open Work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8" name=""/>
          <p:cNvSpPr txBox="1"/>
          <p:nvPr/>
        </p:nvSpPr>
        <p:spPr>
          <a:xfrm>
            <a:off x="4351320" y="3828240"/>
            <a:ext cx="350136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25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Pending items + ownership</a:t>
            </a:r>
            <a:endParaRPr lang="en-GB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9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0" name=""/>
          <p:cNvSpPr txBox="1"/>
          <p:nvPr/>
        </p:nvSpPr>
        <p:spPr>
          <a:xfrm>
            <a:off x="1176336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34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4" name=""/>
          <p:cNvSpPr/>
          <p:nvPr/>
        </p:nvSpPr>
        <p:spPr>
          <a:xfrm>
            <a:off x="685440" y="2819160"/>
            <a:ext cx="2934360" cy="19440"/>
          </a:xfrm>
          <a:custGeom>
            <a:avLst/>
            <a:gdLst/>
            <a:ahLst/>
            <a:rect l="0" t="0" r="r" b="b"/>
            <a:pathLst>
              <a:path w="8151" h="54">
                <a:moveTo>
                  <a:pt x="0" y="0"/>
                </a:moveTo>
                <a:lnTo>
                  <a:pt x="8151" y="0"/>
                </a:lnTo>
                <a:lnTo>
                  <a:pt x="815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5" name=""/>
          <p:cNvSpPr/>
          <p:nvPr/>
        </p:nvSpPr>
        <p:spPr>
          <a:xfrm>
            <a:off x="3619440" y="2819160"/>
            <a:ext cx="1095480" cy="19440"/>
          </a:xfrm>
          <a:custGeom>
            <a:avLst/>
            <a:gdLst/>
            <a:ahLst/>
            <a:rect l="0" t="0" r="r" b="b"/>
            <a:pathLst>
              <a:path w="3043" h="54">
                <a:moveTo>
                  <a:pt x="0" y="0"/>
                </a:moveTo>
                <a:lnTo>
                  <a:pt x="3043" y="0"/>
                </a:lnTo>
                <a:lnTo>
                  <a:pt x="304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6" name=""/>
          <p:cNvSpPr/>
          <p:nvPr/>
        </p:nvSpPr>
        <p:spPr>
          <a:xfrm>
            <a:off x="4714560" y="2819160"/>
            <a:ext cx="1676880" cy="19440"/>
          </a:xfrm>
          <a:custGeom>
            <a:avLst/>
            <a:gdLst/>
            <a:ahLst/>
            <a:rect l="0" t="0" r="r" b="b"/>
            <a:pathLst>
              <a:path w="4658" h="54">
                <a:moveTo>
                  <a:pt x="0" y="0"/>
                </a:moveTo>
                <a:lnTo>
                  <a:pt x="4658" y="0"/>
                </a:lnTo>
                <a:lnTo>
                  <a:pt x="465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7" name=""/>
          <p:cNvSpPr/>
          <p:nvPr/>
        </p:nvSpPr>
        <p:spPr>
          <a:xfrm>
            <a:off x="6391080" y="2819160"/>
            <a:ext cx="3619800" cy="19440"/>
          </a:xfrm>
          <a:custGeom>
            <a:avLst/>
            <a:gdLst/>
            <a:ahLst/>
            <a:rect l="0" t="0" r="r" b="b"/>
            <a:pathLst>
              <a:path w="10055" h="54">
                <a:moveTo>
                  <a:pt x="0" y="0"/>
                </a:moveTo>
                <a:lnTo>
                  <a:pt x="10055" y="0"/>
                </a:lnTo>
                <a:lnTo>
                  <a:pt x="1005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8" name=""/>
          <p:cNvSpPr/>
          <p:nvPr/>
        </p:nvSpPr>
        <p:spPr>
          <a:xfrm>
            <a:off x="685440" y="3286080"/>
            <a:ext cx="2934360" cy="9720"/>
          </a:xfrm>
          <a:custGeom>
            <a:avLst/>
            <a:gdLst/>
            <a:ahLst/>
            <a:rect l="0" t="0" r="r" b="b"/>
            <a:pathLst>
              <a:path w="8151" h="27">
                <a:moveTo>
                  <a:pt x="0" y="0"/>
                </a:moveTo>
                <a:lnTo>
                  <a:pt x="8151" y="0"/>
                </a:lnTo>
                <a:lnTo>
                  <a:pt x="81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9" name=""/>
          <p:cNvSpPr/>
          <p:nvPr/>
        </p:nvSpPr>
        <p:spPr>
          <a:xfrm>
            <a:off x="3619440" y="328608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0" name=""/>
          <p:cNvSpPr/>
          <p:nvPr/>
        </p:nvSpPr>
        <p:spPr>
          <a:xfrm>
            <a:off x="4714560" y="328608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1" name=""/>
          <p:cNvSpPr/>
          <p:nvPr/>
        </p:nvSpPr>
        <p:spPr>
          <a:xfrm>
            <a:off x="6391080" y="328608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2" name=""/>
          <p:cNvSpPr/>
          <p:nvPr/>
        </p:nvSpPr>
        <p:spPr>
          <a:xfrm>
            <a:off x="685440" y="3743280"/>
            <a:ext cx="2934360" cy="9720"/>
          </a:xfrm>
          <a:custGeom>
            <a:avLst/>
            <a:gdLst/>
            <a:ahLst/>
            <a:rect l="0" t="0" r="r" b="b"/>
            <a:pathLst>
              <a:path w="8151" h="27">
                <a:moveTo>
                  <a:pt x="0" y="0"/>
                </a:moveTo>
                <a:lnTo>
                  <a:pt x="8151" y="0"/>
                </a:lnTo>
                <a:lnTo>
                  <a:pt x="81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3" name=""/>
          <p:cNvSpPr/>
          <p:nvPr/>
        </p:nvSpPr>
        <p:spPr>
          <a:xfrm>
            <a:off x="3619440" y="374328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4" name=""/>
          <p:cNvSpPr/>
          <p:nvPr/>
        </p:nvSpPr>
        <p:spPr>
          <a:xfrm>
            <a:off x="4714560" y="374328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5" name=""/>
          <p:cNvSpPr/>
          <p:nvPr/>
        </p:nvSpPr>
        <p:spPr>
          <a:xfrm>
            <a:off x="6391080" y="374328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6" name=""/>
          <p:cNvSpPr/>
          <p:nvPr/>
        </p:nvSpPr>
        <p:spPr>
          <a:xfrm>
            <a:off x="685440" y="4190760"/>
            <a:ext cx="2934360" cy="10080"/>
          </a:xfrm>
          <a:custGeom>
            <a:avLst/>
            <a:gdLst/>
            <a:ahLst/>
            <a:rect l="0" t="0" r="r" b="b"/>
            <a:pathLst>
              <a:path w="8151" h="28">
                <a:moveTo>
                  <a:pt x="0" y="0"/>
                </a:moveTo>
                <a:lnTo>
                  <a:pt x="8151" y="0"/>
                </a:lnTo>
                <a:lnTo>
                  <a:pt x="81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7" name=""/>
          <p:cNvSpPr/>
          <p:nvPr/>
        </p:nvSpPr>
        <p:spPr>
          <a:xfrm>
            <a:off x="3619440" y="4190760"/>
            <a:ext cx="1095480" cy="10080"/>
          </a:xfrm>
          <a:custGeom>
            <a:avLst/>
            <a:gdLst/>
            <a:ahLst/>
            <a:rect l="0" t="0" r="r" b="b"/>
            <a:pathLst>
              <a:path w="3043" h="28">
                <a:moveTo>
                  <a:pt x="0" y="0"/>
                </a:moveTo>
                <a:lnTo>
                  <a:pt x="3043" y="0"/>
                </a:lnTo>
                <a:lnTo>
                  <a:pt x="30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8" name=""/>
          <p:cNvSpPr/>
          <p:nvPr/>
        </p:nvSpPr>
        <p:spPr>
          <a:xfrm>
            <a:off x="4714560" y="4190760"/>
            <a:ext cx="1676880" cy="10080"/>
          </a:xfrm>
          <a:custGeom>
            <a:avLst/>
            <a:gdLst/>
            <a:ahLst/>
            <a:rect l="0" t="0" r="r" b="b"/>
            <a:pathLst>
              <a:path w="4658" h="28">
                <a:moveTo>
                  <a:pt x="0" y="0"/>
                </a:moveTo>
                <a:lnTo>
                  <a:pt x="4658" y="0"/>
                </a:lnTo>
                <a:lnTo>
                  <a:pt x="4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9" name=""/>
          <p:cNvSpPr/>
          <p:nvPr/>
        </p:nvSpPr>
        <p:spPr>
          <a:xfrm>
            <a:off x="6391080" y="4190760"/>
            <a:ext cx="3619800" cy="10080"/>
          </a:xfrm>
          <a:custGeom>
            <a:avLst/>
            <a:gdLst/>
            <a:ahLst/>
            <a:rect l="0" t="0" r="r" b="b"/>
            <a:pathLst>
              <a:path w="10055" h="28">
                <a:moveTo>
                  <a:pt x="0" y="0"/>
                </a:moveTo>
                <a:lnTo>
                  <a:pt x="10055" y="0"/>
                </a:lnTo>
                <a:lnTo>
                  <a:pt x="10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0" name=""/>
          <p:cNvSpPr/>
          <p:nvPr/>
        </p:nvSpPr>
        <p:spPr>
          <a:xfrm>
            <a:off x="685440" y="4647960"/>
            <a:ext cx="2934360" cy="10080"/>
          </a:xfrm>
          <a:custGeom>
            <a:avLst/>
            <a:gdLst/>
            <a:ahLst/>
            <a:rect l="0" t="0" r="r" b="b"/>
            <a:pathLst>
              <a:path w="8151" h="28">
                <a:moveTo>
                  <a:pt x="0" y="0"/>
                </a:moveTo>
                <a:lnTo>
                  <a:pt x="8151" y="0"/>
                </a:lnTo>
                <a:lnTo>
                  <a:pt x="81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1" name=""/>
          <p:cNvSpPr/>
          <p:nvPr/>
        </p:nvSpPr>
        <p:spPr>
          <a:xfrm>
            <a:off x="3619440" y="4647960"/>
            <a:ext cx="1095480" cy="10080"/>
          </a:xfrm>
          <a:custGeom>
            <a:avLst/>
            <a:gdLst/>
            <a:ahLst/>
            <a:rect l="0" t="0" r="r" b="b"/>
            <a:pathLst>
              <a:path w="3043" h="28">
                <a:moveTo>
                  <a:pt x="0" y="0"/>
                </a:moveTo>
                <a:lnTo>
                  <a:pt x="3043" y="0"/>
                </a:lnTo>
                <a:lnTo>
                  <a:pt x="30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2" name=""/>
          <p:cNvSpPr/>
          <p:nvPr/>
        </p:nvSpPr>
        <p:spPr>
          <a:xfrm>
            <a:off x="4714560" y="4647960"/>
            <a:ext cx="1676880" cy="10080"/>
          </a:xfrm>
          <a:custGeom>
            <a:avLst/>
            <a:gdLst/>
            <a:ahLst/>
            <a:rect l="0" t="0" r="r" b="b"/>
            <a:pathLst>
              <a:path w="4658" h="28">
                <a:moveTo>
                  <a:pt x="0" y="0"/>
                </a:moveTo>
                <a:lnTo>
                  <a:pt x="4658" y="0"/>
                </a:lnTo>
                <a:lnTo>
                  <a:pt x="4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3" name=""/>
          <p:cNvSpPr/>
          <p:nvPr/>
        </p:nvSpPr>
        <p:spPr>
          <a:xfrm>
            <a:off x="6391080" y="4647960"/>
            <a:ext cx="3619800" cy="10080"/>
          </a:xfrm>
          <a:custGeom>
            <a:avLst/>
            <a:gdLst/>
            <a:ahLst/>
            <a:rect l="0" t="0" r="r" b="b"/>
            <a:pathLst>
              <a:path w="10055" h="28">
                <a:moveTo>
                  <a:pt x="0" y="0"/>
                </a:moveTo>
                <a:lnTo>
                  <a:pt x="10055" y="0"/>
                </a:lnTo>
                <a:lnTo>
                  <a:pt x="10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4" name=""/>
          <p:cNvSpPr/>
          <p:nvPr/>
        </p:nvSpPr>
        <p:spPr>
          <a:xfrm>
            <a:off x="685440" y="5095800"/>
            <a:ext cx="2934360" cy="9720"/>
          </a:xfrm>
          <a:custGeom>
            <a:avLst/>
            <a:gdLst/>
            <a:ahLst/>
            <a:rect l="0" t="0" r="r" b="b"/>
            <a:pathLst>
              <a:path w="8151" h="27">
                <a:moveTo>
                  <a:pt x="0" y="0"/>
                </a:moveTo>
                <a:lnTo>
                  <a:pt x="8151" y="0"/>
                </a:lnTo>
                <a:lnTo>
                  <a:pt x="81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5" name=""/>
          <p:cNvSpPr/>
          <p:nvPr/>
        </p:nvSpPr>
        <p:spPr>
          <a:xfrm>
            <a:off x="3619440" y="509580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6" name=""/>
          <p:cNvSpPr/>
          <p:nvPr/>
        </p:nvSpPr>
        <p:spPr>
          <a:xfrm>
            <a:off x="4714560" y="509580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7" name=""/>
          <p:cNvSpPr/>
          <p:nvPr/>
        </p:nvSpPr>
        <p:spPr>
          <a:xfrm>
            <a:off x="6391080" y="509580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8" name=""/>
          <p:cNvSpPr/>
          <p:nvPr/>
        </p:nvSpPr>
        <p:spPr>
          <a:xfrm>
            <a:off x="685440" y="5553000"/>
            <a:ext cx="2934360" cy="9720"/>
          </a:xfrm>
          <a:custGeom>
            <a:avLst/>
            <a:gdLst/>
            <a:ahLst/>
            <a:rect l="0" t="0" r="r" b="b"/>
            <a:pathLst>
              <a:path w="8151" h="27">
                <a:moveTo>
                  <a:pt x="0" y="0"/>
                </a:moveTo>
                <a:lnTo>
                  <a:pt x="8151" y="0"/>
                </a:lnTo>
                <a:lnTo>
                  <a:pt x="81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9" name=""/>
          <p:cNvSpPr/>
          <p:nvPr/>
        </p:nvSpPr>
        <p:spPr>
          <a:xfrm>
            <a:off x="3619440" y="5553000"/>
            <a:ext cx="1095480" cy="9720"/>
          </a:xfrm>
          <a:custGeom>
            <a:avLst/>
            <a:gdLst/>
            <a:ahLst/>
            <a:rect l="0" t="0" r="r" b="b"/>
            <a:pathLst>
              <a:path w="3043" h="27">
                <a:moveTo>
                  <a:pt x="0" y="0"/>
                </a:moveTo>
                <a:lnTo>
                  <a:pt x="3043" y="0"/>
                </a:lnTo>
                <a:lnTo>
                  <a:pt x="30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0" name=""/>
          <p:cNvSpPr/>
          <p:nvPr/>
        </p:nvSpPr>
        <p:spPr>
          <a:xfrm>
            <a:off x="4714560" y="555300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1" name=""/>
          <p:cNvSpPr/>
          <p:nvPr/>
        </p:nvSpPr>
        <p:spPr>
          <a:xfrm>
            <a:off x="6391080" y="555300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2" name=""/>
          <p:cNvSpPr txBox="1"/>
          <p:nvPr/>
        </p:nvSpPr>
        <p:spPr>
          <a:xfrm>
            <a:off x="685800" y="1281960"/>
            <a:ext cx="2424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P E N D I N G   I T E M S   ( 1 / 2 )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3" name=""/>
          <p:cNvSpPr txBox="1"/>
          <p:nvPr/>
        </p:nvSpPr>
        <p:spPr>
          <a:xfrm>
            <a:off x="685800" y="1481760"/>
            <a:ext cx="527904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In flight + designed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4" name=""/>
          <p:cNvSpPr txBox="1"/>
          <p:nvPr/>
        </p:nvSpPr>
        <p:spPr>
          <a:xfrm>
            <a:off x="685800" y="2533680"/>
            <a:ext cx="4381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I T E M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5" name=""/>
          <p:cNvSpPr txBox="1"/>
          <p:nvPr/>
        </p:nvSpPr>
        <p:spPr>
          <a:xfrm>
            <a:off x="3616560" y="2533680"/>
            <a:ext cx="59904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STAT U S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6" name=""/>
          <p:cNvSpPr txBox="1"/>
          <p:nvPr/>
        </p:nvSpPr>
        <p:spPr>
          <a:xfrm>
            <a:off x="4710600" y="2533680"/>
            <a:ext cx="4831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OWNER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7" name=""/>
          <p:cNvSpPr txBox="1"/>
          <p:nvPr/>
        </p:nvSpPr>
        <p:spPr>
          <a:xfrm>
            <a:off x="6391440" y="2533680"/>
            <a:ext cx="7794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B LO C KE R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8" name=""/>
          <p:cNvSpPr txBox="1"/>
          <p:nvPr/>
        </p:nvSpPr>
        <p:spPr>
          <a:xfrm>
            <a:off x="685800" y="2936880"/>
            <a:ext cx="606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Full A2A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9" name=""/>
          <p:cNvSpPr txBox="1"/>
          <p:nvPr/>
        </p:nvSpPr>
        <p:spPr>
          <a:xfrm>
            <a:off x="1278000" y="295200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1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0" name=""/>
          <p:cNvSpPr/>
          <p:nvPr/>
        </p:nvSpPr>
        <p:spPr>
          <a:xfrm>
            <a:off x="3619440" y="2943000"/>
            <a:ext cx="771840" cy="248040"/>
          </a:xfrm>
          <a:custGeom>
            <a:avLst/>
            <a:gdLst/>
            <a:ahLst/>
            <a:rect l="0" t="0" r="r" b="b"/>
            <a:pathLst>
              <a:path w="2144" h="689">
                <a:moveTo>
                  <a:pt x="38" y="39"/>
                </a:moveTo>
                <a:cubicBezTo>
                  <a:pt x="64" y="13"/>
                  <a:pt x="95" y="0"/>
                  <a:pt x="132" y="0"/>
                </a:cubicBezTo>
                <a:lnTo>
                  <a:pt x="2012" y="0"/>
                </a:lnTo>
                <a:cubicBezTo>
                  <a:pt x="2048" y="0"/>
                  <a:pt x="2079" y="13"/>
                  <a:pt x="2105" y="39"/>
                </a:cubicBezTo>
                <a:cubicBezTo>
                  <a:pt x="2131" y="65"/>
                  <a:pt x="2144" y="96"/>
                  <a:pt x="2144" y="132"/>
                </a:cubicBezTo>
                <a:lnTo>
                  <a:pt x="2144" y="557"/>
                </a:lnTo>
                <a:cubicBezTo>
                  <a:pt x="2144" y="593"/>
                  <a:pt x="2131" y="624"/>
                  <a:pt x="2105" y="650"/>
                </a:cubicBezTo>
                <a:cubicBezTo>
                  <a:pt x="2079" y="676"/>
                  <a:pt x="2048" y="689"/>
                  <a:pt x="2011" y="689"/>
                </a:cubicBezTo>
                <a:lnTo>
                  <a:pt x="132" y="689"/>
                </a:lnTo>
                <a:cubicBezTo>
                  <a:pt x="95" y="689"/>
                  <a:pt x="64" y="676"/>
                  <a:pt x="38" y="650"/>
                </a:cubicBezTo>
                <a:cubicBezTo>
                  <a:pt x="13" y="624"/>
                  <a:pt x="0" y="593"/>
                  <a:pt x="0" y="557"/>
                </a:cubicBezTo>
                <a:lnTo>
                  <a:pt x="0" y="132"/>
                </a:lnTo>
                <a:cubicBezTo>
                  <a:pt x="0" y="96"/>
                  <a:pt x="13" y="65"/>
                  <a:pt x="38" y="39"/>
                </a:cubicBezTo>
                <a:close/>
              </a:path>
            </a:pathLst>
          </a:custGeom>
          <a:solidFill>
            <a:srgbClr val="F5A623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1" name=""/>
          <p:cNvSpPr/>
          <p:nvPr/>
        </p:nvSpPr>
        <p:spPr>
          <a:xfrm>
            <a:off x="3619440" y="2943000"/>
            <a:ext cx="771840" cy="248040"/>
          </a:xfrm>
          <a:custGeom>
            <a:avLst/>
            <a:gdLst/>
            <a:ahLst/>
            <a:rect l="0" t="0" r="r" b="b"/>
            <a:pathLst>
              <a:path w="2144" h="689">
                <a:moveTo>
                  <a:pt x="0" y="557"/>
                </a:moveTo>
                <a:lnTo>
                  <a:pt x="0" y="132"/>
                </a:lnTo>
                <a:cubicBezTo>
                  <a:pt x="0" y="96"/>
                  <a:pt x="13" y="65"/>
                  <a:pt x="38" y="39"/>
                </a:cubicBezTo>
                <a:cubicBezTo>
                  <a:pt x="64" y="13"/>
                  <a:pt x="95" y="0"/>
                  <a:pt x="132" y="0"/>
                </a:cubicBezTo>
                <a:lnTo>
                  <a:pt x="2011" y="0"/>
                </a:lnTo>
                <a:cubicBezTo>
                  <a:pt x="2048" y="0"/>
                  <a:pt x="2079" y="13"/>
                  <a:pt x="2105" y="39"/>
                </a:cubicBezTo>
                <a:cubicBezTo>
                  <a:pt x="2131" y="65"/>
                  <a:pt x="2144" y="96"/>
                  <a:pt x="2144" y="132"/>
                </a:cubicBezTo>
                <a:lnTo>
                  <a:pt x="2144" y="557"/>
                </a:lnTo>
                <a:cubicBezTo>
                  <a:pt x="2144" y="593"/>
                  <a:pt x="2131" y="624"/>
                  <a:pt x="2105" y="650"/>
                </a:cubicBezTo>
                <a:cubicBezTo>
                  <a:pt x="2079" y="676"/>
                  <a:pt x="2048" y="689"/>
                  <a:pt x="2011" y="689"/>
                </a:cubicBezTo>
                <a:lnTo>
                  <a:pt x="132" y="689"/>
                </a:lnTo>
                <a:cubicBezTo>
                  <a:pt x="95" y="689"/>
                  <a:pt x="64" y="676"/>
                  <a:pt x="38" y="650"/>
                </a:cubicBezTo>
                <a:cubicBezTo>
                  <a:pt x="13" y="624"/>
                  <a:pt x="0" y="593"/>
                  <a:pt x="0" y="557"/>
                </a:cubicBezTo>
                <a:moveTo>
                  <a:pt x="26" y="132"/>
                </a:moveTo>
                <a:lnTo>
                  <a:pt x="26" y="557"/>
                </a:lnTo>
                <a:cubicBezTo>
                  <a:pt x="26" y="571"/>
                  <a:pt x="29" y="584"/>
                  <a:pt x="34" y="597"/>
                </a:cubicBezTo>
                <a:cubicBezTo>
                  <a:pt x="40" y="610"/>
                  <a:pt x="47" y="622"/>
                  <a:pt x="57" y="632"/>
                </a:cubicBezTo>
                <a:cubicBezTo>
                  <a:pt x="67" y="642"/>
                  <a:pt x="78" y="649"/>
                  <a:pt x="91" y="655"/>
                </a:cubicBezTo>
                <a:cubicBezTo>
                  <a:pt x="104" y="660"/>
                  <a:pt x="118" y="663"/>
                  <a:pt x="132" y="663"/>
                </a:cubicBezTo>
                <a:lnTo>
                  <a:pt x="2011" y="663"/>
                </a:lnTo>
                <a:cubicBezTo>
                  <a:pt x="2026" y="663"/>
                  <a:pt x="2039" y="660"/>
                  <a:pt x="2052" y="655"/>
                </a:cubicBezTo>
                <a:cubicBezTo>
                  <a:pt x="2065" y="649"/>
                  <a:pt x="2076" y="642"/>
                  <a:pt x="2086" y="632"/>
                </a:cubicBezTo>
                <a:cubicBezTo>
                  <a:pt x="2096" y="622"/>
                  <a:pt x="2104" y="610"/>
                  <a:pt x="2109" y="597"/>
                </a:cubicBezTo>
                <a:cubicBezTo>
                  <a:pt x="2115" y="584"/>
                  <a:pt x="2117" y="571"/>
                  <a:pt x="2117" y="557"/>
                </a:cubicBezTo>
                <a:lnTo>
                  <a:pt x="2117" y="132"/>
                </a:lnTo>
                <a:cubicBezTo>
                  <a:pt x="2117" y="118"/>
                  <a:pt x="2115" y="105"/>
                  <a:pt x="2109" y="92"/>
                </a:cubicBezTo>
                <a:cubicBezTo>
                  <a:pt x="2104" y="79"/>
                  <a:pt x="2096" y="68"/>
                  <a:pt x="2086" y="58"/>
                </a:cubicBezTo>
                <a:cubicBezTo>
                  <a:pt x="2076" y="48"/>
                  <a:pt x="2065" y="40"/>
                  <a:pt x="2052" y="35"/>
                </a:cubicBezTo>
                <a:cubicBezTo>
                  <a:pt x="2039" y="29"/>
                  <a:pt x="2026" y="27"/>
                  <a:pt x="2011" y="27"/>
                </a:cubicBezTo>
                <a:lnTo>
                  <a:pt x="132" y="27"/>
                </a:lnTo>
                <a:cubicBezTo>
                  <a:pt x="118" y="27"/>
                  <a:pt x="104" y="29"/>
                  <a:pt x="91" y="35"/>
                </a:cubicBezTo>
                <a:cubicBezTo>
                  <a:pt x="78" y="40"/>
                  <a:pt x="67" y="48"/>
                  <a:pt x="57" y="58"/>
                </a:cubicBezTo>
                <a:cubicBezTo>
                  <a:pt x="47" y="68"/>
                  <a:pt x="40" y="79"/>
                  <a:pt x="34" y="92"/>
                </a:cubicBezTo>
                <a:cubicBezTo>
                  <a:pt x="29" y="105"/>
                  <a:pt x="26" y="118"/>
                  <a:pt x="26" y="132"/>
                </a:cubicBezTo>
                <a:close/>
              </a:path>
            </a:pathLst>
          </a:custGeom>
          <a:solidFill>
            <a:srgbClr val="F5A623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2" name=""/>
          <p:cNvSpPr txBox="1"/>
          <p:nvPr/>
        </p:nvSpPr>
        <p:spPr>
          <a:xfrm>
            <a:off x="1426320" y="2936880"/>
            <a:ext cx="780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HITL demo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3" name=""/>
          <p:cNvSpPr txBox="1"/>
          <p:nvPr/>
        </p:nvSpPr>
        <p:spPr>
          <a:xfrm>
            <a:off x="3740400" y="3003480"/>
            <a:ext cx="7246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FBBF24"/>
                </a:solidFill>
                <a:effectLst/>
                <a:uFillTx/>
                <a:latin typeface="Outfit-Thin_"/>
                <a:ea typeface="Outfit-Thin_"/>
              </a:rPr>
              <a:t>I N   F L I G H T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4" name=""/>
          <p:cNvSpPr txBox="1"/>
          <p:nvPr/>
        </p:nvSpPr>
        <p:spPr>
          <a:xfrm>
            <a:off x="4710600" y="2936880"/>
            <a:ext cx="805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Engineering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5" name=""/>
          <p:cNvSpPr txBox="1"/>
          <p:nvPr/>
        </p:nvSpPr>
        <p:spPr>
          <a:xfrm>
            <a:off x="6391440" y="2936880"/>
            <a:ext cx="30801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Wiring specialist agents into proven HITL gate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6" name=""/>
          <p:cNvSpPr/>
          <p:nvPr/>
        </p:nvSpPr>
        <p:spPr>
          <a:xfrm>
            <a:off x="3619440" y="3400200"/>
            <a:ext cx="771840" cy="248040"/>
          </a:xfrm>
          <a:custGeom>
            <a:avLst/>
            <a:gdLst/>
            <a:ahLst/>
            <a:rect l="0" t="0" r="r" b="b"/>
            <a:pathLst>
              <a:path w="2144" h="689">
                <a:moveTo>
                  <a:pt x="38" y="39"/>
                </a:moveTo>
                <a:cubicBezTo>
                  <a:pt x="64" y="13"/>
                  <a:pt x="95" y="0"/>
                  <a:pt x="132" y="0"/>
                </a:cubicBezTo>
                <a:lnTo>
                  <a:pt x="2012" y="0"/>
                </a:lnTo>
                <a:cubicBezTo>
                  <a:pt x="2048" y="0"/>
                  <a:pt x="2079" y="13"/>
                  <a:pt x="2105" y="39"/>
                </a:cubicBezTo>
                <a:cubicBezTo>
                  <a:pt x="2131" y="65"/>
                  <a:pt x="2144" y="96"/>
                  <a:pt x="2144" y="132"/>
                </a:cubicBezTo>
                <a:lnTo>
                  <a:pt x="2144" y="557"/>
                </a:lnTo>
                <a:cubicBezTo>
                  <a:pt x="2144" y="593"/>
                  <a:pt x="2131" y="624"/>
                  <a:pt x="2105" y="650"/>
                </a:cubicBezTo>
                <a:cubicBezTo>
                  <a:pt x="2079" y="676"/>
                  <a:pt x="2048" y="689"/>
                  <a:pt x="2011" y="689"/>
                </a:cubicBezTo>
                <a:lnTo>
                  <a:pt x="132" y="689"/>
                </a:lnTo>
                <a:cubicBezTo>
                  <a:pt x="95" y="689"/>
                  <a:pt x="64" y="676"/>
                  <a:pt x="38" y="650"/>
                </a:cubicBezTo>
                <a:cubicBezTo>
                  <a:pt x="13" y="624"/>
                  <a:pt x="0" y="593"/>
                  <a:pt x="0" y="557"/>
                </a:cubicBezTo>
                <a:lnTo>
                  <a:pt x="0" y="132"/>
                </a:lnTo>
                <a:cubicBezTo>
                  <a:pt x="0" y="96"/>
                  <a:pt x="13" y="65"/>
                  <a:pt x="38" y="39"/>
                </a:cubicBezTo>
                <a:close/>
              </a:path>
            </a:pathLst>
          </a:custGeom>
          <a:solidFill>
            <a:srgbClr val="F5A623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7" name=""/>
          <p:cNvSpPr/>
          <p:nvPr/>
        </p:nvSpPr>
        <p:spPr>
          <a:xfrm>
            <a:off x="3619440" y="3400200"/>
            <a:ext cx="771840" cy="248040"/>
          </a:xfrm>
          <a:custGeom>
            <a:avLst/>
            <a:gdLst/>
            <a:ahLst/>
            <a:rect l="0" t="0" r="r" b="b"/>
            <a:pathLst>
              <a:path w="2144" h="689">
                <a:moveTo>
                  <a:pt x="0" y="557"/>
                </a:moveTo>
                <a:lnTo>
                  <a:pt x="0" y="132"/>
                </a:lnTo>
                <a:cubicBezTo>
                  <a:pt x="0" y="96"/>
                  <a:pt x="13" y="65"/>
                  <a:pt x="38" y="39"/>
                </a:cubicBezTo>
                <a:cubicBezTo>
                  <a:pt x="64" y="13"/>
                  <a:pt x="95" y="0"/>
                  <a:pt x="132" y="0"/>
                </a:cubicBezTo>
                <a:lnTo>
                  <a:pt x="2011" y="0"/>
                </a:lnTo>
                <a:cubicBezTo>
                  <a:pt x="2048" y="0"/>
                  <a:pt x="2079" y="13"/>
                  <a:pt x="2105" y="39"/>
                </a:cubicBezTo>
                <a:cubicBezTo>
                  <a:pt x="2131" y="65"/>
                  <a:pt x="2144" y="96"/>
                  <a:pt x="2144" y="132"/>
                </a:cubicBezTo>
                <a:lnTo>
                  <a:pt x="2144" y="557"/>
                </a:lnTo>
                <a:cubicBezTo>
                  <a:pt x="2144" y="593"/>
                  <a:pt x="2131" y="624"/>
                  <a:pt x="2105" y="650"/>
                </a:cubicBezTo>
                <a:cubicBezTo>
                  <a:pt x="2079" y="676"/>
                  <a:pt x="2048" y="689"/>
                  <a:pt x="2011" y="689"/>
                </a:cubicBezTo>
                <a:lnTo>
                  <a:pt x="132" y="689"/>
                </a:lnTo>
                <a:cubicBezTo>
                  <a:pt x="95" y="689"/>
                  <a:pt x="64" y="676"/>
                  <a:pt x="38" y="650"/>
                </a:cubicBezTo>
                <a:cubicBezTo>
                  <a:pt x="13" y="624"/>
                  <a:pt x="0" y="593"/>
                  <a:pt x="0" y="557"/>
                </a:cubicBezTo>
                <a:moveTo>
                  <a:pt x="26" y="132"/>
                </a:moveTo>
                <a:lnTo>
                  <a:pt x="26" y="557"/>
                </a:lnTo>
                <a:cubicBezTo>
                  <a:pt x="26" y="571"/>
                  <a:pt x="29" y="584"/>
                  <a:pt x="34" y="597"/>
                </a:cubicBezTo>
                <a:cubicBezTo>
                  <a:pt x="40" y="610"/>
                  <a:pt x="47" y="622"/>
                  <a:pt x="57" y="632"/>
                </a:cubicBezTo>
                <a:cubicBezTo>
                  <a:pt x="67" y="642"/>
                  <a:pt x="78" y="649"/>
                  <a:pt x="91" y="655"/>
                </a:cubicBezTo>
                <a:cubicBezTo>
                  <a:pt x="104" y="660"/>
                  <a:pt x="118" y="663"/>
                  <a:pt x="132" y="663"/>
                </a:cubicBezTo>
                <a:lnTo>
                  <a:pt x="2011" y="663"/>
                </a:lnTo>
                <a:cubicBezTo>
                  <a:pt x="2026" y="663"/>
                  <a:pt x="2039" y="660"/>
                  <a:pt x="2052" y="655"/>
                </a:cubicBezTo>
                <a:cubicBezTo>
                  <a:pt x="2065" y="649"/>
                  <a:pt x="2076" y="642"/>
                  <a:pt x="2086" y="632"/>
                </a:cubicBezTo>
                <a:cubicBezTo>
                  <a:pt x="2096" y="622"/>
                  <a:pt x="2104" y="610"/>
                  <a:pt x="2109" y="597"/>
                </a:cubicBezTo>
                <a:cubicBezTo>
                  <a:pt x="2115" y="584"/>
                  <a:pt x="2117" y="571"/>
                  <a:pt x="2117" y="557"/>
                </a:cubicBezTo>
                <a:lnTo>
                  <a:pt x="2117" y="132"/>
                </a:lnTo>
                <a:cubicBezTo>
                  <a:pt x="2117" y="118"/>
                  <a:pt x="2115" y="105"/>
                  <a:pt x="2109" y="92"/>
                </a:cubicBezTo>
                <a:cubicBezTo>
                  <a:pt x="2104" y="79"/>
                  <a:pt x="2096" y="68"/>
                  <a:pt x="2086" y="58"/>
                </a:cubicBezTo>
                <a:cubicBezTo>
                  <a:pt x="2076" y="48"/>
                  <a:pt x="2065" y="40"/>
                  <a:pt x="2052" y="35"/>
                </a:cubicBezTo>
                <a:cubicBezTo>
                  <a:pt x="2039" y="29"/>
                  <a:pt x="2026" y="27"/>
                  <a:pt x="2011" y="27"/>
                </a:cubicBezTo>
                <a:lnTo>
                  <a:pt x="132" y="27"/>
                </a:lnTo>
                <a:cubicBezTo>
                  <a:pt x="118" y="27"/>
                  <a:pt x="104" y="29"/>
                  <a:pt x="91" y="35"/>
                </a:cubicBezTo>
                <a:cubicBezTo>
                  <a:pt x="78" y="40"/>
                  <a:pt x="67" y="48"/>
                  <a:pt x="57" y="58"/>
                </a:cubicBezTo>
                <a:cubicBezTo>
                  <a:pt x="47" y="68"/>
                  <a:pt x="40" y="79"/>
                  <a:pt x="34" y="92"/>
                </a:cubicBezTo>
                <a:cubicBezTo>
                  <a:pt x="29" y="105"/>
                  <a:pt x="26" y="118"/>
                  <a:pt x="26" y="132"/>
                </a:cubicBezTo>
                <a:close/>
              </a:path>
            </a:pathLst>
          </a:custGeom>
          <a:solidFill>
            <a:srgbClr val="F5A623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8" name=""/>
          <p:cNvSpPr txBox="1"/>
          <p:nvPr/>
        </p:nvSpPr>
        <p:spPr>
          <a:xfrm>
            <a:off x="685800" y="3394080"/>
            <a:ext cx="27396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Memory integration into specialist agents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9" name=""/>
          <p:cNvSpPr txBox="1"/>
          <p:nvPr/>
        </p:nvSpPr>
        <p:spPr>
          <a:xfrm>
            <a:off x="3740400" y="3460680"/>
            <a:ext cx="7246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FBBF24"/>
                </a:solidFill>
                <a:effectLst/>
                <a:uFillTx/>
                <a:latin typeface="Outfit-Thin_"/>
                <a:ea typeface="Outfit-Thin_"/>
              </a:rPr>
              <a:t>I N   F L I G H T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0" name=""/>
          <p:cNvSpPr/>
          <p:nvPr/>
        </p:nvSpPr>
        <p:spPr>
          <a:xfrm>
            <a:off x="6391080" y="3400200"/>
            <a:ext cx="1019520" cy="209880"/>
          </a:xfrm>
          <a:custGeom>
            <a:avLst/>
            <a:gdLst/>
            <a:ahLst/>
            <a:rect l="0" t="0" r="r" b="b"/>
            <a:pathLst>
              <a:path w="2832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726" y="0"/>
                </a:lnTo>
                <a:cubicBezTo>
                  <a:pt x="2740" y="0"/>
                  <a:pt x="2754" y="3"/>
                  <a:pt x="2767" y="8"/>
                </a:cubicBezTo>
                <a:cubicBezTo>
                  <a:pt x="2780" y="14"/>
                  <a:pt x="2791" y="21"/>
                  <a:pt x="2801" y="31"/>
                </a:cubicBezTo>
                <a:cubicBezTo>
                  <a:pt x="2811" y="41"/>
                  <a:pt x="2819" y="52"/>
                  <a:pt x="2824" y="65"/>
                </a:cubicBezTo>
                <a:cubicBezTo>
                  <a:pt x="2829" y="78"/>
                  <a:pt x="2832" y="92"/>
                  <a:pt x="2832" y="106"/>
                </a:cubicBezTo>
                <a:lnTo>
                  <a:pt x="2832" y="477"/>
                </a:lnTo>
                <a:cubicBezTo>
                  <a:pt x="2832" y="491"/>
                  <a:pt x="2829" y="505"/>
                  <a:pt x="2824" y="518"/>
                </a:cubicBezTo>
                <a:cubicBezTo>
                  <a:pt x="2819" y="531"/>
                  <a:pt x="2811" y="542"/>
                  <a:pt x="2801" y="552"/>
                </a:cubicBezTo>
                <a:cubicBezTo>
                  <a:pt x="2791" y="562"/>
                  <a:pt x="2780" y="570"/>
                  <a:pt x="2767" y="575"/>
                </a:cubicBezTo>
                <a:cubicBezTo>
                  <a:pt x="2754" y="581"/>
                  <a:pt x="2740" y="583"/>
                  <a:pt x="2726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1" name=""/>
          <p:cNvSpPr txBox="1"/>
          <p:nvPr/>
        </p:nvSpPr>
        <p:spPr>
          <a:xfrm>
            <a:off x="4710600" y="3394080"/>
            <a:ext cx="805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Engineering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2" name=""/>
          <p:cNvSpPr txBox="1"/>
          <p:nvPr/>
        </p:nvSpPr>
        <p:spPr>
          <a:xfrm>
            <a:off x="6467760" y="3431520"/>
            <a:ext cx="8686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load_memory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3" name=""/>
          <p:cNvSpPr/>
          <p:nvPr/>
        </p:nvSpPr>
        <p:spPr>
          <a:xfrm>
            <a:off x="7572240" y="3400200"/>
            <a:ext cx="1019520" cy="209880"/>
          </a:xfrm>
          <a:custGeom>
            <a:avLst/>
            <a:gdLst/>
            <a:ahLst/>
            <a:rect l="0" t="0" r="r" b="b"/>
            <a:pathLst>
              <a:path w="2832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726" y="0"/>
                </a:lnTo>
                <a:cubicBezTo>
                  <a:pt x="2740" y="0"/>
                  <a:pt x="2754" y="3"/>
                  <a:pt x="2767" y="8"/>
                </a:cubicBezTo>
                <a:cubicBezTo>
                  <a:pt x="2780" y="14"/>
                  <a:pt x="2791" y="21"/>
                  <a:pt x="2801" y="31"/>
                </a:cubicBezTo>
                <a:cubicBezTo>
                  <a:pt x="2811" y="41"/>
                  <a:pt x="2818" y="52"/>
                  <a:pt x="2824" y="65"/>
                </a:cubicBezTo>
                <a:cubicBezTo>
                  <a:pt x="2829" y="78"/>
                  <a:pt x="2832" y="92"/>
                  <a:pt x="2832" y="106"/>
                </a:cubicBezTo>
                <a:lnTo>
                  <a:pt x="2832" y="477"/>
                </a:lnTo>
                <a:cubicBezTo>
                  <a:pt x="2832" y="491"/>
                  <a:pt x="2829" y="505"/>
                  <a:pt x="2824" y="518"/>
                </a:cubicBezTo>
                <a:cubicBezTo>
                  <a:pt x="2818" y="531"/>
                  <a:pt x="2811" y="542"/>
                  <a:pt x="2801" y="552"/>
                </a:cubicBezTo>
                <a:cubicBezTo>
                  <a:pt x="2791" y="562"/>
                  <a:pt x="2780" y="570"/>
                  <a:pt x="2767" y="575"/>
                </a:cubicBezTo>
                <a:cubicBezTo>
                  <a:pt x="2754" y="581"/>
                  <a:pt x="2740" y="583"/>
                  <a:pt x="2726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4" name=""/>
          <p:cNvSpPr txBox="1"/>
          <p:nvPr/>
        </p:nvSpPr>
        <p:spPr>
          <a:xfrm>
            <a:off x="7409520" y="3394080"/>
            <a:ext cx="148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/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5" name=""/>
          <p:cNvSpPr txBox="1"/>
          <p:nvPr/>
        </p:nvSpPr>
        <p:spPr>
          <a:xfrm>
            <a:off x="7648200" y="3431520"/>
            <a:ext cx="8686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save_memory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6" name=""/>
          <p:cNvSpPr txBox="1"/>
          <p:nvPr/>
        </p:nvSpPr>
        <p:spPr>
          <a:xfrm>
            <a:off x="8589960" y="3394080"/>
            <a:ext cx="1146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per-agent rollout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7" name=""/>
          <p:cNvSpPr/>
          <p:nvPr/>
        </p:nvSpPr>
        <p:spPr>
          <a:xfrm>
            <a:off x="3619440" y="3857400"/>
            <a:ext cx="762120" cy="238680"/>
          </a:xfrm>
          <a:custGeom>
            <a:avLst/>
            <a:gdLst/>
            <a:ahLst/>
            <a:rect l="0" t="0" r="r" b="b"/>
            <a:pathLst>
              <a:path w="2117" h="663">
                <a:moveTo>
                  <a:pt x="38" y="39"/>
                </a:moveTo>
                <a:cubicBezTo>
                  <a:pt x="64" y="13"/>
                  <a:pt x="95" y="0"/>
                  <a:pt x="132" y="0"/>
                </a:cubicBezTo>
                <a:lnTo>
                  <a:pt x="1985" y="0"/>
                </a:lnTo>
                <a:cubicBezTo>
                  <a:pt x="2022" y="0"/>
                  <a:pt x="2053" y="13"/>
                  <a:pt x="2079" y="39"/>
                </a:cubicBezTo>
                <a:cubicBezTo>
                  <a:pt x="2104" y="65"/>
                  <a:pt x="2117" y="96"/>
                  <a:pt x="2117" y="132"/>
                </a:cubicBezTo>
                <a:lnTo>
                  <a:pt x="2117" y="530"/>
                </a:lnTo>
                <a:cubicBezTo>
                  <a:pt x="2117" y="567"/>
                  <a:pt x="2104" y="598"/>
                  <a:pt x="2079" y="624"/>
                </a:cubicBezTo>
                <a:cubicBezTo>
                  <a:pt x="2053" y="650"/>
                  <a:pt x="2022" y="663"/>
                  <a:pt x="1985" y="663"/>
                </a:cubicBezTo>
                <a:lnTo>
                  <a:pt x="132" y="663"/>
                </a:lnTo>
                <a:cubicBezTo>
                  <a:pt x="95" y="663"/>
                  <a:pt x="64" y="650"/>
                  <a:pt x="38" y="624"/>
                </a:cubicBezTo>
                <a:cubicBezTo>
                  <a:pt x="13" y="598"/>
                  <a:pt x="0" y="567"/>
                  <a:pt x="0" y="530"/>
                </a:cubicBezTo>
                <a:lnTo>
                  <a:pt x="0" y="132"/>
                </a:lnTo>
                <a:cubicBezTo>
                  <a:pt x="0" y="96"/>
                  <a:pt x="13" y="65"/>
                  <a:pt x="38" y="39"/>
                </a:cubicBezTo>
                <a:close/>
              </a:path>
            </a:pathLst>
          </a:custGeom>
          <a:solidFill>
            <a:srgbClr val="F5A623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8" name=""/>
          <p:cNvSpPr/>
          <p:nvPr/>
        </p:nvSpPr>
        <p:spPr>
          <a:xfrm>
            <a:off x="3619440" y="3857400"/>
            <a:ext cx="762120" cy="238680"/>
          </a:xfrm>
          <a:custGeom>
            <a:avLst/>
            <a:gdLst/>
            <a:ahLst/>
            <a:rect l="0" t="0" r="r" b="b"/>
            <a:pathLst>
              <a:path w="2117" h="663">
                <a:moveTo>
                  <a:pt x="0" y="530"/>
                </a:moveTo>
                <a:lnTo>
                  <a:pt x="0" y="132"/>
                </a:lnTo>
                <a:cubicBezTo>
                  <a:pt x="0" y="96"/>
                  <a:pt x="13" y="65"/>
                  <a:pt x="38" y="39"/>
                </a:cubicBezTo>
                <a:cubicBezTo>
                  <a:pt x="64" y="13"/>
                  <a:pt x="95" y="0"/>
                  <a:pt x="132" y="0"/>
                </a:cubicBezTo>
                <a:lnTo>
                  <a:pt x="1985" y="0"/>
                </a:lnTo>
                <a:cubicBezTo>
                  <a:pt x="2022" y="0"/>
                  <a:pt x="2053" y="13"/>
                  <a:pt x="2079" y="39"/>
                </a:cubicBezTo>
                <a:cubicBezTo>
                  <a:pt x="2104" y="65"/>
                  <a:pt x="2117" y="96"/>
                  <a:pt x="2117" y="132"/>
                </a:cubicBezTo>
                <a:lnTo>
                  <a:pt x="2117" y="530"/>
                </a:lnTo>
                <a:cubicBezTo>
                  <a:pt x="2117" y="567"/>
                  <a:pt x="2104" y="598"/>
                  <a:pt x="2079" y="624"/>
                </a:cubicBezTo>
                <a:cubicBezTo>
                  <a:pt x="2053" y="650"/>
                  <a:pt x="2022" y="663"/>
                  <a:pt x="1985" y="663"/>
                </a:cubicBezTo>
                <a:lnTo>
                  <a:pt x="132" y="663"/>
                </a:lnTo>
                <a:cubicBezTo>
                  <a:pt x="95" y="663"/>
                  <a:pt x="64" y="650"/>
                  <a:pt x="38" y="624"/>
                </a:cubicBezTo>
                <a:cubicBezTo>
                  <a:pt x="13" y="598"/>
                  <a:pt x="0" y="567"/>
                  <a:pt x="0" y="530"/>
                </a:cubicBezTo>
                <a:moveTo>
                  <a:pt x="26" y="132"/>
                </a:moveTo>
                <a:lnTo>
                  <a:pt x="26" y="530"/>
                </a:lnTo>
                <a:cubicBezTo>
                  <a:pt x="26" y="544"/>
                  <a:pt x="29" y="558"/>
                  <a:pt x="34" y="571"/>
                </a:cubicBezTo>
                <a:cubicBezTo>
                  <a:pt x="40" y="584"/>
                  <a:pt x="47" y="595"/>
                  <a:pt x="57" y="605"/>
                </a:cubicBezTo>
                <a:cubicBezTo>
                  <a:pt x="67" y="615"/>
                  <a:pt x="78" y="623"/>
                  <a:pt x="91" y="628"/>
                </a:cubicBezTo>
                <a:cubicBezTo>
                  <a:pt x="104" y="633"/>
                  <a:pt x="118" y="636"/>
                  <a:pt x="132" y="636"/>
                </a:cubicBezTo>
                <a:lnTo>
                  <a:pt x="1985" y="636"/>
                </a:lnTo>
                <a:cubicBezTo>
                  <a:pt x="1999" y="636"/>
                  <a:pt x="2013" y="633"/>
                  <a:pt x="2026" y="628"/>
                </a:cubicBezTo>
                <a:cubicBezTo>
                  <a:pt x="2039" y="623"/>
                  <a:pt x="2050" y="615"/>
                  <a:pt x="2060" y="605"/>
                </a:cubicBezTo>
                <a:cubicBezTo>
                  <a:pt x="2070" y="595"/>
                  <a:pt x="2077" y="584"/>
                  <a:pt x="2083" y="571"/>
                </a:cubicBezTo>
                <a:cubicBezTo>
                  <a:pt x="2088" y="558"/>
                  <a:pt x="2091" y="544"/>
                  <a:pt x="2091" y="530"/>
                </a:cubicBezTo>
                <a:lnTo>
                  <a:pt x="2091" y="132"/>
                </a:lnTo>
                <a:cubicBezTo>
                  <a:pt x="2091" y="118"/>
                  <a:pt x="2088" y="105"/>
                  <a:pt x="2083" y="92"/>
                </a:cubicBezTo>
                <a:cubicBezTo>
                  <a:pt x="2077" y="79"/>
                  <a:pt x="2070" y="68"/>
                  <a:pt x="2060" y="58"/>
                </a:cubicBezTo>
                <a:cubicBezTo>
                  <a:pt x="2050" y="48"/>
                  <a:pt x="2039" y="40"/>
                  <a:pt x="2026" y="35"/>
                </a:cubicBezTo>
                <a:cubicBezTo>
                  <a:pt x="2013" y="29"/>
                  <a:pt x="1999" y="27"/>
                  <a:pt x="1985" y="27"/>
                </a:cubicBezTo>
                <a:lnTo>
                  <a:pt x="132" y="27"/>
                </a:lnTo>
                <a:cubicBezTo>
                  <a:pt x="118" y="27"/>
                  <a:pt x="104" y="29"/>
                  <a:pt x="91" y="35"/>
                </a:cubicBezTo>
                <a:cubicBezTo>
                  <a:pt x="78" y="40"/>
                  <a:pt x="67" y="48"/>
                  <a:pt x="57" y="58"/>
                </a:cubicBezTo>
                <a:cubicBezTo>
                  <a:pt x="47" y="68"/>
                  <a:pt x="40" y="79"/>
                  <a:pt x="34" y="92"/>
                </a:cubicBezTo>
                <a:cubicBezTo>
                  <a:pt x="29" y="105"/>
                  <a:pt x="26" y="118"/>
                  <a:pt x="26" y="132"/>
                </a:cubicBezTo>
                <a:close/>
              </a:path>
            </a:pathLst>
          </a:custGeom>
          <a:solidFill>
            <a:srgbClr val="F5A623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9" name=""/>
          <p:cNvSpPr txBox="1"/>
          <p:nvPr/>
        </p:nvSpPr>
        <p:spPr>
          <a:xfrm>
            <a:off x="685800" y="3851280"/>
            <a:ext cx="19180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Specialist agents on workers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0" name=""/>
          <p:cNvSpPr txBox="1"/>
          <p:nvPr/>
        </p:nvSpPr>
        <p:spPr>
          <a:xfrm>
            <a:off x="3740400" y="3917880"/>
            <a:ext cx="7099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FBBF24"/>
                </a:solidFill>
                <a:effectLst/>
                <a:uFillTx/>
                <a:latin typeface="Outfit-Thin_"/>
                <a:ea typeface="Outfit-Thin_"/>
              </a:rPr>
              <a:t>1 1   O F   ~ 2 0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1" name=""/>
          <p:cNvSpPr txBox="1"/>
          <p:nvPr/>
        </p:nvSpPr>
        <p:spPr>
          <a:xfrm>
            <a:off x="4710600" y="3851280"/>
            <a:ext cx="8470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Engineering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2" name=""/>
          <p:cNvSpPr txBox="1"/>
          <p:nvPr/>
        </p:nvSpPr>
        <p:spPr>
          <a:xfrm>
            <a:off x="5562720" y="386640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3" name=""/>
          <p:cNvSpPr txBox="1"/>
          <p:nvPr/>
        </p:nvSpPr>
        <p:spPr>
          <a:xfrm>
            <a:off x="5711400" y="3851280"/>
            <a:ext cx="324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SRE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4" name=""/>
          <p:cNvSpPr/>
          <p:nvPr/>
        </p:nvSpPr>
        <p:spPr>
          <a:xfrm>
            <a:off x="7134120" y="3857400"/>
            <a:ext cx="1876680" cy="209880"/>
          </a:xfrm>
          <a:custGeom>
            <a:avLst/>
            <a:gdLst/>
            <a:ahLst/>
            <a:rect l="0" t="0" r="r" b="b"/>
            <a:pathLst>
              <a:path w="5213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107" y="0"/>
                </a:lnTo>
                <a:cubicBezTo>
                  <a:pt x="5121" y="0"/>
                  <a:pt x="5135" y="3"/>
                  <a:pt x="5148" y="8"/>
                </a:cubicBezTo>
                <a:cubicBezTo>
                  <a:pt x="5161" y="14"/>
                  <a:pt x="5172" y="21"/>
                  <a:pt x="5182" y="31"/>
                </a:cubicBezTo>
                <a:cubicBezTo>
                  <a:pt x="5192" y="41"/>
                  <a:pt x="5200" y="53"/>
                  <a:pt x="5205" y="66"/>
                </a:cubicBezTo>
                <a:cubicBezTo>
                  <a:pt x="5210" y="79"/>
                  <a:pt x="5213" y="93"/>
                  <a:pt x="5213" y="107"/>
                </a:cubicBezTo>
                <a:lnTo>
                  <a:pt x="5213" y="477"/>
                </a:lnTo>
                <a:cubicBezTo>
                  <a:pt x="5213" y="491"/>
                  <a:pt x="5210" y="505"/>
                  <a:pt x="5205" y="518"/>
                </a:cubicBezTo>
                <a:cubicBezTo>
                  <a:pt x="5200" y="531"/>
                  <a:pt x="5192" y="542"/>
                  <a:pt x="5182" y="552"/>
                </a:cubicBezTo>
                <a:cubicBezTo>
                  <a:pt x="5172" y="562"/>
                  <a:pt x="5161" y="570"/>
                  <a:pt x="5148" y="575"/>
                </a:cubicBezTo>
                <a:cubicBezTo>
                  <a:pt x="5135" y="581"/>
                  <a:pt x="5121" y="583"/>
                  <a:pt x="5107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5" name=""/>
          <p:cNvSpPr txBox="1"/>
          <p:nvPr/>
        </p:nvSpPr>
        <p:spPr>
          <a:xfrm>
            <a:off x="6391440" y="3851280"/>
            <a:ext cx="7480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Phase 3 of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6" name=""/>
          <p:cNvSpPr txBox="1"/>
          <p:nvPr/>
        </p:nvSpPr>
        <p:spPr>
          <a:xfrm>
            <a:off x="7207560" y="3888720"/>
            <a:ext cx="1736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ENGINEERING-ROLLOUT.md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7" name=""/>
          <p:cNvSpPr/>
          <p:nvPr/>
        </p:nvSpPr>
        <p:spPr>
          <a:xfrm>
            <a:off x="3619440" y="4305240"/>
            <a:ext cx="943200" cy="248040"/>
          </a:xfrm>
          <a:custGeom>
            <a:avLst/>
            <a:gdLst/>
            <a:ahLst/>
            <a:rect l="0" t="0" r="r" b="b"/>
            <a:pathLst>
              <a:path w="2620" h="689">
                <a:moveTo>
                  <a:pt x="38" y="38"/>
                </a:moveTo>
                <a:cubicBezTo>
                  <a:pt x="64" y="13"/>
                  <a:pt x="95" y="0"/>
                  <a:pt x="132" y="0"/>
                </a:cubicBezTo>
                <a:lnTo>
                  <a:pt x="2488" y="0"/>
                </a:lnTo>
                <a:cubicBezTo>
                  <a:pt x="2524" y="0"/>
                  <a:pt x="2555" y="13"/>
                  <a:pt x="2581" y="38"/>
                </a:cubicBezTo>
                <a:cubicBezTo>
                  <a:pt x="2607" y="65"/>
                  <a:pt x="2620" y="96"/>
                  <a:pt x="2620" y="133"/>
                </a:cubicBezTo>
                <a:lnTo>
                  <a:pt x="2620" y="556"/>
                </a:lnTo>
                <a:cubicBezTo>
                  <a:pt x="2620" y="593"/>
                  <a:pt x="2607" y="624"/>
                  <a:pt x="2581" y="650"/>
                </a:cubicBezTo>
                <a:cubicBezTo>
                  <a:pt x="2555" y="676"/>
                  <a:pt x="2524" y="689"/>
                  <a:pt x="2488" y="689"/>
                </a:cubicBezTo>
                <a:lnTo>
                  <a:pt x="132" y="689"/>
                </a:lnTo>
                <a:cubicBezTo>
                  <a:pt x="95" y="689"/>
                  <a:pt x="64" y="676"/>
                  <a:pt x="38" y="650"/>
                </a:cubicBezTo>
                <a:cubicBezTo>
                  <a:pt x="13" y="624"/>
                  <a:pt x="0" y="593"/>
                  <a:pt x="0" y="556"/>
                </a:cubicBezTo>
                <a:lnTo>
                  <a:pt x="0" y="133"/>
                </a:lnTo>
                <a:cubicBezTo>
                  <a:pt x="0" y="96"/>
                  <a:pt x="13" y="65"/>
                  <a:pt x="38" y="38"/>
                </a:cubicBezTo>
                <a:close/>
              </a:path>
            </a:pathLst>
          </a:custGeom>
          <a:solidFill>
            <a:srgbClr val="F5A623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8" name=""/>
          <p:cNvSpPr/>
          <p:nvPr/>
        </p:nvSpPr>
        <p:spPr>
          <a:xfrm>
            <a:off x="3619440" y="4305240"/>
            <a:ext cx="943200" cy="248040"/>
          </a:xfrm>
          <a:custGeom>
            <a:avLst/>
            <a:gdLst/>
            <a:ahLst/>
            <a:rect l="0" t="0" r="r" b="b"/>
            <a:pathLst>
              <a:path w="2620" h="689">
                <a:moveTo>
                  <a:pt x="0" y="556"/>
                </a:moveTo>
                <a:lnTo>
                  <a:pt x="0" y="133"/>
                </a:lnTo>
                <a:cubicBezTo>
                  <a:pt x="0" y="96"/>
                  <a:pt x="13" y="65"/>
                  <a:pt x="38" y="38"/>
                </a:cubicBezTo>
                <a:cubicBezTo>
                  <a:pt x="64" y="13"/>
                  <a:pt x="95" y="0"/>
                  <a:pt x="132" y="0"/>
                </a:cubicBezTo>
                <a:lnTo>
                  <a:pt x="2488" y="0"/>
                </a:lnTo>
                <a:cubicBezTo>
                  <a:pt x="2524" y="0"/>
                  <a:pt x="2555" y="13"/>
                  <a:pt x="2581" y="38"/>
                </a:cubicBezTo>
                <a:cubicBezTo>
                  <a:pt x="2607" y="65"/>
                  <a:pt x="2620" y="96"/>
                  <a:pt x="2620" y="133"/>
                </a:cubicBezTo>
                <a:lnTo>
                  <a:pt x="2620" y="556"/>
                </a:lnTo>
                <a:cubicBezTo>
                  <a:pt x="2620" y="593"/>
                  <a:pt x="2607" y="624"/>
                  <a:pt x="2581" y="650"/>
                </a:cubicBezTo>
                <a:cubicBezTo>
                  <a:pt x="2555" y="676"/>
                  <a:pt x="2524" y="689"/>
                  <a:pt x="2488" y="689"/>
                </a:cubicBezTo>
                <a:lnTo>
                  <a:pt x="132" y="689"/>
                </a:lnTo>
                <a:cubicBezTo>
                  <a:pt x="95" y="689"/>
                  <a:pt x="64" y="676"/>
                  <a:pt x="38" y="650"/>
                </a:cubicBezTo>
                <a:cubicBezTo>
                  <a:pt x="13" y="624"/>
                  <a:pt x="0" y="593"/>
                  <a:pt x="0" y="556"/>
                </a:cubicBezTo>
                <a:moveTo>
                  <a:pt x="26" y="133"/>
                </a:moveTo>
                <a:lnTo>
                  <a:pt x="26" y="556"/>
                </a:lnTo>
                <a:cubicBezTo>
                  <a:pt x="26" y="570"/>
                  <a:pt x="29" y="584"/>
                  <a:pt x="34" y="597"/>
                </a:cubicBezTo>
                <a:cubicBezTo>
                  <a:pt x="40" y="610"/>
                  <a:pt x="47" y="621"/>
                  <a:pt x="57" y="631"/>
                </a:cubicBezTo>
                <a:cubicBezTo>
                  <a:pt x="67" y="641"/>
                  <a:pt x="78" y="649"/>
                  <a:pt x="91" y="654"/>
                </a:cubicBezTo>
                <a:cubicBezTo>
                  <a:pt x="104" y="659"/>
                  <a:pt x="118" y="662"/>
                  <a:pt x="132" y="662"/>
                </a:cubicBezTo>
                <a:lnTo>
                  <a:pt x="2488" y="662"/>
                </a:lnTo>
                <a:cubicBezTo>
                  <a:pt x="2502" y="662"/>
                  <a:pt x="2515" y="659"/>
                  <a:pt x="2528" y="654"/>
                </a:cubicBezTo>
                <a:cubicBezTo>
                  <a:pt x="2541" y="649"/>
                  <a:pt x="2553" y="641"/>
                  <a:pt x="2563" y="631"/>
                </a:cubicBezTo>
                <a:cubicBezTo>
                  <a:pt x="2573" y="621"/>
                  <a:pt x="2580" y="610"/>
                  <a:pt x="2586" y="597"/>
                </a:cubicBezTo>
                <a:cubicBezTo>
                  <a:pt x="2591" y="584"/>
                  <a:pt x="2594" y="570"/>
                  <a:pt x="2594" y="556"/>
                </a:cubicBezTo>
                <a:lnTo>
                  <a:pt x="2594" y="133"/>
                </a:lnTo>
                <a:cubicBezTo>
                  <a:pt x="2594" y="119"/>
                  <a:pt x="2591" y="105"/>
                  <a:pt x="2586" y="92"/>
                </a:cubicBezTo>
                <a:cubicBezTo>
                  <a:pt x="2580" y="79"/>
                  <a:pt x="2573" y="68"/>
                  <a:pt x="2563" y="57"/>
                </a:cubicBezTo>
                <a:cubicBezTo>
                  <a:pt x="2553" y="47"/>
                  <a:pt x="2541" y="40"/>
                  <a:pt x="2528" y="34"/>
                </a:cubicBezTo>
                <a:cubicBezTo>
                  <a:pt x="2515" y="29"/>
                  <a:pt x="2502" y="26"/>
                  <a:pt x="2488" y="26"/>
                </a:cubicBezTo>
                <a:lnTo>
                  <a:pt x="132" y="26"/>
                </a:lnTo>
                <a:cubicBezTo>
                  <a:pt x="118" y="26"/>
                  <a:pt x="104" y="29"/>
                  <a:pt x="91" y="34"/>
                </a:cubicBezTo>
                <a:cubicBezTo>
                  <a:pt x="78" y="40"/>
                  <a:pt x="67" y="47"/>
                  <a:pt x="57" y="57"/>
                </a:cubicBezTo>
                <a:cubicBezTo>
                  <a:pt x="47" y="68"/>
                  <a:pt x="40" y="79"/>
                  <a:pt x="34" y="92"/>
                </a:cubicBezTo>
                <a:cubicBezTo>
                  <a:pt x="29" y="105"/>
                  <a:pt x="26" y="119"/>
                  <a:pt x="26" y="133"/>
                </a:cubicBezTo>
                <a:close/>
              </a:path>
            </a:pathLst>
          </a:custGeom>
          <a:solidFill>
            <a:srgbClr val="F5A623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9" name=""/>
          <p:cNvSpPr txBox="1"/>
          <p:nvPr/>
        </p:nvSpPr>
        <p:spPr>
          <a:xfrm>
            <a:off x="685800" y="4298760"/>
            <a:ext cx="15274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Skills library expansion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0" name=""/>
          <p:cNvSpPr txBox="1"/>
          <p:nvPr/>
        </p:nvSpPr>
        <p:spPr>
          <a:xfrm>
            <a:off x="3740400" y="4365720"/>
            <a:ext cx="8643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FBBF24"/>
                </a:solidFill>
                <a:effectLst/>
                <a:uFillTx/>
                <a:latin typeface="Outfit-Thin_"/>
                <a:ea typeface="Outfit-Thin_"/>
              </a:rPr>
              <a:t>CO N T I N U O US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1" name=""/>
          <p:cNvSpPr txBox="1"/>
          <p:nvPr/>
        </p:nvSpPr>
        <p:spPr>
          <a:xfrm>
            <a:off x="4710600" y="4298760"/>
            <a:ext cx="8722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All engineers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2" name=""/>
          <p:cNvSpPr txBox="1"/>
          <p:nvPr/>
        </p:nvSpPr>
        <p:spPr>
          <a:xfrm>
            <a:off x="6391440" y="4298760"/>
            <a:ext cx="1552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Driven by learning loop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3" name=""/>
          <p:cNvSpPr/>
          <p:nvPr/>
        </p:nvSpPr>
        <p:spPr>
          <a:xfrm>
            <a:off x="3619440" y="4762440"/>
            <a:ext cx="781200" cy="238320"/>
          </a:xfrm>
          <a:custGeom>
            <a:avLst/>
            <a:gdLst/>
            <a:ahLst/>
            <a:rect l="0" t="0" r="r" b="b"/>
            <a:pathLst>
              <a:path w="2170" h="662">
                <a:moveTo>
                  <a:pt x="38" y="38"/>
                </a:moveTo>
                <a:cubicBezTo>
                  <a:pt x="64" y="13"/>
                  <a:pt x="95" y="0"/>
                  <a:pt x="132" y="0"/>
                </a:cubicBezTo>
                <a:lnTo>
                  <a:pt x="2038" y="0"/>
                </a:lnTo>
                <a:cubicBezTo>
                  <a:pt x="2074" y="0"/>
                  <a:pt x="2106" y="13"/>
                  <a:pt x="2132" y="38"/>
                </a:cubicBezTo>
                <a:cubicBezTo>
                  <a:pt x="2157" y="64"/>
                  <a:pt x="2170" y="95"/>
                  <a:pt x="2170" y="132"/>
                </a:cubicBezTo>
                <a:lnTo>
                  <a:pt x="2170" y="530"/>
                </a:lnTo>
                <a:cubicBezTo>
                  <a:pt x="2170" y="566"/>
                  <a:pt x="2157" y="598"/>
                  <a:pt x="2132" y="623"/>
                </a:cubicBezTo>
                <a:cubicBezTo>
                  <a:pt x="2106" y="649"/>
                  <a:pt x="2074" y="662"/>
                  <a:pt x="2038" y="662"/>
                </a:cubicBezTo>
                <a:lnTo>
                  <a:pt x="132" y="662"/>
                </a:lnTo>
                <a:cubicBezTo>
                  <a:pt x="95" y="662"/>
                  <a:pt x="64" y="649"/>
                  <a:pt x="38" y="623"/>
                </a:cubicBezTo>
                <a:cubicBezTo>
                  <a:pt x="13" y="598"/>
                  <a:pt x="0" y="566"/>
                  <a:pt x="0" y="530"/>
                </a:cubicBezTo>
                <a:lnTo>
                  <a:pt x="0" y="132"/>
                </a:lnTo>
                <a:cubicBezTo>
                  <a:pt x="0" y="95"/>
                  <a:pt x="13" y="64"/>
                  <a:pt x="38" y="38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4" name=""/>
          <p:cNvSpPr/>
          <p:nvPr/>
        </p:nvSpPr>
        <p:spPr>
          <a:xfrm>
            <a:off x="3619440" y="4762440"/>
            <a:ext cx="781200" cy="238320"/>
          </a:xfrm>
          <a:custGeom>
            <a:avLst/>
            <a:gdLst/>
            <a:ahLst/>
            <a:rect l="0" t="0" r="r" b="b"/>
            <a:pathLst>
              <a:path w="2170" h="662">
                <a:moveTo>
                  <a:pt x="0" y="530"/>
                </a:moveTo>
                <a:lnTo>
                  <a:pt x="0" y="132"/>
                </a:lnTo>
                <a:cubicBezTo>
                  <a:pt x="0" y="95"/>
                  <a:pt x="13" y="64"/>
                  <a:pt x="38" y="38"/>
                </a:cubicBezTo>
                <a:cubicBezTo>
                  <a:pt x="64" y="13"/>
                  <a:pt x="95" y="0"/>
                  <a:pt x="132" y="0"/>
                </a:cubicBezTo>
                <a:lnTo>
                  <a:pt x="2038" y="0"/>
                </a:lnTo>
                <a:cubicBezTo>
                  <a:pt x="2074" y="0"/>
                  <a:pt x="2106" y="13"/>
                  <a:pt x="2132" y="38"/>
                </a:cubicBezTo>
                <a:cubicBezTo>
                  <a:pt x="2157" y="64"/>
                  <a:pt x="2170" y="95"/>
                  <a:pt x="2170" y="132"/>
                </a:cubicBezTo>
                <a:lnTo>
                  <a:pt x="2170" y="530"/>
                </a:lnTo>
                <a:cubicBezTo>
                  <a:pt x="2170" y="566"/>
                  <a:pt x="2157" y="598"/>
                  <a:pt x="2132" y="623"/>
                </a:cubicBezTo>
                <a:cubicBezTo>
                  <a:pt x="2106" y="649"/>
                  <a:pt x="2074" y="662"/>
                  <a:pt x="2038" y="662"/>
                </a:cubicBezTo>
                <a:lnTo>
                  <a:pt x="132" y="662"/>
                </a:lnTo>
                <a:cubicBezTo>
                  <a:pt x="95" y="662"/>
                  <a:pt x="64" y="649"/>
                  <a:pt x="38" y="623"/>
                </a:cubicBezTo>
                <a:cubicBezTo>
                  <a:pt x="13" y="598"/>
                  <a:pt x="0" y="566"/>
                  <a:pt x="0" y="530"/>
                </a:cubicBezTo>
                <a:moveTo>
                  <a:pt x="26" y="132"/>
                </a:moveTo>
                <a:lnTo>
                  <a:pt x="26" y="530"/>
                </a:lnTo>
                <a:cubicBezTo>
                  <a:pt x="26" y="544"/>
                  <a:pt x="29" y="557"/>
                  <a:pt x="34" y="570"/>
                </a:cubicBezTo>
                <a:cubicBezTo>
                  <a:pt x="40" y="583"/>
                  <a:pt x="47" y="595"/>
                  <a:pt x="57" y="605"/>
                </a:cubicBezTo>
                <a:cubicBezTo>
                  <a:pt x="67" y="615"/>
                  <a:pt x="78" y="622"/>
                  <a:pt x="91" y="628"/>
                </a:cubicBezTo>
                <a:cubicBezTo>
                  <a:pt x="104" y="633"/>
                  <a:pt x="118" y="636"/>
                  <a:pt x="132" y="636"/>
                </a:cubicBezTo>
                <a:lnTo>
                  <a:pt x="2038" y="636"/>
                </a:lnTo>
                <a:cubicBezTo>
                  <a:pt x="2052" y="636"/>
                  <a:pt x="2065" y="633"/>
                  <a:pt x="2078" y="628"/>
                </a:cubicBezTo>
                <a:cubicBezTo>
                  <a:pt x="2091" y="622"/>
                  <a:pt x="2103" y="615"/>
                  <a:pt x="2113" y="605"/>
                </a:cubicBezTo>
                <a:cubicBezTo>
                  <a:pt x="2123" y="595"/>
                  <a:pt x="2130" y="583"/>
                  <a:pt x="2136" y="570"/>
                </a:cubicBezTo>
                <a:cubicBezTo>
                  <a:pt x="2141" y="557"/>
                  <a:pt x="2144" y="544"/>
                  <a:pt x="2144" y="530"/>
                </a:cubicBezTo>
                <a:lnTo>
                  <a:pt x="2144" y="132"/>
                </a:lnTo>
                <a:cubicBezTo>
                  <a:pt x="2144" y="118"/>
                  <a:pt x="2141" y="104"/>
                  <a:pt x="2136" y="91"/>
                </a:cubicBezTo>
                <a:cubicBezTo>
                  <a:pt x="2130" y="78"/>
                  <a:pt x="2123" y="67"/>
                  <a:pt x="2113" y="57"/>
                </a:cubicBezTo>
                <a:cubicBezTo>
                  <a:pt x="2103" y="47"/>
                  <a:pt x="2091" y="40"/>
                  <a:pt x="2078" y="34"/>
                </a:cubicBezTo>
                <a:cubicBezTo>
                  <a:pt x="2065" y="29"/>
                  <a:pt x="2052" y="26"/>
                  <a:pt x="2038" y="26"/>
                </a:cubicBezTo>
                <a:lnTo>
                  <a:pt x="132" y="26"/>
                </a:lnTo>
                <a:cubicBezTo>
                  <a:pt x="118" y="26"/>
                  <a:pt x="104" y="29"/>
                  <a:pt x="91" y="34"/>
                </a:cubicBezTo>
                <a:cubicBezTo>
                  <a:pt x="78" y="40"/>
                  <a:pt x="67" y="47"/>
                  <a:pt x="57" y="57"/>
                </a:cubicBezTo>
                <a:cubicBezTo>
                  <a:pt x="47" y="67"/>
                  <a:pt x="40" y="78"/>
                  <a:pt x="34" y="91"/>
                </a:cubicBezTo>
                <a:cubicBezTo>
                  <a:pt x="29" y="104"/>
                  <a:pt x="26" y="118"/>
                  <a:pt x="26" y="132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5" name=""/>
          <p:cNvSpPr txBox="1"/>
          <p:nvPr/>
        </p:nvSpPr>
        <p:spPr>
          <a:xfrm>
            <a:off x="685800" y="4755960"/>
            <a:ext cx="1984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LGTM integration deployment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6" name=""/>
          <p:cNvSpPr txBox="1"/>
          <p:nvPr/>
        </p:nvSpPr>
        <p:spPr>
          <a:xfrm>
            <a:off x="3740400" y="4822920"/>
            <a:ext cx="6764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D ES I G N E D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7" name=""/>
          <p:cNvSpPr txBox="1"/>
          <p:nvPr/>
        </p:nvSpPr>
        <p:spPr>
          <a:xfrm>
            <a:off x="4710600" y="4755960"/>
            <a:ext cx="34768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Engineering + Platform OPEN-QUESTIONS Q1–Q14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8" name=""/>
          <p:cNvSpPr/>
          <p:nvPr/>
        </p:nvSpPr>
        <p:spPr>
          <a:xfrm>
            <a:off x="3619440" y="5209920"/>
            <a:ext cx="781200" cy="248040"/>
          </a:xfrm>
          <a:custGeom>
            <a:avLst/>
            <a:gdLst/>
            <a:ahLst/>
            <a:rect l="0" t="0" r="r" b="b"/>
            <a:pathLst>
              <a:path w="2170" h="689">
                <a:moveTo>
                  <a:pt x="38" y="39"/>
                </a:moveTo>
                <a:cubicBezTo>
                  <a:pt x="64" y="13"/>
                  <a:pt x="95" y="0"/>
                  <a:pt x="132" y="0"/>
                </a:cubicBezTo>
                <a:lnTo>
                  <a:pt x="2038" y="0"/>
                </a:lnTo>
                <a:cubicBezTo>
                  <a:pt x="2074" y="0"/>
                  <a:pt x="2106" y="13"/>
                  <a:pt x="2132" y="39"/>
                </a:cubicBezTo>
                <a:cubicBezTo>
                  <a:pt x="2157" y="65"/>
                  <a:pt x="2170" y="96"/>
                  <a:pt x="2170" y="132"/>
                </a:cubicBezTo>
                <a:lnTo>
                  <a:pt x="2170" y="557"/>
                </a:lnTo>
                <a:cubicBezTo>
                  <a:pt x="2170" y="593"/>
                  <a:pt x="2157" y="625"/>
                  <a:pt x="2132" y="650"/>
                </a:cubicBezTo>
                <a:cubicBezTo>
                  <a:pt x="2106" y="676"/>
                  <a:pt x="2074" y="689"/>
                  <a:pt x="2038" y="689"/>
                </a:cubicBezTo>
                <a:lnTo>
                  <a:pt x="132" y="689"/>
                </a:lnTo>
                <a:cubicBezTo>
                  <a:pt x="95" y="689"/>
                  <a:pt x="64" y="676"/>
                  <a:pt x="38" y="650"/>
                </a:cubicBezTo>
                <a:cubicBezTo>
                  <a:pt x="13" y="625"/>
                  <a:pt x="0" y="593"/>
                  <a:pt x="0" y="557"/>
                </a:cubicBezTo>
                <a:lnTo>
                  <a:pt x="0" y="132"/>
                </a:lnTo>
                <a:cubicBezTo>
                  <a:pt x="0" y="96"/>
                  <a:pt x="13" y="65"/>
                  <a:pt x="38" y="39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9" name=""/>
          <p:cNvSpPr/>
          <p:nvPr/>
        </p:nvSpPr>
        <p:spPr>
          <a:xfrm>
            <a:off x="3619440" y="5209920"/>
            <a:ext cx="781200" cy="248040"/>
          </a:xfrm>
          <a:custGeom>
            <a:avLst/>
            <a:gdLst/>
            <a:ahLst/>
            <a:rect l="0" t="0" r="r" b="b"/>
            <a:pathLst>
              <a:path w="2170" h="689">
                <a:moveTo>
                  <a:pt x="0" y="557"/>
                </a:moveTo>
                <a:lnTo>
                  <a:pt x="0" y="132"/>
                </a:lnTo>
                <a:cubicBezTo>
                  <a:pt x="0" y="96"/>
                  <a:pt x="13" y="65"/>
                  <a:pt x="38" y="39"/>
                </a:cubicBezTo>
                <a:cubicBezTo>
                  <a:pt x="64" y="13"/>
                  <a:pt x="95" y="0"/>
                  <a:pt x="132" y="0"/>
                </a:cubicBezTo>
                <a:lnTo>
                  <a:pt x="2038" y="0"/>
                </a:lnTo>
                <a:cubicBezTo>
                  <a:pt x="2074" y="0"/>
                  <a:pt x="2106" y="13"/>
                  <a:pt x="2132" y="39"/>
                </a:cubicBezTo>
                <a:cubicBezTo>
                  <a:pt x="2157" y="65"/>
                  <a:pt x="2170" y="96"/>
                  <a:pt x="2170" y="132"/>
                </a:cubicBezTo>
                <a:lnTo>
                  <a:pt x="2170" y="557"/>
                </a:lnTo>
                <a:cubicBezTo>
                  <a:pt x="2170" y="593"/>
                  <a:pt x="2157" y="625"/>
                  <a:pt x="2132" y="650"/>
                </a:cubicBezTo>
                <a:cubicBezTo>
                  <a:pt x="2106" y="676"/>
                  <a:pt x="2074" y="689"/>
                  <a:pt x="2038" y="689"/>
                </a:cubicBezTo>
                <a:lnTo>
                  <a:pt x="132" y="689"/>
                </a:lnTo>
                <a:cubicBezTo>
                  <a:pt x="95" y="689"/>
                  <a:pt x="64" y="676"/>
                  <a:pt x="38" y="650"/>
                </a:cubicBezTo>
                <a:cubicBezTo>
                  <a:pt x="13" y="625"/>
                  <a:pt x="0" y="593"/>
                  <a:pt x="0" y="557"/>
                </a:cubicBezTo>
                <a:moveTo>
                  <a:pt x="26" y="132"/>
                </a:moveTo>
                <a:lnTo>
                  <a:pt x="26" y="557"/>
                </a:lnTo>
                <a:cubicBezTo>
                  <a:pt x="26" y="571"/>
                  <a:pt x="29" y="584"/>
                  <a:pt x="34" y="597"/>
                </a:cubicBezTo>
                <a:cubicBezTo>
                  <a:pt x="40" y="610"/>
                  <a:pt x="47" y="622"/>
                  <a:pt x="57" y="632"/>
                </a:cubicBezTo>
                <a:cubicBezTo>
                  <a:pt x="67" y="642"/>
                  <a:pt x="78" y="649"/>
                  <a:pt x="91" y="655"/>
                </a:cubicBezTo>
                <a:cubicBezTo>
                  <a:pt x="104" y="660"/>
                  <a:pt x="118" y="663"/>
                  <a:pt x="132" y="663"/>
                </a:cubicBezTo>
                <a:lnTo>
                  <a:pt x="2038" y="663"/>
                </a:lnTo>
                <a:cubicBezTo>
                  <a:pt x="2052" y="663"/>
                  <a:pt x="2065" y="660"/>
                  <a:pt x="2078" y="655"/>
                </a:cubicBezTo>
                <a:cubicBezTo>
                  <a:pt x="2091" y="649"/>
                  <a:pt x="2103" y="642"/>
                  <a:pt x="2113" y="632"/>
                </a:cubicBezTo>
                <a:cubicBezTo>
                  <a:pt x="2123" y="622"/>
                  <a:pt x="2130" y="610"/>
                  <a:pt x="2136" y="597"/>
                </a:cubicBezTo>
                <a:cubicBezTo>
                  <a:pt x="2141" y="584"/>
                  <a:pt x="2144" y="571"/>
                  <a:pt x="2144" y="557"/>
                </a:cubicBezTo>
                <a:lnTo>
                  <a:pt x="2144" y="132"/>
                </a:lnTo>
                <a:cubicBezTo>
                  <a:pt x="2144" y="118"/>
                  <a:pt x="2141" y="105"/>
                  <a:pt x="2136" y="92"/>
                </a:cubicBezTo>
                <a:cubicBezTo>
                  <a:pt x="2130" y="79"/>
                  <a:pt x="2123" y="68"/>
                  <a:pt x="2113" y="58"/>
                </a:cubicBezTo>
                <a:cubicBezTo>
                  <a:pt x="2103" y="48"/>
                  <a:pt x="2091" y="40"/>
                  <a:pt x="2078" y="35"/>
                </a:cubicBezTo>
                <a:cubicBezTo>
                  <a:pt x="2065" y="29"/>
                  <a:pt x="2052" y="27"/>
                  <a:pt x="2038" y="27"/>
                </a:cubicBezTo>
                <a:lnTo>
                  <a:pt x="132" y="27"/>
                </a:lnTo>
                <a:cubicBezTo>
                  <a:pt x="118" y="27"/>
                  <a:pt x="104" y="29"/>
                  <a:pt x="91" y="35"/>
                </a:cubicBezTo>
                <a:cubicBezTo>
                  <a:pt x="78" y="40"/>
                  <a:pt x="67" y="48"/>
                  <a:pt x="57" y="58"/>
                </a:cubicBezTo>
                <a:cubicBezTo>
                  <a:pt x="47" y="68"/>
                  <a:pt x="40" y="79"/>
                  <a:pt x="34" y="92"/>
                </a:cubicBezTo>
                <a:cubicBezTo>
                  <a:pt x="29" y="105"/>
                  <a:pt x="26" y="118"/>
                  <a:pt x="26" y="132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0" name=""/>
          <p:cNvSpPr txBox="1"/>
          <p:nvPr/>
        </p:nvSpPr>
        <p:spPr>
          <a:xfrm>
            <a:off x="685800" y="5203800"/>
            <a:ext cx="2133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Round-robin GitLab assignment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1" name=""/>
          <p:cNvSpPr txBox="1"/>
          <p:nvPr/>
        </p:nvSpPr>
        <p:spPr>
          <a:xfrm>
            <a:off x="3740400" y="5270400"/>
            <a:ext cx="6764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D ES I G N E D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2" name=""/>
          <p:cNvSpPr txBox="1"/>
          <p:nvPr/>
        </p:nvSpPr>
        <p:spPr>
          <a:xfrm>
            <a:off x="4710600" y="5203800"/>
            <a:ext cx="805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Engineering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3" name=""/>
          <p:cNvSpPr txBox="1"/>
          <p:nvPr/>
        </p:nvSpPr>
        <p:spPr>
          <a:xfrm>
            <a:off x="6391440" y="5203800"/>
            <a:ext cx="35020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Needs dedicated GitLab project + roster ConfigMap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4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5" name=""/>
          <p:cNvSpPr txBox="1"/>
          <p:nvPr/>
        </p:nvSpPr>
        <p:spPr>
          <a:xfrm>
            <a:off x="1177056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35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9" name=""/>
          <p:cNvSpPr/>
          <p:nvPr/>
        </p:nvSpPr>
        <p:spPr>
          <a:xfrm>
            <a:off x="685440" y="3047760"/>
            <a:ext cx="2572200" cy="19440"/>
          </a:xfrm>
          <a:custGeom>
            <a:avLst/>
            <a:gdLst/>
            <a:ahLst/>
            <a:rect l="0" t="0" r="r" b="b"/>
            <a:pathLst>
              <a:path w="7145" h="54">
                <a:moveTo>
                  <a:pt x="0" y="0"/>
                </a:moveTo>
                <a:lnTo>
                  <a:pt x="7145" y="0"/>
                </a:lnTo>
                <a:lnTo>
                  <a:pt x="714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0" name=""/>
          <p:cNvSpPr/>
          <p:nvPr/>
        </p:nvSpPr>
        <p:spPr>
          <a:xfrm>
            <a:off x="3257280" y="3047760"/>
            <a:ext cx="800640" cy="19440"/>
          </a:xfrm>
          <a:custGeom>
            <a:avLst/>
            <a:gdLst/>
            <a:ahLst/>
            <a:rect l="0" t="0" r="r" b="b"/>
            <a:pathLst>
              <a:path w="2224" h="54">
                <a:moveTo>
                  <a:pt x="0" y="0"/>
                </a:moveTo>
                <a:lnTo>
                  <a:pt x="2224" y="0"/>
                </a:lnTo>
                <a:lnTo>
                  <a:pt x="222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1" name=""/>
          <p:cNvSpPr/>
          <p:nvPr/>
        </p:nvSpPr>
        <p:spPr>
          <a:xfrm>
            <a:off x="4057560" y="3047760"/>
            <a:ext cx="971640" cy="19440"/>
          </a:xfrm>
          <a:custGeom>
            <a:avLst/>
            <a:gdLst/>
            <a:ahLst/>
            <a:rect l="0" t="0" r="r" b="b"/>
            <a:pathLst>
              <a:path w="2699" h="54">
                <a:moveTo>
                  <a:pt x="0" y="0"/>
                </a:moveTo>
                <a:lnTo>
                  <a:pt x="2699" y="0"/>
                </a:lnTo>
                <a:lnTo>
                  <a:pt x="269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2" name=""/>
          <p:cNvSpPr/>
          <p:nvPr/>
        </p:nvSpPr>
        <p:spPr>
          <a:xfrm>
            <a:off x="5028840" y="3047760"/>
            <a:ext cx="3124800" cy="19440"/>
          </a:xfrm>
          <a:custGeom>
            <a:avLst/>
            <a:gdLst/>
            <a:ahLst/>
            <a:rect l="0" t="0" r="r" b="b"/>
            <a:pathLst>
              <a:path w="8680" h="54">
                <a:moveTo>
                  <a:pt x="0" y="0"/>
                </a:moveTo>
                <a:lnTo>
                  <a:pt x="8680" y="0"/>
                </a:lnTo>
                <a:lnTo>
                  <a:pt x="868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3" name=""/>
          <p:cNvSpPr/>
          <p:nvPr/>
        </p:nvSpPr>
        <p:spPr>
          <a:xfrm>
            <a:off x="685440" y="3514680"/>
            <a:ext cx="2572200" cy="9720"/>
          </a:xfrm>
          <a:custGeom>
            <a:avLst/>
            <a:gdLst/>
            <a:ahLst/>
            <a:rect l="0" t="0" r="r" b="b"/>
            <a:pathLst>
              <a:path w="7145" h="27">
                <a:moveTo>
                  <a:pt x="0" y="0"/>
                </a:moveTo>
                <a:lnTo>
                  <a:pt x="7145" y="0"/>
                </a:lnTo>
                <a:lnTo>
                  <a:pt x="71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4" name=""/>
          <p:cNvSpPr/>
          <p:nvPr/>
        </p:nvSpPr>
        <p:spPr>
          <a:xfrm>
            <a:off x="3257280" y="3514680"/>
            <a:ext cx="800640" cy="9720"/>
          </a:xfrm>
          <a:custGeom>
            <a:avLst/>
            <a:gdLst/>
            <a:ahLst/>
            <a:rect l="0" t="0" r="r" b="b"/>
            <a:pathLst>
              <a:path w="2224" h="27">
                <a:moveTo>
                  <a:pt x="0" y="0"/>
                </a:moveTo>
                <a:lnTo>
                  <a:pt x="2224" y="0"/>
                </a:lnTo>
                <a:lnTo>
                  <a:pt x="2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5" name=""/>
          <p:cNvSpPr/>
          <p:nvPr/>
        </p:nvSpPr>
        <p:spPr>
          <a:xfrm>
            <a:off x="4057560" y="3514680"/>
            <a:ext cx="971640" cy="9720"/>
          </a:xfrm>
          <a:custGeom>
            <a:avLst/>
            <a:gdLst/>
            <a:ah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6" name=""/>
          <p:cNvSpPr/>
          <p:nvPr/>
        </p:nvSpPr>
        <p:spPr>
          <a:xfrm>
            <a:off x="5028840" y="3514680"/>
            <a:ext cx="3124800" cy="9720"/>
          </a:xfrm>
          <a:custGeom>
            <a:avLst/>
            <a:gdLst/>
            <a:ah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7" name=""/>
          <p:cNvSpPr/>
          <p:nvPr/>
        </p:nvSpPr>
        <p:spPr>
          <a:xfrm>
            <a:off x="685440" y="3962160"/>
            <a:ext cx="2572200" cy="10080"/>
          </a:xfrm>
          <a:custGeom>
            <a:avLst/>
            <a:gdLst/>
            <a:ahLst/>
            <a:rect l="0" t="0" r="r" b="b"/>
            <a:pathLst>
              <a:path w="7145" h="28">
                <a:moveTo>
                  <a:pt x="0" y="0"/>
                </a:moveTo>
                <a:lnTo>
                  <a:pt x="7145" y="0"/>
                </a:lnTo>
                <a:lnTo>
                  <a:pt x="71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8" name=""/>
          <p:cNvSpPr/>
          <p:nvPr/>
        </p:nvSpPr>
        <p:spPr>
          <a:xfrm>
            <a:off x="3257280" y="3962160"/>
            <a:ext cx="800640" cy="10080"/>
          </a:xfrm>
          <a:custGeom>
            <a:avLst/>
            <a:gdLst/>
            <a:ahLst/>
            <a:rect l="0" t="0" r="r" b="b"/>
            <a:pathLst>
              <a:path w="2224" h="28">
                <a:moveTo>
                  <a:pt x="0" y="0"/>
                </a:moveTo>
                <a:lnTo>
                  <a:pt x="2224" y="0"/>
                </a:lnTo>
                <a:lnTo>
                  <a:pt x="22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9" name=""/>
          <p:cNvSpPr/>
          <p:nvPr/>
        </p:nvSpPr>
        <p:spPr>
          <a:xfrm>
            <a:off x="4057560" y="3962160"/>
            <a:ext cx="971640" cy="10080"/>
          </a:xfrm>
          <a:custGeom>
            <a:avLst/>
            <a:gdLst/>
            <a:ah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0" name=""/>
          <p:cNvSpPr/>
          <p:nvPr/>
        </p:nvSpPr>
        <p:spPr>
          <a:xfrm>
            <a:off x="5028840" y="3962160"/>
            <a:ext cx="3124800" cy="10080"/>
          </a:xfrm>
          <a:custGeom>
            <a:avLst/>
            <a:gdLst/>
            <a:ahLst/>
            <a:rect l="0" t="0" r="r" b="b"/>
            <a:pathLst>
              <a:path w="8680" h="28">
                <a:moveTo>
                  <a:pt x="0" y="0"/>
                </a:moveTo>
                <a:lnTo>
                  <a:pt x="8680" y="0"/>
                </a:lnTo>
                <a:lnTo>
                  <a:pt x="86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1" name=""/>
          <p:cNvSpPr/>
          <p:nvPr/>
        </p:nvSpPr>
        <p:spPr>
          <a:xfrm>
            <a:off x="685440" y="4419360"/>
            <a:ext cx="2572200" cy="10080"/>
          </a:xfrm>
          <a:custGeom>
            <a:avLst/>
            <a:gdLst/>
            <a:ahLst/>
            <a:rect l="0" t="0" r="r" b="b"/>
            <a:pathLst>
              <a:path w="7145" h="28">
                <a:moveTo>
                  <a:pt x="0" y="0"/>
                </a:moveTo>
                <a:lnTo>
                  <a:pt x="7145" y="0"/>
                </a:lnTo>
                <a:lnTo>
                  <a:pt x="71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2" name=""/>
          <p:cNvSpPr/>
          <p:nvPr/>
        </p:nvSpPr>
        <p:spPr>
          <a:xfrm>
            <a:off x="3257280" y="4419360"/>
            <a:ext cx="800640" cy="10080"/>
          </a:xfrm>
          <a:custGeom>
            <a:avLst/>
            <a:gdLst/>
            <a:ahLst/>
            <a:rect l="0" t="0" r="r" b="b"/>
            <a:pathLst>
              <a:path w="2224" h="28">
                <a:moveTo>
                  <a:pt x="0" y="0"/>
                </a:moveTo>
                <a:lnTo>
                  <a:pt x="2224" y="0"/>
                </a:lnTo>
                <a:lnTo>
                  <a:pt x="22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3" name=""/>
          <p:cNvSpPr/>
          <p:nvPr/>
        </p:nvSpPr>
        <p:spPr>
          <a:xfrm>
            <a:off x="4057560" y="4419360"/>
            <a:ext cx="971640" cy="10080"/>
          </a:xfrm>
          <a:custGeom>
            <a:avLst/>
            <a:gdLst/>
            <a:ahLst/>
            <a:rect l="0" t="0" r="r" b="b"/>
            <a:pathLst>
              <a:path w="2699" h="28">
                <a:moveTo>
                  <a:pt x="0" y="0"/>
                </a:moveTo>
                <a:lnTo>
                  <a:pt x="2699" y="0"/>
                </a:lnTo>
                <a:lnTo>
                  <a:pt x="26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4" name=""/>
          <p:cNvSpPr/>
          <p:nvPr/>
        </p:nvSpPr>
        <p:spPr>
          <a:xfrm>
            <a:off x="5028840" y="4419360"/>
            <a:ext cx="3124800" cy="10080"/>
          </a:xfrm>
          <a:custGeom>
            <a:avLst/>
            <a:gdLst/>
            <a:ahLst/>
            <a:rect l="0" t="0" r="r" b="b"/>
            <a:pathLst>
              <a:path w="8680" h="28">
                <a:moveTo>
                  <a:pt x="0" y="0"/>
                </a:moveTo>
                <a:lnTo>
                  <a:pt x="8680" y="0"/>
                </a:lnTo>
                <a:lnTo>
                  <a:pt x="86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5" name=""/>
          <p:cNvSpPr/>
          <p:nvPr/>
        </p:nvSpPr>
        <p:spPr>
          <a:xfrm>
            <a:off x="685440" y="4867200"/>
            <a:ext cx="2572200" cy="9720"/>
          </a:xfrm>
          <a:custGeom>
            <a:avLst/>
            <a:gdLst/>
            <a:ahLst/>
            <a:rect l="0" t="0" r="r" b="b"/>
            <a:pathLst>
              <a:path w="7145" h="27">
                <a:moveTo>
                  <a:pt x="0" y="0"/>
                </a:moveTo>
                <a:lnTo>
                  <a:pt x="7145" y="0"/>
                </a:lnTo>
                <a:lnTo>
                  <a:pt x="71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6" name=""/>
          <p:cNvSpPr/>
          <p:nvPr/>
        </p:nvSpPr>
        <p:spPr>
          <a:xfrm>
            <a:off x="3257280" y="4867200"/>
            <a:ext cx="800640" cy="9720"/>
          </a:xfrm>
          <a:custGeom>
            <a:avLst/>
            <a:gdLst/>
            <a:ahLst/>
            <a:rect l="0" t="0" r="r" b="b"/>
            <a:pathLst>
              <a:path w="2224" h="27">
                <a:moveTo>
                  <a:pt x="0" y="0"/>
                </a:moveTo>
                <a:lnTo>
                  <a:pt x="2224" y="0"/>
                </a:lnTo>
                <a:lnTo>
                  <a:pt x="2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7" name=""/>
          <p:cNvSpPr/>
          <p:nvPr/>
        </p:nvSpPr>
        <p:spPr>
          <a:xfrm>
            <a:off x="4057560" y="4867200"/>
            <a:ext cx="971640" cy="9720"/>
          </a:xfrm>
          <a:custGeom>
            <a:avLst/>
            <a:gdLst/>
            <a:ah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8" name=""/>
          <p:cNvSpPr/>
          <p:nvPr/>
        </p:nvSpPr>
        <p:spPr>
          <a:xfrm>
            <a:off x="5028840" y="4867200"/>
            <a:ext cx="3124800" cy="9720"/>
          </a:xfrm>
          <a:custGeom>
            <a:avLst/>
            <a:gdLst/>
            <a:ah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9" name=""/>
          <p:cNvSpPr/>
          <p:nvPr/>
        </p:nvSpPr>
        <p:spPr>
          <a:xfrm>
            <a:off x="685440" y="5324400"/>
            <a:ext cx="2572200" cy="9720"/>
          </a:xfrm>
          <a:custGeom>
            <a:avLst/>
            <a:gdLst/>
            <a:ahLst/>
            <a:rect l="0" t="0" r="r" b="b"/>
            <a:pathLst>
              <a:path w="7145" h="27">
                <a:moveTo>
                  <a:pt x="0" y="0"/>
                </a:moveTo>
                <a:lnTo>
                  <a:pt x="7145" y="0"/>
                </a:lnTo>
                <a:lnTo>
                  <a:pt x="71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0" name=""/>
          <p:cNvSpPr/>
          <p:nvPr/>
        </p:nvSpPr>
        <p:spPr>
          <a:xfrm>
            <a:off x="3257280" y="5324400"/>
            <a:ext cx="800640" cy="9720"/>
          </a:xfrm>
          <a:custGeom>
            <a:avLst/>
            <a:gdLst/>
            <a:ahLst/>
            <a:rect l="0" t="0" r="r" b="b"/>
            <a:pathLst>
              <a:path w="2224" h="27">
                <a:moveTo>
                  <a:pt x="0" y="0"/>
                </a:moveTo>
                <a:lnTo>
                  <a:pt x="2224" y="0"/>
                </a:lnTo>
                <a:lnTo>
                  <a:pt x="2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1" name=""/>
          <p:cNvSpPr/>
          <p:nvPr/>
        </p:nvSpPr>
        <p:spPr>
          <a:xfrm>
            <a:off x="4057560" y="5324400"/>
            <a:ext cx="971640" cy="9720"/>
          </a:xfrm>
          <a:custGeom>
            <a:avLst/>
            <a:gdLst/>
            <a:ahLst/>
            <a:rect l="0" t="0" r="r" b="b"/>
            <a:pathLst>
              <a:path w="2699" h="27">
                <a:moveTo>
                  <a:pt x="0" y="0"/>
                </a:moveTo>
                <a:lnTo>
                  <a:pt x="2699" y="0"/>
                </a:lnTo>
                <a:lnTo>
                  <a:pt x="26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2" name=""/>
          <p:cNvSpPr/>
          <p:nvPr/>
        </p:nvSpPr>
        <p:spPr>
          <a:xfrm>
            <a:off x="5028840" y="5324400"/>
            <a:ext cx="3124800" cy="9720"/>
          </a:xfrm>
          <a:custGeom>
            <a:avLst/>
            <a:gdLst/>
            <a:ahLst/>
            <a:rect l="0" t="0" r="r" b="b"/>
            <a:pathLst>
              <a:path w="8680" h="27">
                <a:moveTo>
                  <a:pt x="0" y="0"/>
                </a:moveTo>
                <a:lnTo>
                  <a:pt x="8680" y="0"/>
                </a:lnTo>
                <a:lnTo>
                  <a:pt x="86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3" name=""/>
          <p:cNvSpPr txBox="1"/>
          <p:nvPr/>
        </p:nvSpPr>
        <p:spPr>
          <a:xfrm>
            <a:off x="685800" y="1510560"/>
            <a:ext cx="2424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P E N D I N G   I T E M S   ( 2 / 2 )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4" name=""/>
          <p:cNvSpPr txBox="1"/>
          <p:nvPr/>
        </p:nvSpPr>
        <p:spPr>
          <a:xfrm>
            <a:off x="685800" y="1710360"/>
            <a:ext cx="992160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Future · sequenced after HITL demo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5" name=""/>
          <p:cNvSpPr txBox="1"/>
          <p:nvPr/>
        </p:nvSpPr>
        <p:spPr>
          <a:xfrm>
            <a:off x="685800" y="2762280"/>
            <a:ext cx="4381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I T E M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6" name=""/>
          <p:cNvSpPr txBox="1"/>
          <p:nvPr/>
        </p:nvSpPr>
        <p:spPr>
          <a:xfrm>
            <a:off x="3256200" y="2762280"/>
            <a:ext cx="59904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STAT U S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7" name=""/>
          <p:cNvSpPr txBox="1"/>
          <p:nvPr/>
        </p:nvSpPr>
        <p:spPr>
          <a:xfrm>
            <a:off x="4062240" y="2762280"/>
            <a:ext cx="4831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OWNER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8" name=""/>
          <p:cNvSpPr txBox="1"/>
          <p:nvPr/>
        </p:nvSpPr>
        <p:spPr>
          <a:xfrm>
            <a:off x="5028480" y="2762280"/>
            <a:ext cx="77940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B LO C KE R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9" name=""/>
          <p:cNvSpPr/>
          <p:nvPr/>
        </p:nvSpPr>
        <p:spPr>
          <a:xfrm>
            <a:off x="3257280" y="3171600"/>
            <a:ext cx="648000" cy="248040"/>
          </a:xfrm>
          <a:custGeom>
            <a:avLst/>
            <a:gdLst/>
            <a:ahLst/>
            <a:rect l="0" t="0" r="r" b="b"/>
            <a:pathLst>
              <a:path w="1800" h="689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3"/>
                  <a:pt x="1762" y="39"/>
                </a:cubicBezTo>
                <a:cubicBezTo>
                  <a:pt x="1787" y="65"/>
                  <a:pt x="1800" y="96"/>
                  <a:pt x="1800" y="132"/>
                </a:cubicBezTo>
                <a:lnTo>
                  <a:pt x="1800" y="557"/>
                </a:lnTo>
                <a:cubicBezTo>
                  <a:pt x="1800" y="593"/>
                  <a:pt x="1787" y="624"/>
                  <a:pt x="1762" y="650"/>
                </a:cubicBezTo>
                <a:cubicBezTo>
                  <a:pt x="1736" y="676"/>
                  <a:pt x="1705" y="689"/>
                  <a:pt x="1668" y="689"/>
                </a:cubicBezTo>
                <a:lnTo>
                  <a:pt x="133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0" name=""/>
          <p:cNvSpPr/>
          <p:nvPr/>
        </p:nvSpPr>
        <p:spPr>
          <a:xfrm>
            <a:off x="3257280" y="3171600"/>
            <a:ext cx="648000" cy="248040"/>
          </a:xfrm>
          <a:custGeom>
            <a:avLst/>
            <a:gdLst/>
            <a:ahLst/>
            <a:rect l="0" t="0" r="r" b="b"/>
            <a:pathLst>
              <a:path w="1800" h="689">
                <a:moveTo>
                  <a:pt x="0" y="557"/>
                </a:move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ubicBezTo>
                  <a:pt x="65" y="13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3"/>
                  <a:pt x="1762" y="39"/>
                </a:cubicBezTo>
                <a:cubicBezTo>
                  <a:pt x="1787" y="65"/>
                  <a:pt x="1800" y="96"/>
                  <a:pt x="1800" y="132"/>
                </a:cubicBezTo>
                <a:lnTo>
                  <a:pt x="1800" y="557"/>
                </a:lnTo>
                <a:cubicBezTo>
                  <a:pt x="1800" y="593"/>
                  <a:pt x="1787" y="624"/>
                  <a:pt x="1762" y="650"/>
                </a:cubicBezTo>
                <a:cubicBezTo>
                  <a:pt x="1736" y="676"/>
                  <a:pt x="1705" y="689"/>
                  <a:pt x="1668" y="689"/>
                </a:cubicBezTo>
                <a:lnTo>
                  <a:pt x="133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4"/>
                  <a:pt x="0" y="593"/>
                  <a:pt x="0" y="557"/>
                </a:cubicBezTo>
                <a:moveTo>
                  <a:pt x="27" y="132"/>
                </a:moveTo>
                <a:lnTo>
                  <a:pt x="27" y="557"/>
                </a:lnTo>
                <a:cubicBezTo>
                  <a:pt x="27" y="571"/>
                  <a:pt x="29" y="584"/>
                  <a:pt x="35" y="597"/>
                </a:cubicBezTo>
                <a:cubicBezTo>
                  <a:pt x="40" y="610"/>
                  <a:pt x="48" y="622"/>
                  <a:pt x="58" y="632"/>
                </a:cubicBezTo>
                <a:cubicBezTo>
                  <a:pt x="68" y="642"/>
                  <a:pt x="79" y="649"/>
                  <a:pt x="92" y="655"/>
                </a:cubicBezTo>
                <a:cubicBezTo>
                  <a:pt x="105" y="660"/>
                  <a:pt x="119" y="663"/>
                  <a:pt x="133" y="663"/>
                </a:cubicBezTo>
                <a:lnTo>
                  <a:pt x="1668" y="663"/>
                </a:lnTo>
                <a:cubicBezTo>
                  <a:pt x="1682" y="663"/>
                  <a:pt x="1696" y="660"/>
                  <a:pt x="1709" y="655"/>
                </a:cubicBezTo>
                <a:cubicBezTo>
                  <a:pt x="1722" y="649"/>
                  <a:pt x="1733" y="642"/>
                  <a:pt x="1743" y="632"/>
                </a:cubicBezTo>
                <a:cubicBezTo>
                  <a:pt x="1753" y="622"/>
                  <a:pt x="1761" y="610"/>
                  <a:pt x="1766" y="597"/>
                </a:cubicBezTo>
                <a:cubicBezTo>
                  <a:pt x="1771" y="584"/>
                  <a:pt x="1774" y="571"/>
                  <a:pt x="1774" y="557"/>
                </a:cubicBezTo>
                <a:lnTo>
                  <a:pt x="1774" y="132"/>
                </a:lnTo>
                <a:cubicBezTo>
                  <a:pt x="1774" y="118"/>
                  <a:pt x="1771" y="105"/>
                  <a:pt x="1766" y="92"/>
                </a:cubicBezTo>
                <a:cubicBezTo>
                  <a:pt x="1761" y="79"/>
                  <a:pt x="1753" y="68"/>
                  <a:pt x="1743" y="58"/>
                </a:cubicBezTo>
                <a:cubicBezTo>
                  <a:pt x="1733" y="48"/>
                  <a:pt x="1722" y="40"/>
                  <a:pt x="1709" y="35"/>
                </a:cubicBezTo>
                <a:cubicBezTo>
                  <a:pt x="1696" y="29"/>
                  <a:pt x="1682" y="27"/>
                  <a:pt x="1668" y="27"/>
                </a:cubicBezTo>
                <a:lnTo>
                  <a:pt x="133" y="27"/>
                </a:lnTo>
                <a:cubicBezTo>
                  <a:pt x="119" y="27"/>
                  <a:pt x="105" y="29"/>
                  <a:pt x="92" y="35"/>
                </a:cubicBezTo>
                <a:cubicBezTo>
                  <a:pt x="79" y="40"/>
                  <a:pt x="68" y="48"/>
                  <a:pt x="58" y="58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8"/>
                  <a:pt x="27" y="132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1" name=""/>
          <p:cNvSpPr txBox="1"/>
          <p:nvPr/>
        </p:nvSpPr>
        <p:spPr>
          <a:xfrm>
            <a:off x="685800" y="3165480"/>
            <a:ext cx="1560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GitLab MCP integration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2" name=""/>
          <p:cNvSpPr txBox="1"/>
          <p:nvPr/>
        </p:nvSpPr>
        <p:spPr>
          <a:xfrm>
            <a:off x="3380040" y="3232080"/>
            <a:ext cx="512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F U T U RE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3" name=""/>
          <p:cNvSpPr txBox="1"/>
          <p:nvPr/>
        </p:nvSpPr>
        <p:spPr>
          <a:xfrm>
            <a:off x="4062240" y="3165480"/>
            <a:ext cx="805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Engineering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4" name=""/>
          <p:cNvSpPr/>
          <p:nvPr/>
        </p:nvSpPr>
        <p:spPr>
          <a:xfrm>
            <a:off x="685440" y="3628800"/>
            <a:ext cx="2039040" cy="209880"/>
          </a:xfrm>
          <a:custGeom>
            <a:avLst/>
            <a:gdLst/>
            <a:ahLst/>
            <a:rect l="0" t="0" r="r" b="b"/>
            <a:pathLst>
              <a:path w="5664" h="583">
                <a:moveTo>
                  <a:pt x="0" y="477"/>
                </a:moveTo>
                <a:lnTo>
                  <a:pt x="0" y="107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558" y="0"/>
                </a:lnTo>
                <a:cubicBezTo>
                  <a:pt x="5572" y="0"/>
                  <a:pt x="5585" y="3"/>
                  <a:pt x="5598" y="8"/>
                </a:cubicBezTo>
                <a:cubicBezTo>
                  <a:pt x="5611" y="14"/>
                  <a:pt x="5623" y="21"/>
                  <a:pt x="5633" y="31"/>
                </a:cubicBezTo>
                <a:cubicBezTo>
                  <a:pt x="5643" y="41"/>
                  <a:pt x="5650" y="52"/>
                  <a:pt x="5656" y="65"/>
                </a:cubicBezTo>
                <a:cubicBezTo>
                  <a:pt x="5661" y="78"/>
                  <a:pt x="5664" y="92"/>
                  <a:pt x="5664" y="107"/>
                </a:cubicBezTo>
                <a:lnTo>
                  <a:pt x="5664" y="477"/>
                </a:lnTo>
                <a:cubicBezTo>
                  <a:pt x="5664" y="491"/>
                  <a:pt x="5661" y="505"/>
                  <a:pt x="5656" y="518"/>
                </a:cubicBezTo>
                <a:cubicBezTo>
                  <a:pt x="5650" y="531"/>
                  <a:pt x="5643" y="542"/>
                  <a:pt x="5633" y="552"/>
                </a:cubicBezTo>
                <a:cubicBezTo>
                  <a:pt x="5623" y="562"/>
                  <a:pt x="5611" y="570"/>
                  <a:pt x="5598" y="575"/>
                </a:cubicBezTo>
                <a:cubicBezTo>
                  <a:pt x="5585" y="581"/>
                  <a:pt x="5572" y="583"/>
                  <a:pt x="5558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2" y="542"/>
                  <a:pt x="14" y="531"/>
                  <a:pt x="9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5" name=""/>
          <p:cNvSpPr txBox="1"/>
          <p:nvPr/>
        </p:nvSpPr>
        <p:spPr>
          <a:xfrm>
            <a:off x="5028480" y="3165480"/>
            <a:ext cx="2980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After HITL demo · replaces direct REST calls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6" name=""/>
          <p:cNvSpPr txBox="1"/>
          <p:nvPr/>
        </p:nvSpPr>
        <p:spPr>
          <a:xfrm>
            <a:off x="762120" y="3660120"/>
            <a:ext cx="18943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gitops-remediation-agent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7" name=""/>
          <p:cNvSpPr/>
          <p:nvPr/>
        </p:nvSpPr>
        <p:spPr>
          <a:xfrm>
            <a:off x="3257280" y="3628800"/>
            <a:ext cx="648000" cy="238680"/>
          </a:xfrm>
          <a:custGeom>
            <a:avLst/>
            <a:gdLst/>
            <a:ahLst/>
            <a:rect l="0" t="0" r="r" b="b"/>
            <a:pathLst>
              <a:path w="1800" h="663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3"/>
                  <a:pt x="1762" y="39"/>
                </a:cubicBezTo>
                <a:cubicBezTo>
                  <a:pt x="1787" y="65"/>
                  <a:pt x="1800" y="96"/>
                  <a:pt x="1800" y="132"/>
                </a:cubicBezTo>
                <a:lnTo>
                  <a:pt x="1800" y="530"/>
                </a:lnTo>
                <a:cubicBezTo>
                  <a:pt x="1800" y="567"/>
                  <a:pt x="1787" y="598"/>
                  <a:pt x="1762" y="624"/>
                </a:cubicBezTo>
                <a:cubicBezTo>
                  <a:pt x="1736" y="650"/>
                  <a:pt x="1705" y="663"/>
                  <a:pt x="1668" y="663"/>
                </a:cubicBezTo>
                <a:lnTo>
                  <a:pt x="133" y="663"/>
                </a:lnTo>
                <a:cubicBezTo>
                  <a:pt x="96" y="663"/>
                  <a:pt x="65" y="650"/>
                  <a:pt x="39" y="624"/>
                </a:cubicBezTo>
                <a:cubicBezTo>
                  <a:pt x="13" y="598"/>
                  <a:pt x="0" y="567"/>
                  <a:pt x="0" y="530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8" name=""/>
          <p:cNvSpPr/>
          <p:nvPr/>
        </p:nvSpPr>
        <p:spPr>
          <a:xfrm>
            <a:off x="3257280" y="3628800"/>
            <a:ext cx="648000" cy="238680"/>
          </a:xfrm>
          <a:custGeom>
            <a:avLst/>
            <a:gdLst/>
            <a:ahLst/>
            <a:rect l="0" t="0" r="r" b="b"/>
            <a:pathLst>
              <a:path w="1800" h="663">
                <a:moveTo>
                  <a:pt x="0" y="530"/>
                </a:move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ubicBezTo>
                  <a:pt x="65" y="13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3"/>
                  <a:pt x="1762" y="39"/>
                </a:cubicBezTo>
                <a:cubicBezTo>
                  <a:pt x="1787" y="65"/>
                  <a:pt x="1800" y="96"/>
                  <a:pt x="1800" y="132"/>
                </a:cubicBezTo>
                <a:lnTo>
                  <a:pt x="1800" y="530"/>
                </a:lnTo>
                <a:cubicBezTo>
                  <a:pt x="1800" y="567"/>
                  <a:pt x="1787" y="598"/>
                  <a:pt x="1762" y="624"/>
                </a:cubicBezTo>
                <a:cubicBezTo>
                  <a:pt x="1736" y="650"/>
                  <a:pt x="1705" y="663"/>
                  <a:pt x="1668" y="663"/>
                </a:cubicBezTo>
                <a:lnTo>
                  <a:pt x="133" y="663"/>
                </a:lnTo>
                <a:cubicBezTo>
                  <a:pt x="96" y="663"/>
                  <a:pt x="65" y="650"/>
                  <a:pt x="39" y="624"/>
                </a:cubicBezTo>
                <a:cubicBezTo>
                  <a:pt x="13" y="598"/>
                  <a:pt x="0" y="567"/>
                  <a:pt x="0" y="530"/>
                </a:cubicBezTo>
                <a:moveTo>
                  <a:pt x="27" y="132"/>
                </a:moveTo>
                <a:lnTo>
                  <a:pt x="27" y="530"/>
                </a:lnTo>
                <a:cubicBezTo>
                  <a:pt x="27" y="544"/>
                  <a:pt x="29" y="558"/>
                  <a:pt x="35" y="571"/>
                </a:cubicBezTo>
                <a:cubicBezTo>
                  <a:pt x="40" y="584"/>
                  <a:pt x="48" y="595"/>
                  <a:pt x="58" y="605"/>
                </a:cubicBezTo>
                <a:cubicBezTo>
                  <a:pt x="68" y="615"/>
                  <a:pt x="79" y="623"/>
                  <a:pt x="92" y="628"/>
                </a:cubicBezTo>
                <a:cubicBezTo>
                  <a:pt x="105" y="633"/>
                  <a:pt x="119" y="636"/>
                  <a:pt x="133" y="636"/>
                </a:cubicBezTo>
                <a:lnTo>
                  <a:pt x="1668" y="636"/>
                </a:lnTo>
                <a:cubicBezTo>
                  <a:pt x="1682" y="636"/>
                  <a:pt x="1696" y="633"/>
                  <a:pt x="1709" y="628"/>
                </a:cubicBezTo>
                <a:cubicBezTo>
                  <a:pt x="1722" y="623"/>
                  <a:pt x="1733" y="615"/>
                  <a:pt x="1743" y="605"/>
                </a:cubicBezTo>
                <a:cubicBezTo>
                  <a:pt x="1753" y="595"/>
                  <a:pt x="1761" y="584"/>
                  <a:pt x="1766" y="571"/>
                </a:cubicBezTo>
                <a:cubicBezTo>
                  <a:pt x="1771" y="558"/>
                  <a:pt x="1774" y="544"/>
                  <a:pt x="1774" y="530"/>
                </a:cubicBezTo>
                <a:lnTo>
                  <a:pt x="1774" y="132"/>
                </a:lnTo>
                <a:cubicBezTo>
                  <a:pt x="1774" y="118"/>
                  <a:pt x="1771" y="105"/>
                  <a:pt x="1766" y="92"/>
                </a:cubicBezTo>
                <a:cubicBezTo>
                  <a:pt x="1761" y="79"/>
                  <a:pt x="1753" y="68"/>
                  <a:pt x="1743" y="58"/>
                </a:cubicBezTo>
                <a:cubicBezTo>
                  <a:pt x="1733" y="48"/>
                  <a:pt x="1722" y="40"/>
                  <a:pt x="1709" y="35"/>
                </a:cubicBezTo>
                <a:cubicBezTo>
                  <a:pt x="1696" y="29"/>
                  <a:pt x="1682" y="27"/>
                  <a:pt x="1668" y="27"/>
                </a:cubicBezTo>
                <a:lnTo>
                  <a:pt x="133" y="27"/>
                </a:lnTo>
                <a:cubicBezTo>
                  <a:pt x="119" y="27"/>
                  <a:pt x="105" y="29"/>
                  <a:pt x="92" y="35"/>
                </a:cubicBezTo>
                <a:cubicBezTo>
                  <a:pt x="79" y="40"/>
                  <a:pt x="68" y="48"/>
                  <a:pt x="58" y="58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8"/>
                  <a:pt x="27" y="132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9" name=""/>
          <p:cNvSpPr txBox="1"/>
          <p:nvPr/>
        </p:nvSpPr>
        <p:spPr>
          <a:xfrm>
            <a:off x="2726640" y="3622680"/>
            <a:ext cx="3740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build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0" name=""/>
          <p:cNvSpPr txBox="1"/>
          <p:nvPr/>
        </p:nvSpPr>
        <p:spPr>
          <a:xfrm>
            <a:off x="3380040" y="3689280"/>
            <a:ext cx="512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F U T U RE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1" name=""/>
          <p:cNvSpPr txBox="1"/>
          <p:nvPr/>
        </p:nvSpPr>
        <p:spPr>
          <a:xfrm>
            <a:off x="4062240" y="3622680"/>
            <a:ext cx="805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Engineering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2" name=""/>
          <p:cNvSpPr txBox="1"/>
          <p:nvPr/>
        </p:nvSpPr>
        <p:spPr>
          <a:xfrm>
            <a:off x="5028480" y="3622680"/>
            <a:ext cx="1577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After GitLab MCP lands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3" name=""/>
          <p:cNvSpPr/>
          <p:nvPr/>
        </p:nvSpPr>
        <p:spPr>
          <a:xfrm>
            <a:off x="3257280" y="4076640"/>
            <a:ext cx="648000" cy="248040"/>
          </a:xfrm>
          <a:custGeom>
            <a:avLst/>
            <a:gdLst/>
            <a:ahLst/>
            <a:rect l="0" t="0" r="r" b="b"/>
            <a:pathLst>
              <a:path w="1800" h="689">
                <a:moveTo>
                  <a:pt x="39" y="39"/>
                </a:moveTo>
                <a:cubicBezTo>
                  <a:pt x="65" y="14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4"/>
                  <a:pt x="1762" y="39"/>
                </a:cubicBezTo>
                <a:cubicBezTo>
                  <a:pt x="1787" y="65"/>
                  <a:pt x="1800" y="96"/>
                  <a:pt x="1800" y="133"/>
                </a:cubicBezTo>
                <a:lnTo>
                  <a:pt x="1800" y="556"/>
                </a:lnTo>
                <a:cubicBezTo>
                  <a:pt x="1800" y="593"/>
                  <a:pt x="1787" y="624"/>
                  <a:pt x="1762" y="650"/>
                </a:cubicBezTo>
                <a:cubicBezTo>
                  <a:pt x="1736" y="676"/>
                  <a:pt x="1705" y="689"/>
                  <a:pt x="1668" y="689"/>
                </a:cubicBezTo>
                <a:lnTo>
                  <a:pt x="133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4"/>
                  <a:pt x="0" y="593"/>
                  <a:pt x="0" y="556"/>
                </a:cubicBezTo>
                <a:lnTo>
                  <a:pt x="0" y="133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4" name=""/>
          <p:cNvSpPr/>
          <p:nvPr/>
        </p:nvSpPr>
        <p:spPr>
          <a:xfrm>
            <a:off x="3257280" y="4076640"/>
            <a:ext cx="648000" cy="248040"/>
          </a:xfrm>
          <a:custGeom>
            <a:avLst/>
            <a:gdLst/>
            <a:ahLst/>
            <a:rect l="0" t="0" r="r" b="b"/>
            <a:pathLst>
              <a:path w="1800" h="689">
                <a:moveTo>
                  <a:pt x="0" y="556"/>
                </a:moveTo>
                <a:lnTo>
                  <a:pt x="0" y="133"/>
                </a:lnTo>
                <a:cubicBezTo>
                  <a:pt x="0" y="96"/>
                  <a:pt x="13" y="65"/>
                  <a:pt x="39" y="39"/>
                </a:cubicBezTo>
                <a:cubicBezTo>
                  <a:pt x="65" y="14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4"/>
                  <a:pt x="1762" y="39"/>
                </a:cubicBezTo>
                <a:cubicBezTo>
                  <a:pt x="1787" y="65"/>
                  <a:pt x="1800" y="96"/>
                  <a:pt x="1800" y="133"/>
                </a:cubicBezTo>
                <a:lnTo>
                  <a:pt x="1800" y="556"/>
                </a:lnTo>
                <a:cubicBezTo>
                  <a:pt x="1800" y="593"/>
                  <a:pt x="1787" y="624"/>
                  <a:pt x="1762" y="650"/>
                </a:cubicBezTo>
                <a:cubicBezTo>
                  <a:pt x="1736" y="676"/>
                  <a:pt x="1705" y="689"/>
                  <a:pt x="1668" y="689"/>
                </a:cubicBezTo>
                <a:lnTo>
                  <a:pt x="133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4"/>
                  <a:pt x="0" y="593"/>
                  <a:pt x="0" y="556"/>
                </a:cubicBezTo>
                <a:moveTo>
                  <a:pt x="27" y="133"/>
                </a:moveTo>
                <a:lnTo>
                  <a:pt x="27" y="556"/>
                </a:lnTo>
                <a:cubicBezTo>
                  <a:pt x="27" y="570"/>
                  <a:pt x="29" y="584"/>
                  <a:pt x="35" y="597"/>
                </a:cubicBezTo>
                <a:cubicBezTo>
                  <a:pt x="40" y="610"/>
                  <a:pt x="48" y="621"/>
                  <a:pt x="58" y="631"/>
                </a:cubicBezTo>
                <a:cubicBezTo>
                  <a:pt x="68" y="641"/>
                  <a:pt x="79" y="649"/>
                  <a:pt x="92" y="654"/>
                </a:cubicBezTo>
                <a:cubicBezTo>
                  <a:pt x="105" y="659"/>
                  <a:pt x="119" y="662"/>
                  <a:pt x="133" y="662"/>
                </a:cubicBezTo>
                <a:lnTo>
                  <a:pt x="1668" y="662"/>
                </a:lnTo>
                <a:cubicBezTo>
                  <a:pt x="1682" y="662"/>
                  <a:pt x="1696" y="659"/>
                  <a:pt x="1709" y="654"/>
                </a:cubicBezTo>
                <a:cubicBezTo>
                  <a:pt x="1722" y="649"/>
                  <a:pt x="1733" y="641"/>
                  <a:pt x="1743" y="631"/>
                </a:cubicBezTo>
                <a:cubicBezTo>
                  <a:pt x="1753" y="621"/>
                  <a:pt x="1761" y="610"/>
                  <a:pt x="1766" y="597"/>
                </a:cubicBezTo>
                <a:cubicBezTo>
                  <a:pt x="1771" y="584"/>
                  <a:pt x="1774" y="570"/>
                  <a:pt x="1774" y="556"/>
                </a:cubicBezTo>
                <a:lnTo>
                  <a:pt x="1774" y="133"/>
                </a:lnTo>
                <a:cubicBezTo>
                  <a:pt x="1774" y="119"/>
                  <a:pt x="1771" y="105"/>
                  <a:pt x="1766" y="92"/>
                </a:cubicBezTo>
                <a:cubicBezTo>
                  <a:pt x="1761" y="79"/>
                  <a:pt x="1753" y="68"/>
                  <a:pt x="1743" y="58"/>
                </a:cubicBezTo>
                <a:cubicBezTo>
                  <a:pt x="1733" y="48"/>
                  <a:pt x="1722" y="41"/>
                  <a:pt x="1709" y="35"/>
                </a:cubicBezTo>
                <a:cubicBezTo>
                  <a:pt x="1696" y="30"/>
                  <a:pt x="1682" y="27"/>
                  <a:pt x="1668" y="27"/>
                </a:cubicBezTo>
                <a:lnTo>
                  <a:pt x="133" y="27"/>
                </a:lnTo>
                <a:cubicBezTo>
                  <a:pt x="119" y="27"/>
                  <a:pt x="105" y="30"/>
                  <a:pt x="92" y="35"/>
                </a:cubicBezTo>
                <a:cubicBezTo>
                  <a:pt x="79" y="41"/>
                  <a:pt x="68" y="48"/>
                  <a:pt x="58" y="58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9"/>
                  <a:pt x="27" y="133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5" name=""/>
          <p:cNvSpPr txBox="1"/>
          <p:nvPr/>
        </p:nvSpPr>
        <p:spPr>
          <a:xfrm>
            <a:off x="685800" y="4070160"/>
            <a:ext cx="1909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ServiceNow MCP integration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6" name=""/>
          <p:cNvSpPr txBox="1"/>
          <p:nvPr/>
        </p:nvSpPr>
        <p:spPr>
          <a:xfrm>
            <a:off x="3380040" y="4137120"/>
            <a:ext cx="512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F U T U RE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7" name=""/>
          <p:cNvSpPr txBox="1"/>
          <p:nvPr/>
        </p:nvSpPr>
        <p:spPr>
          <a:xfrm>
            <a:off x="4062240" y="4070160"/>
            <a:ext cx="291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TBD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8" name=""/>
          <p:cNvSpPr txBox="1"/>
          <p:nvPr/>
        </p:nvSpPr>
        <p:spPr>
          <a:xfrm>
            <a:off x="5028480" y="4070160"/>
            <a:ext cx="1170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After GitLab MCP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9" name=""/>
          <p:cNvSpPr/>
          <p:nvPr/>
        </p:nvSpPr>
        <p:spPr>
          <a:xfrm>
            <a:off x="3257280" y="4533840"/>
            <a:ext cx="648000" cy="238320"/>
          </a:xfrm>
          <a:custGeom>
            <a:avLst/>
            <a:gdLst/>
            <a:ahLst/>
            <a:rect l="0" t="0" r="r" b="b"/>
            <a:pathLst>
              <a:path w="1800" h="662">
                <a:moveTo>
                  <a:pt x="39" y="38"/>
                </a:moveTo>
                <a:cubicBezTo>
                  <a:pt x="65" y="13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3"/>
                  <a:pt x="1762" y="38"/>
                </a:cubicBezTo>
                <a:cubicBezTo>
                  <a:pt x="1787" y="64"/>
                  <a:pt x="1800" y="95"/>
                  <a:pt x="1800" y="132"/>
                </a:cubicBezTo>
                <a:lnTo>
                  <a:pt x="1800" y="530"/>
                </a:lnTo>
                <a:cubicBezTo>
                  <a:pt x="1800" y="566"/>
                  <a:pt x="1787" y="598"/>
                  <a:pt x="1762" y="623"/>
                </a:cubicBezTo>
                <a:cubicBezTo>
                  <a:pt x="1736" y="649"/>
                  <a:pt x="1705" y="662"/>
                  <a:pt x="1668" y="662"/>
                </a:cubicBezTo>
                <a:lnTo>
                  <a:pt x="133" y="662"/>
                </a:lnTo>
                <a:cubicBezTo>
                  <a:pt x="96" y="662"/>
                  <a:pt x="65" y="649"/>
                  <a:pt x="39" y="623"/>
                </a:cubicBezTo>
                <a:cubicBezTo>
                  <a:pt x="13" y="598"/>
                  <a:pt x="0" y="566"/>
                  <a:pt x="0" y="530"/>
                </a:cubicBezTo>
                <a:lnTo>
                  <a:pt x="0" y="132"/>
                </a:lnTo>
                <a:cubicBezTo>
                  <a:pt x="0" y="95"/>
                  <a:pt x="13" y="64"/>
                  <a:pt x="39" y="38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0" name=""/>
          <p:cNvSpPr/>
          <p:nvPr/>
        </p:nvSpPr>
        <p:spPr>
          <a:xfrm>
            <a:off x="3257280" y="4533840"/>
            <a:ext cx="648000" cy="238320"/>
          </a:xfrm>
          <a:custGeom>
            <a:avLst/>
            <a:gdLst/>
            <a:ahLst/>
            <a:rect l="0" t="0" r="r" b="b"/>
            <a:pathLst>
              <a:path w="1800" h="662">
                <a:moveTo>
                  <a:pt x="0" y="530"/>
                </a:moveTo>
                <a:lnTo>
                  <a:pt x="0" y="132"/>
                </a:lnTo>
                <a:cubicBezTo>
                  <a:pt x="0" y="95"/>
                  <a:pt x="13" y="64"/>
                  <a:pt x="39" y="38"/>
                </a:cubicBezTo>
                <a:cubicBezTo>
                  <a:pt x="65" y="13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3"/>
                  <a:pt x="1762" y="38"/>
                </a:cubicBezTo>
                <a:cubicBezTo>
                  <a:pt x="1787" y="64"/>
                  <a:pt x="1800" y="95"/>
                  <a:pt x="1800" y="132"/>
                </a:cubicBezTo>
                <a:lnTo>
                  <a:pt x="1800" y="530"/>
                </a:lnTo>
                <a:cubicBezTo>
                  <a:pt x="1800" y="566"/>
                  <a:pt x="1787" y="598"/>
                  <a:pt x="1762" y="623"/>
                </a:cubicBezTo>
                <a:cubicBezTo>
                  <a:pt x="1736" y="649"/>
                  <a:pt x="1705" y="662"/>
                  <a:pt x="1668" y="662"/>
                </a:cubicBezTo>
                <a:lnTo>
                  <a:pt x="133" y="662"/>
                </a:lnTo>
                <a:cubicBezTo>
                  <a:pt x="96" y="662"/>
                  <a:pt x="65" y="649"/>
                  <a:pt x="39" y="623"/>
                </a:cubicBezTo>
                <a:cubicBezTo>
                  <a:pt x="13" y="598"/>
                  <a:pt x="0" y="566"/>
                  <a:pt x="0" y="530"/>
                </a:cubicBezTo>
                <a:moveTo>
                  <a:pt x="27" y="132"/>
                </a:moveTo>
                <a:lnTo>
                  <a:pt x="27" y="530"/>
                </a:lnTo>
                <a:cubicBezTo>
                  <a:pt x="27" y="544"/>
                  <a:pt x="29" y="557"/>
                  <a:pt x="35" y="570"/>
                </a:cubicBezTo>
                <a:cubicBezTo>
                  <a:pt x="40" y="583"/>
                  <a:pt x="48" y="595"/>
                  <a:pt x="58" y="605"/>
                </a:cubicBezTo>
                <a:cubicBezTo>
                  <a:pt x="68" y="615"/>
                  <a:pt x="79" y="622"/>
                  <a:pt x="92" y="628"/>
                </a:cubicBezTo>
                <a:cubicBezTo>
                  <a:pt x="105" y="633"/>
                  <a:pt x="119" y="636"/>
                  <a:pt x="133" y="636"/>
                </a:cubicBezTo>
                <a:lnTo>
                  <a:pt x="1668" y="636"/>
                </a:lnTo>
                <a:cubicBezTo>
                  <a:pt x="1682" y="636"/>
                  <a:pt x="1696" y="633"/>
                  <a:pt x="1709" y="628"/>
                </a:cubicBezTo>
                <a:cubicBezTo>
                  <a:pt x="1722" y="622"/>
                  <a:pt x="1733" y="615"/>
                  <a:pt x="1743" y="605"/>
                </a:cubicBezTo>
                <a:cubicBezTo>
                  <a:pt x="1753" y="595"/>
                  <a:pt x="1761" y="583"/>
                  <a:pt x="1766" y="570"/>
                </a:cubicBezTo>
                <a:cubicBezTo>
                  <a:pt x="1771" y="557"/>
                  <a:pt x="1774" y="544"/>
                  <a:pt x="1774" y="530"/>
                </a:cubicBezTo>
                <a:lnTo>
                  <a:pt x="1774" y="132"/>
                </a:lnTo>
                <a:cubicBezTo>
                  <a:pt x="1774" y="118"/>
                  <a:pt x="1771" y="104"/>
                  <a:pt x="1766" y="91"/>
                </a:cubicBezTo>
                <a:cubicBezTo>
                  <a:pt x="1761" y="78"/>
                  <a:pt x="1753" y="67"/>
                  <a:pt x="1743" y="57"/>
                </a:cubicBezTo>
                <a:cubicBezTo>
                  <a:pt x="1733" y="47"/>
                  <a:pt x="1722" y="40"/>
                  <a:pt x="1709" y="34"/>
                </a:cubicBezTo>
                <a:cubicBezTo>
                  <a:pt x="1696" y="29"/>
                  <a:pt x="1682" y="26"/>
                  <a:pt x="1668" y="26"/>
                </a:cubicBezTo>
                <a:lnTo>
                  <a:pt x="133" y="26"/>
                </a:lnTo>
                <a:cubicBezTo>
                  <a:pt x="119" y="26"/>
                  <a:pt x="105" y="29"/>
                  <a:pt x="92" y="34"/>
                </a:cubicBezTo>
                <a:cubicBezTo>
                  <a:pt x="79" y="40"/>
                  <a:pt x="68" y="47"/>
                  <a:pt x="58" y="57"/>
                </a:cubicBezTo>
                <a:cubicBezTo>
                  <a:pt x="48" y="67"/>
                  <a:pt x="40" y="78"/>
                  <a:pt x="35" y="91"/>
                </a:cubicBezTo>
                <a:cubicBezTo>
                  <a:pt x="29" y="104"/>
                  <a:pt x="27" y="118"/>
                  <a:pt x="27" y="132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1" name=""/>
          <p:cNvSpPr txBox="1"/>
          <p:nvPr/>
        </p:nvSpPr>
        <p:spPr>
          <a:xfrm>
            <a:off x="685800" y="4527360"/>
            <a:ext cx="2091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Azure DevOps MCP integration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2" name=""/>
          <p:cNvSpPr txBox="1"/>
          <p:nvPr/>
        </p:nvSpPr>
        <p:spPr>
          <a:xfrm>
            <a:off x="3380040" y="4594320"/>
            <a:ext cx="512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F U T U RE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3" name=""/>
          <p:cNvSpPr txBox="1"/>
          <p:nvPr/>
        </p:nvSpPr>
        <p:spPr>
          <a:xfrm>
            <a:off x="4062240" y="4527360"/>
            <a:ext cx="291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TBD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4" name=""/>
          <p:cNvSpPr txBox="1"/>
          <p:nvPr/>
        </p:nvSpPr>
        <p:spPr>
          <a:xfrm>
            <a:off x="5028480" y="4527360"/>
            <a:ext cx="15192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After ServiceNow MCP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5" name=""/>
          <p:cNvSpPr/>
          <p:nvPr/>
        </p:nvSpPr>
        <p:spPr>
          <a:xfrm>
            <a:off x="3257280" y="4981320"/>
            <a:ext cx="648000" cy="248040"/>
          </a:xfrm>
          <a:custGeom>
            <a:avLst/>
            <a:gdLst/>
            <a:ahLst/>
            <a:rect l="0" t="0" r="r" b="b"/>
            <a:pathLst>
              <a:path w="1800" h="689">
                <a:moveTo>
                  <a:pt x="39" y="39"/>
                </a:moveTo>
                <a:cubicBezTo>
                  <a:pt x="65" y="13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3"/>
                  <a:pt x="1762" y="39"/>
                </a:cubicBezTo>
                <a:cubicBezTo>
                  <a:pt x="1787" y="65"/>
                  <a:pt x="1800" y="96"/>
                  <a:pt x="1800" y="132"/>
                </a:cubicBezTo>
                <a:lnTo>
                  <a:pt x="1800" y="557"/>
                </a:lnTo>
                <a:cubicBezTo>
                  <a:pt x="1800" y="593"/>
                  <a:pt x="1787" y="625"/>
                  <a:pt x="1762" y="650"/>
                </a:cubicBezTo>
                <a:cubicBezTo>
                  <a:pt x="1736" y="676"/>
                  <a:pt x="1705" y="689"/>
                  <a:pt x="1668" y="689"/>
                </a:cubicBezTo>
                <a:lnTo>
                  <a:pt x="133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5"/>
                  <a:pt x="0" y="593"/>
                  <a:pt x="0" y="557"/>
                </a:cubicBez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6" name=""/>
          <p:cNvSpPr/>
          <p:nvPr/>
        </p:nvSpPr>
        <p:spPr>
          <a:xfrm>
            <a:off x="3257280" y="4981320"/>
            <a:ext cx="648000" cy="248040"/>
          </a:xfrm>
          <a:custGeom>
            <a:avLst/>
            <a:gdLst/>
            <a:ahLst/>
            <a:rect l="0" t="0" r="r" b="b"/>
            <a:pathLst>
              <a:path w="1800" h="689">
                <a:moveTo>
                  <a:pt x="0" y="557"/>
                </a:moveTo>
                <a:lnTo>
                  <a:pt x="0" y="132"/>
                </a:lnTo>
                <a:cubicBezTo>
                  <a:pt x="0" y="96"/>
                  <a:pt x="13" y="65"/>
                  <a:pt x="39" y="39"/>
                </a:cubicBezTo>
                <a:cubicBezTo>
                  <a:pt x="65" y="13"/>
                  <a:pt x="96" y="0"/>
                  <a:pt x="133" y="0"/>
                </a:cubicBezTo>
                <a:lnTo>
                  <a:pt x="1668" y="0"/>
                </a:lnTo>
                <a:cubicBezTo>
                  <a:pt x="1705" y="0"/>
                  <a:pt x="1736" y="13"/>
                  <a:pt x="1762" y="39"/>
                </a:cubicBezTo>
                <a:cubicBezTo>
                  <a:pt x="1787" y="65"/>
                  <a:pt x="1800" y="96"/>
                  <a:pt x="1800" y="132"/>
                </a:cubicBezTo>
                <a:lnTo>
                  <a:pt x="1800" y="557"/>
                </a:lnTo>
                <a:cubicBezTo>
                  <a:pt x="1800" y="593"/>
                  <a:pt x="1787" y="625"/>
                  <a:pt x="1762" y="650"/>
                </a:cubicBezTo>
                <a:cubicBezTo>
                  <a:pt x="1736" y="676"/>
                  <a:pt x="1705" y="689"/>
                  <a:pt x="1668" y="689"/>
                </a:cubicBezTo>
                <a:lnTo>
                  <a:pt x="133" y="689"/>
                </a:lnTo>
                <a:cubicBezTo>
                  <a:pt x="96" y="689"/>
                  <a:pt x="65" y="676"/>
                  <a:pt x="39" y="650"/>
                </a:cubicBezTo>
                <a:cubicBezTo>
                  <a:pt x="13" y="625"/>
                  <a:pt x="0" y="593"/>
                  <a:pt x="0" y="557"/>
                </a:cubicBezTo>
                <a:moveTo>
                  <a:pt x="27" y="132"/>
                </a:moveTo>
                <a:lnTo>
                  <a:pt x="27" y="557"/>
                </a:lnTo>
                <a:cubicBezTo>
                  <a:pt x="27" y="571"/>
                  <a:pt x="29" y="584"/>
                  <a:pt x="35" y="597"/>
                </a:cubicBezTo>
                <a:cubicBezTo>
                  <a:pt x="40" y="610"/>
                  <a:pt x="48" y="622"/>
                  <a:pt x="58" y="632"/>
                </a:cubicBezTo>
                <a:cubicBezTo>
                  <a:pt x="68" y="642"/>
                  <a:pt x="79" y="649"/>
                  <a:pt x="92" y="655"/>
                </a:cubicBezTo>
                <a:cubicBezTo>
                  <a:pt x="105" y="660"/>
                  <a:pt x="119" y="663"/>
                  <a:pt x="133" y="663"/>
                </a:cubicBezTo>
                <a:lnTo>
                  <a:pt x="1668" y="663"/>
                </a:lnTo>
                <a:cubicBezTo>
                  <a:pt x="1682" y="663"/>
                  <a:pt x="1696" y="660"/>
                  <a:pt x="1709" y="655"/>
                </a:cubicBezTo>
                <a:cubicBezTo>
                  <a:pt x="1722" y="649"/>
                  <a:pt x="1733" y="642"/>
                  <a:pt x="1743" y="632"/>
                </a:cubicBezTo>
                <a:cubicBezTo>
                  <a:pt x="1753" y="622"/>
                  <a:pt x="1761" y="610"/>
                  <a:pt x="1766" y="597"/>
                </a:cubicBezTo>
                <a:cubicBezTo>
                  <a:pt x="1771" y="584"/>
                  <a:pt x="1774" y="571"/>
                  <a:pt x="1774" y="557"/>
                </a:cubicBezTo>
                <a:lnTo>
                  <a:pt x="1774" y="132"/>
                </a:lnTo>
                <a:cubicBezTo>
                  <a:pt x="1774" y="118"/>
                  <a:pt x="1771" y="105"/>
                  <a:pt x="1766" y="92"/>
                </a:cubicBezTo>
                <a:cubicBezTo>
                  <a:pt x="1761" y="79"/>
                  <a:pt x="1753" y="68"/>
                  <a:pt x="1743" y="58"/>
                </a:cubicBezTo>
                <a:cubicBezTo>
                  <a:pt x="1733" y="48"/>
                  <a:pt x="1722" y="40"/>
                  <a:pt x="1709" y="35"/>
                </a:cubicBezTo>
                <a:cubicBezTo>
                  <a:pt x="1696" y="29"/>
                  <a:pt x="1682" y="27"/>
                  <a:pt x="1668" y="27"/>
                </a:cubicBezTo>
                <a:lnTo>
                  <a:pt x="133" y="27"/>
                </a:lnTo>
                <a:cubicBezTo>
                  <a:pt x="119" y="27"/>
                  <a:pt x="105" y="29"/>
                  <a:pt x="92" y="35"/>
                </a:cubicBezTo>
                <a:cubicBezTo>
                  <a:pt x="79" y="40"/>
                  <a:pt x="68" y="48"/>
                  <a:pt x="58" y="58"/>
                </a:cubicBezTo>
                <a:cubicBezTo>
                  <a:pt x="48" y="68"/>
                  <a:pt x="40" y="79"/>
                  <a:pt x="35" y="92"/>
                </a:cubicBezTo>
                <a:cubicBezTo>
                  <a:pt x="29" y="105"/>
                  <a:pt x="27" y="118"/>
                  <a:pt x="27" y="132"/>
                </a:cubicBezTo>
                <a:close/>
              </a:path>
            </a:pathLst>
          </a:custGeom>
          <a:solidFill>
            <a:srgbClr val="3B82F6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7" name=""/>
          <p:cNvSpPr txBox="1"/>
          <p:nvPr/>
        </p:nvSpPr>
        <p:spPr>
          <a:xfrm>
            <a:off x="685800" y="4975200"/>
            <a:ext cx="24411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Real Teams Bot (replace Logic App)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8" name=""/>
          <p:cNvSpPr txBox="1"/>
          <p:nvPr/>
        </p:nvSpPr>
        <p:spPr>
          <a:xfrm>
            <a:off x="3380040" y="5041800"/>
            <a:ext cx="5122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680" b="1" u="none" strike="noStrike">
                <a:solidFill>
                  <a:srgbClr val="60A5FA"/>
                </a:solidFill>
                <a:effectLst/>
                <a:uFillTx/>
                <a:latin typeface="Outfit-Thin_"/>
                <a:ea typeface="Outfit-Thin_"/>
              </a:rPr>
              <a:t>F U T U RE</a:t>
            </a:r>
            <a:endParaRPr lang="en-GB" sz="6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9" name=""/>
          <p:cNvSpPr txBox="1"/>
          <p:nvPr/>
        </p:nvSpPr>
        <p:spPr>
          <a:xfrm>
            <a:off x="4062240" y="4975200"/>
            <a:ext cx="291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TBD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0" name=""/>
          <p:cNvSpPr txBox="1"/>
          <p:nvPr/>
        </p:nvSpPr>
        <p:spPr>
          <a:xfrm>
            <a:off x="5028480" y="4975200"/>
            <a:ext cx="27550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App registration + Bot Framework deploy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1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2" name=""/>
          <p:cNvSpPr txBox="1"/>
          <p:nvPr/>
        </p:nvSpPr>
        <p:spPr>
          <a:xfrm>
            <a:off x="1176768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36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6" name=""/>
          <p:cNvSpPr/>
          <p:nvPr/>
        </p:nvSpPr>
        <p:spPr>
          <a:xfrm>
            <a:off x="685440" y="2057040"/>
            <a:ext cx="4867920" cy="19440"/>
          </a:xfrm>
          <a:custGeom>
            <a:avLst/>
            <a:gdLst/>
            <a:ahLst/>
            <a:rect l="0" t="0" r="r" b="b"/>
            <a:pathLst>
              <a:path w="13522" h="54">
                <a:moveTo>
                  <a:pt x="0" y="0"/>
                </a:moveTo>
                <a:lnTo>
                  <a:pt x="13522" y="0"/>
                </a:lnTo>
                <a:lnTo>
                  <a:pt x="1352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7" name=""/>
          <p:cNvSpPr/>
          <p:nvPr/>
        </p:nvSpPr>
        <p:spPr>
          <a:xfrm>
            <a:off x="5553000" y="2057040"/>
            <a:ext cx="3000600" cy="19440"/>
          </a:xfrm>
          <a:custGeom>
            <a:avLst/>
            <a:gdLst/>
            <a:ahLst/>
            <a:rect l="0" t="0" r="r" b="b"/>
            <a:pathLst>
              <a:path w="8335" h="54">
                <a:moveTo>
                  <a:pt x="0" y="0"/>
                </a:moveTo>
                <a:lnTo>
                  <a:pt x="8335" y="0"/>
                </a:lnTo>
                <a:lnTo>
                  <a:pt x="833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8" name=""/>
          <p:cNvSpPr/>
          <p:nvPr/>
        </p:nvSpPr>
        <p:spPr>
          <a:xfrm>
            <a:off x="685440" y="2495520"/>
            <a:ext cx="4867920" cy="9720"/>
          </a:xfrm>
          <a:custGeom>
            <a:avLst/>
            <a:gdLst/>
            <a:ahLst/>
            <a:rect l="0" t="0" r="r" b="b"/>
            <a:pathLst>
              <a:path w="13522" h="27">
                <a:moveTo>
                  <a:pt x="0" y="0"/>
                </a:moveTo>
                <a:lnTo>
                  <a:pt x="13522" y="0"/>
                </a:lnTo>
                <a:lnTo>
                  <a:pt x="135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9" name=""/>
          <p:cNvSpPr/>
          <p:nvPr/>
        </p:nvSpPr>
        <p:spPr>
          <a:xfrm>
            <a:off x="5553000" y="2495520"/>
            <a:ext cx="3000600" cy="9720"/>
          </a:xfrm>
          <a:custGeom>
            <a:avLst/>
            <a:gdLst/>
            <a:ahLst/>
            <a:rect l="0" t="0" r="r" b="b"/>
            <a:pathLst>
              <a:path w="8335" h="27">
                <a:moveTo>
                  <a:pt x="0" y="0"/>
                </a:moveTo>
                <a:lnTo>
                  <a:pt x="8335" y="0"/>
                </a:lnTo>
                <a:lnTo>
                  <a:pt x="8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0" name=""/>
          <p:cNvSpPr/>
          <p:nvPr/>
        </p:nvSpPr>
        <p:spPr>
          <a:xfrm>
            <a:off x="685440" y="2914560"/>
            <a:ext cx="4867920" cy="9720"/>
          </a:xfrm>
          <a:custGeom>
            <a:avLst/>
            <a:gdLst/>
            <a:ahLst/>
            <a:rect l="0" t="0" r="r" b="b"/>
            <a:pathLst>
              <a:path w="13522" h="27">
                <a:moveTo>
                  <a:pt x="0" y="0"/>
                </a:moveTo>
                <a:lnTo>
                  <a:pt x="13522" y="0"/>
                </a:lnTo>
                <a:lnTo>
                  <a:pt x="135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1" name=""/>
          <p:cNvSpPr/>
          <p:nvPr/>
        </p:nvSpPr>
        <p:spPr>
          <a:xfrm>
            <a:off x="5553000" y="2914560"/>
            <a:ext cx="3000600" cy="9720"/>
          </a:xfrm>
          <a:custGeom>
            <a:avLst/>
            <a:gdLst/>
            <a:ahLst/>
            <a:rect l="0" t="0" r="r" b="b"/>
            <a:pathLst>
              <a:path w="8335" h="27">
                <a:moveTo>
                  <a:pt x="0" y="0"/>
                </a:moveTo>
                <a:lnTo>
                  <a:pt x="8335" y="0"/>
                </a:lnTo>
                <a:lnTo>
                  <a:pt x="8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2" name=""/>
          <p:cNvSpPr/>
          <p:nvPr/>
        </p:nvSpPr>
        <p:spPr>
          <a:xfrm>
            <a:off x="685440" y="3333600"/>
            <a:ext cx="4867920" cy="9720"/>
          </a:xfrm>
          <a:custGeom>
            <a:avLst/>
            <a:gdLst/>
            <a:ahLst/>
            <a:rect l="0" t="0" r="r" b="b"/>
            <a:pathLst>
              <a:path w="13522" h="27">
                <a:moveTo>
                  <a:pt x="0" y="0"/>
                </a:moveTo>
                <a:lnTo>
                  <a:pt x="13522" y="0"/>
                </a:lnTo>
                <a:lnTo>
                  <a:pt x="135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3" name=""/>
          <p:cNvSpPr/>
          <p:nvPr/>
        </p:nvSpPr>
        <p:spPr>
          <a:xfrm>
            <a:off x="5553000" y="3333600"/>
            <a:ext cx="3000600" cy="9720"/>
          </a:xfrm>
          <a:custGeom>
            <a:avLst/>
            <a:gdLst/>
            <a:ahLst/>
            <a:rect l="0" t="0" r="r" b="b"/>
            <a:pathLst>
              <a:path w="8335" h="27">
                <a:moveTo>
                  <a:pt x="0" y="0"/>
                </a:moveTo>
                <a:lnTo>
                  <a:pt x="8335" y="0"/>
                </a:lnTo>
                <a:lnTo>
                  <a:pt x="8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4" name=""/>
          <p:cNvSpPr/>
          <p:nvPr/>
        </p:nvSpPr>
        <p:spPr>
          <a:xfrm>
            <a:off x="685440" y="3762360"/>
            <a:ext cx="4867920" cy="9720"/>
          </a:xfrm>
          <a:custGeom>
            <a:avLst/>
            <a:gdLst/>
            <a:ahLst/>
            <a:rect l="0" t="0" r="r" b="b"/>
            <a:pathLst>
              <a:path w="13522" h="27">
                <a:moveTo>
                  <a:pt x="0" y="0"/>
                </a:moveTo>
                <a:lnTo>
                  <a:pt x="13522" y="0"/>
                </a:lnTo>
                <a:lnTo>
                  <a:pt x="135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5" name=""/>
          <p:cNvSpPr/>
          <p:nvPr/>
        </p:nvSpPr>
        <p:spPr>
          <a:xfrm>
            <a:off x="5553000" y="3762360"/>
            <a:ext cx="3000600" cy="9720"/>
          </a:xfrm>
          <a:custGeom>
            <a:avLst/>
            <a:gdLst/>
            <a:ahLst/>
            <a:rect l="0" t="0" r="r" b="b"/>
            <a:pathLst>
              <a:path w="8335" h="27">
                <a:moveTo>
                  <a:pt x="0" y="0"/>
                </a:moveTo>
                <a:lnTo>
                  <a:pt x="8335" y="0"/>
                </a:lnTo>
                <a:lnTo>
                  <a:pt x="8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6" name=""/>
          <p:cNvSpPr/>
          <p:nvPr/>
        </p:nvSpPr>
        <p:spPr>
          <a:xfrm>
            <a:off x="685440" y="4181400"/>
            <a:ext cx="4867920" cy="9720"/>
          </a:xfrm>
          <a:custGeom>
            <a:avLst/>
            <a:gdLst/>
            <a:ahLst/>
            <a:rect l="0" t="0" r="r" b="b"/>
            <a:pathLst>
              <a:path w="13522" h="27">
                <a:moveTo>
                  <a:pt x="0" y="0"/>
                </a:moveTo>
                <a:lnTo>
                  <a:pt x="13522" y="0"/>
                </a:lnTo>
                <a:lnTo>
                  <a:pt x="135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7" name=""/>
          <p:cNvSpPr/>
          <p:nvPr/>
        </p:nvSpPr>
        <p:spPr>
          <a:xfrm>
            <a:off x="5553000" y="4181400"/>
            <a:ext cx="3000600" cy="9720"/>
          </a:xfrm>
          <a:custGeom>
            <a:avLst/>
            <a:gdLst/>
            <a:ahLst/>
            <a:rect l="0" t="0" r="r" b="b"/>
            <a:pathLst>
              <a:path w="8335" h="27">
                <a:moveTo>
                  <a:pt x="0" y="0"/>
                </a:moveTo>
                <a:lnTo>
                  <a:pt x="8335" y="0"/>
                </a:lnTo>
                <a:lnTo>
                  <a:pt x="8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8" name=""/>
          <p:cNvSpPr/>
          <p:nvPr/>
        </p:nvSpPr>
        <p:spPr>
          <a:xfrm>
            <a:off x="685440" y="4600440"/>
            <a:ext cx="4867920" cy="9720"/>
          </a:xfrm>
          <a:custGeom>
            <a:avLst/>
            <a:gdLst/>
            <a:ahLst/>
            <a:rect l="0" t="0" r="r" b="b"/>
            <a:pathLst>
              <a:path w="13522" h="27">
                <a:moveTo>
                  <a:pt x="0" y="0"/>
                </a:moveTo>
                <a:lnTo>
                  <a:pt x="13522" y="0"/>
                </a:lnTo>
                <a:lnTo>
                  <a:pt x="135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9" name=""/>
          <p:cNvSpPr/>
          <p:nvPr/>
        </p:nvSpPr>
        <p:spPr>
          <a:xfrm>
            <a:off x="5553000" y="4600440"/>
            <a:ext cx="3000600" cy="9720"/>
          </a:xfrm>
          <a:custGeom>
            <a:avLst/>
            <a:gdLst/>
            <a:ahLst/>
            <a:rect l="0" t="0" r="r" b="b"/>
            <a:pathLst>
              <a:path w="8335" h="27">
                <a:moveTo>
                  <a:pt x="0" y="0"/>
                </a:moveTo>
                <a:lnTo>
                  <a:pt x="8335" y="0"/>
                </a:lnTo>
                <a:lnTo>
                  <a:pt x="8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0" name=""/>
          <p:cNvSpPr/>
          <p:nvPr/>
        </p:nvSpPr>
        <p:spPr>
          <a:xfrm>
            <a:off x="685440" y="5028840"/>
            <a:ext cx="4867920" cy="10080"/>
          </a:xfrm>
          <a:custGeom>
            <a:avLst/>
            <a:gdLst/>
            <a:ahLst/>
            <a:rect l="0" t="0" r="r" b="b"/>
            <a:pathLst>
              <a:path w="13522" h="28">
                <a:moveTo>
                  <a:pt x="0" y="0"/>
                </a:moveTo>
                <a:lnTo>
                  <a:pt x="13522" y="0"/>
                </a:lnTo>
                <a:lnTo>
                  <a:pt x="135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1" name=""/>
          <p:cNvSpPr/>
          <p:nvPr/>
        </p:nvSpPr>
        <p:spPr>
          <a:xfrm>
            <a:off x="5553000" y="5028840"/>
            <a:ext cx="3000600" cy="10080"/>
          </a:xfrm>
          <a:custGeom>
            <a:avLst/>
            <a:gdLst/>
            <a:ahLst/>
            <a:rect l="0" t="0" r="r" b="b"/>
            <a:pathLst>
              <a:path w="8335" h="28">
                <a:moveTo>
                  <a:pt x="0" y="0"/>
                </a:moveTo>
                <a:lnTo>
                  <a:pt x="8335" y="0"/>
                </a:lnTo>
                <a:lnTo>
                  <a:pt x="8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2" name=""/>
          <p:cNvSpPr/>
          <p:nvPr/>
        </p:nvSpPr>
        <p:spPr>
          <a:xfrm>
            <a:off x="685440" y="5448240"/>
            <a:ext cx="4867920" cy="9720"/>
          </a:xfrm>
          <a:custGeom>
            <a:avLst/>
            <a:gdLst/>
            <a:ahLst/>
            <a:rect l="0" t="0" r="r" b="b"/>
            <a:pathLst>
              <a:path w="13522" h="27">
                <a:moveTo>
                  <a:pt x="0" y="0"/>
                </a:moveTo>
                <a:lnTo>
                  <a:pt x="13522" y="0"/>
                </a:lnTo>
                <a:lnTo>
                  <a:pt x="135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3" name=""/>
          <p:cNvSpPr/>
          <p:nvPr/>
        </p:nvSpPr>
        <p:spPr>
          <a:xfrm>
            <a:off x="5553000" y="5448240"/>
            <a:ext cx="3000600" cy="9720"/>
          </a:xfrm>
          <a:custGeom>
            <a:avLst/>
            <a:gdLst/>
            <a:ahLst/>
            <a:rect l="0" t="0" r="r" b="b"/>
            <a:pathLst>
              <a:path w="8335" h="27">
                <a:moveTo>
                  <a:pt x="0" y="0"/>
                </a:moveTo>
                <a:lnTo>
                  <a:pt x="8335" y="0"/>
                </a:lnTo>
                <a:lnTo>
                  <a:pt x="8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4" name=""/>
          <p:cNvSpPr/>
          <p:nvPr/>
        </p:nvSpPr>
        <p:spPr>
          <a:xfrm>
            <a:off x="685440" y="5876640"/>
            <a:ext cx="4867920" cy="10080"/>
          </a:xfrm>
          <a:custGeom>
            <a:avLst/>
            <a:gdLst/>
            <a:ahLst/>
            <a:rect l="0" t="0" r="r" b="b"/>
            <a:pathLst>
              <a:path w="13522" h="28">
                <a:moveTo>
                  <a:pt x="0" y="0"/>
                </a:moveTo>
                <a:lnTo>
                  <a:pt x="13522" y="0"/>
                </a:lnTo>
                <a:lnTo>
                  <a:pt x="135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5" name=""/>
          <p:cNvSpPr/>
          <p:nvPr/>
        </p:nvSpPr>
        <p:spPr>
          <a:xfrm>
            <a:off x="5553000" y="5876640"/>
            <a:ext cx="3000600" cy="10080"/>
          </a:xfrm>
          <a:custGeom>
            <a:avLst/>
            <a:gdLst/>
            <a:ahLst/>
            <a:rect l="0" t="0" r="r" b="b"/>
            <a:pathLst>
              <a:path w="8335" h="28">
                <a:moveTo>
                  <a:pt x="0" y="0"/>
                </a:moveTo>
                <a:lnTo>
                  <a:pt x="8335" y="0"/>
                </a:lnTo>
                <a:lnTo>
                  <a:pt x="8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6" name=""/>
          <p:cNvSpPr/>
          <p:nvPr/>
        </p:nvSpPr>
        <p:spPr>
          <a:xfrm>
            <a:off x="685440" y="6295680"/>
            <a:ext cx="4867920" cy="10080"/>
          </a:xfrm>
          <a:custGeom>
            <a:avLst/>
            <a:gdLst/>
            <a:ahLst/>
            <a:rect l="0" t="0" r="r" b="b"/>
            <a:pathLst>
              <a:path w="13522" h="28">
                <a:moveTo>
                  <a:pt x="0" y="0"/>
                </a:moveTo>
                <a:lnTo>
                  <a:pt x="13522" y="0"/>
                </a:lnTo>
                <a:lnTo>
                  <a:pt x="135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7" name=""/>
          <p:cNvSpPr/>
          <p:nvPr/>
        </p:nvSpPr>
        <p:spPr>
          <a:xfrm>
            <a:off x="5553000" y="6295680"/>
            <a:ext cx="3000600" cy="10080"/>
          </a:xfrm>
          <a:custGeom>
            <a:avLst/>
            <a:gdLst/>
            <a:ahLst/>
            <a:rect l="0" t="0" r="r" b="b"/>
            <a:pathLst>
              <a:path w="8335" h="28">
                <a:moveTo>
                  <a:pt x="0" y="0"/>
                </a:moveTo>
                <a:lnTo>
                  <a:pt x="8335" y="0"/>
                </a:lnTo>
                <a:lnTo>
                  <a:pt x="8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8" name=""/>
          <p:cNvSpPr/>
          <p:nvPr/>
        </p:nvSpPr>
        <p:spPr>
          <a:xfrm>
            <a:off x="685440" y="6715080"/>
            <a:ext cx="4867920" cy="9720"/>
          </a:xfrm>
          <a:custGeom>
            <a:avLst/>
            <a:gdLst/>
            <a:ahLst/>
            <a:rect l="0" t="0" r="r" b="b"/>
            <a:pathLst>
              <a:path w="13522" h="27">
                <a:moveTo>
                  <a:pt x="0" y="0"/>
                </a:moveTo>
                <a:lnTo>
                  <a:pt x="13522" y="0"/>
                </a:lnTo>
                <a:lnTo>
                  <a:pt x="135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9" name=""/>
          <p:cNvSpPr/>
          <p:nvPr/>
        </p:nvSpPr>
        <p:spPr>
          <a:xfrm>
            <a:off x="5553000" y="6715080"/>
            <a:ext cx="3000600" cy="9720"/>
          </a:xfrm>
          <a:custGeom>
            <a:avLst/>
            <a:gdLst/>
            <a:ahLst/>
            <a:rect l="0" t="0" r="r" b="b"/>
            <a:pathLst>
              <a:path w="8335" h="27">
                <a:moveTo>
                  <a:pt x="0" y="0"/>
                </a:moveTo>
                <a:lnTo>
                  <a:pt x="8335" y="0"/>
                </a:lnTo>
                <a:lnTo>
                  <a:pt x="8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0" name=""/>
          <p:cNvSpPr txBox="1"/>
          <p:nvPr/>
        </p:nvSpPr>
        <p:spPr>
          <a:xfrm>
            <a:off x="685800" y="520200"/>
            <a:ext cx="1768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80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D O C U M E N T   M A P</a:t>
            </a:r>
            <a:endParaRPr lang="en-GB" sz="10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1" name=""/>
          <p:cNvSpPr txBox="1"/>
          <p:nvPr/>
        </p:nvSpPr>
        <p:spPr>
          <a:xfrm>
            <a:off x="685800" y="719640"/>
            <a:ext cx="7014240" cy="70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959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Where to go for the detail</a:t>
            </a:r>
            <a:endParaRPr lang="en-GB" sz="39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2" name=""/>
          <p:cNvSpPr txBox="1"/>
          <p:nvPr/>
        </p:nvSpPr>
        <p:spPr>
          <a:xfrm>
            <a:off x="685800" y="1771560"/>
            <a:ext cx="7855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DO CUMENT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3" name=""/>
          <p:cNvSpPr/>
          <p:nvPr/>
        </p:nvSpPr>
        <p:spPr>
          <a:xfrm>
            <a:off x="685440" y="2180880"/>
            <a:ext cx="2353320" cy="210240"/>
          </a:xfrm>
          <a:custGeom>
            <a:avLst/>
            <a:gdLst/>
            <a:ahLst/>
            <a:rect l="0" t="0" r="r" b="b"/>
            <a:pathLst>
              <a:path w="6537" h="584">
                <a:moveTo>
                  <a:pt x="0" y="478"/>
                </a:moveTo>
                <a:lnTo>
                  <a:pt x="0" y="107"/>
                </a:ln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6431" y="0"/>
                </a:lnTo>
                <a:cubicBezTo>
                  <a:pt x="6445" y="0"/>
                  <a:pt x="6458" y="3"/>
                  <a:pt x="6471" y="9"/>
                </a:cubicBezTo>
                <a:cubicBezTo>
                  <a:pt x="6484" y="14"/>
                  <a:pt x="6496" y="22"/>
                  <a:pt x="6506" y="31"/>
                </a:cubicBezTo>
                <a:cubicBezTo>
                  <a:pt x="6516" y="41"/>
                  <a:pt x="6523" y="54"/>
                  <a:pt x="6529" y="67"/>
                </a:cubicBezTo>
                <a:cubicBezTo>
                  <a:pt x="6534" y="80"/>
                  <a:pt x="6537" y="93"/>
                  <a:pt x="6537" y="107"/>
                </a:cubicBezTo>
                <a:lnTo>
                  <a:pt x="6537" y="478"/>
                </a:lnTo>
                <a:cubicBezTo>
                  <a:pt x="6537" y="492"/>
                  <a:pt x="6534" y="505"/>
                  <a:pt x="6529" y="518"/>
                </a:cubicBezTo>
                <a:cubicBezTo>
                  <a:pt x="6523" y="531"/>
                  <a:pt x="6516" y="543"/>
                  <a:pt x="6506" y="553"/>
                </a:cubicBezTo>
                <a:cubicBezTo>
                  <a:pt x="6496" y="562"/>
                  <a:pt x="6484" y="570"/>
                  <a:pt x="6471" y="575"/>
                </a:cubicBezTo>
                <a:cubicBezTo>
                  <a:pt x="6458" y="581"/>
                  <a:pt x="6445" y="584"/>
                  <a:pt x="6431" y="584"/>
                </a:cubicBezTo>
                <a:lnTo>
                  <a:pt x="106" y="584"/>
                </a:lnTo>
                <a:cubicBezTo>
                  <a:pt x="92" y="584"/>
                  <a:pt x="79" y="581"/>
                  <a:pt x="66" y="575"/>
                </a:cubicBezTo>
                <a:cubicBezTo>
                  <a:pt x="53" y="570"/>
                  <a:pt x="41" y="562"/>
                  <a:pt x="31" y="553"/>
                </a:cubicBezTo>
                <a:cubicBezTo>
                  <a:pt x="22" y="543"/>
                  <a:pt x="14" y="531"/>
                  <a:pt x="9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4" name=""/>
          <p:cNvSpPr txBox="1"/>
          <p:nvPr/>
        </p:nvSpPr>
        <p:spPr>
          <a:xfrm>
            <a:off x="5554080" y="1771560"/>
            <a:ext cx="772920" cy="165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1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 U RP OS E</a:t>
            </a:r>
            <a:endParaRPr lang="en-GB" sz="9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5" name=""/>
          <p:cNvSpPr txBox="1"/>
          <p:nvPr/>
        </p:nvSpPr>
        <p:spPr>
          <a:xfrm>
            <a:off x="762120" y="2212200"/>
            <a:ext cx="22100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docs/CDA-DESIGN-AUTHORITY.md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6" name=""/>
          <p:cNvSpPr txBox="1"/>
          <p:nvPr/>
        </p:nvSpPr>
        <p:spPr>
          <a:xfrm>
            <a:off x="3079800" y="2174760"/>
            <a:ext cx="382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(v1.1)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7" name=""/>
          <p:cNvSpPr/>
          <p:nvPr/>
        </p:nvSpPr>
        <p:spPr>
          <a:xfrm>
            <a:off x="685440" y="2609640"/>
            <a:ext cx="1886400" cy="209880"/>
          </a:xfrm>
          <a:custGeom>
            <a:avLst/>
            <a:gdLst/>
            <a:ahLst/>
            <a:rect l="0" t="0" r="r" b="b"/>
            <a:pathLst>
              <a:path w="5240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134" y="0"/>
                </a:lnTo>
                <a:cubicBezTo>
                  <a:pt x="5148" y="0"/>
                  <a:pt x="5162" y="3"/>
                  <a:pt x="5175" y="8"/>
                </a:cubicBezTo>
                <a:cubicBezTo>
                  <a:pt x="5188" y="14"/>
                  <a:pt x="5199" y="21"/>
                  <a:pt x="5209" y="32"/>
                </a:cubicBezTo>
                <a:cubicBezTo>
                  <a:pt x="5219" y="42"/>
                  <a:pt x="5227" y="53"/>
                  <a:pt x="5232" y="66"/>
                </a:cubicBezTo>
                <a:cubicBezTo>
                  <a:pt x="5238" y="79"/>
                  <a:pt x="5240" y="93"/>
                  <a:pt x="5240" y="107"/>
                </a:cubicBezTo>
                <a:lnTo>
                  <a:pt x="5240" y="477"/>
                </a:lnTo>
                <a:cubicBezTo>
                  <a:pt x="5240" y="491"/>
                  <a:pt x="5238" y="505"/>
                  <a:pt x="5232" y="518"/>
                </a:cubicBezTo>
                <a:cubicBezTo>
                  <a:pt x="5227" y="531"/>
                  <a:pt x="5219" y="542"/>
                  <a:pt x="5209" y="552"/>
                </a:cubicBezTo>
                <a:cubicBezTo>
                  <a:pt x="5199" y="562"/>
                  <a:pt x="5188" y="570"/>
                  <a:pt x="5175" y="575"/>
                </a:cubicBezTo>
                <a:cubicBezTo>
                  <a:pt x="5162" y="580"/>
                  <a:pt x="5148" y="583"/>
                  <a:pt x="5134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2" y="542"/>
                  <a:pt x="14" y="531"/>
                  <a:pt x="9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8" name=""/>
          <p:cNvSpPr txBox="1"/>
          <p:nvPr/>
        </p:nvSpPr>
        <p:spPr>
          <a:xfrm>
            <a:off x="5554080" y="2174760"/>
            <a:ext cx="2133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Formal design authority position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9" name=""/>
          <p:cNvSpPr txBox="1"/>
          <p:nvPr/>
        </p:nvSpPr>
        <p:spPr>
          <a:xfrm>
            <a:off x="762120" y="2640960"/>
            <a:ext cx="1736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docs/PROJECT-STATUS.md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0" name=""/>
          <p:cNvSpPr/>
          <p:nvPr/>
        </p:nvSpPr>
        <p:spPr>
          <a:xfrm>
            <a:off x="685440" y="3028680"/>
            <a:ext cx="1572120" cy="209880"/>
          </a:xfrm>
          <a:custGeom>
            <a:avLst/>
            <a:gdLst/>
            <a:ahLst/>
            <a:rect l="0" t="0" r="r" b="b"/>
            <a:pathLst>
              <a:path w="4367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261" y="0"/>
                </a:lnTo>
                <a:cubicBezTo>
                  <a:pt x="4275" y="0"/>
                  <a:pt x="4289" y="3"/>
                  <a:pt x="4302" y="8"/>
                </a:cubicBezTo>
                <a:cubicBezTo>
                  <a:pt x="4315" y="14"/>
                  <a:pt x="4326" y="21"/>
                  <a:pt x="4336" y="32"/>
                </a:cubicBezTo>
                <a:cubicBezTo>
                  <a:pt x="4346" y="42"/>
                  <a:pt x="4354" y="54"/>
                  <a:pt x="4359" y="67"/>
                </a:cubicBezTo>
                <a:cubicBezTo>
                  <a:pt x="4364" y="80"/>
                  <a:pt x="4367" y="93"/>
                  <a:pt x="4367" y="107"/>
                </a:cubicBezTo>
                <a:lnTo>
                  <a:pt x="4367" y="477"/>
                </a:lnTo>
                <a:cubicBezTo>
                  <a:pt x="4367" y="492"/>
                  <a:pt x="4364" y="505"/>
                  <a:pt x="4359" y="518"/>
                </a:cubicBezTo>
                <a:cubicBezTo>
                  <a:pt x="4354" y="531"/>
                  <a:pt x="4346" y="542"/>
                  <a:pt x="4336" y="552"/>
                </a:cubicBezTo>
                <a:cubicBezTo>
                  <a:pt x="4326" y="562"/>
                  <a:pt x="4315" y="570"/>
                  <a:pt x="4302" y="575"/>
                </a:cubicBezTo>
                <a:cubicBezTo>
                  <a:pt x="4289" y="581"/>
                  <a:pt x="4275" y="583"/>
                  <a:pt x="4261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2" y="542"/>
                  <a:pt x="14" y="531"/>
                  <a:pt x="9" y="518"/>
                </a:cubicBezTo>
                <a:cubicBezTo>
                  <a:pt x="3" y="505"/>
                  <a:pt x="0" y="492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1" name=""/>
          <p:cNvSpPr txBox="1"/>
          <p:nvPr/>
        </p:nvSpPr>
        <p:spPr>
          <a:xfrm>
            <a:off x="5554080" y="2603520"/>
            <a:ext cx="22917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Long-form companion to this deck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2" name=""/>
          <p:cNvSpPr txBox="1"/>
          <p:nvPr/>
        </p:nvSpPr>
        <p:spPr>
          <a:xfrm>
            <a:off x="762120" y="3060000"/>
            <a:ext cx="14209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docs/CDA-SLIDES.md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3" name=""/>
          <p:cNvSpPr txBox="1"/>
          <p:nvPr/>
        </p:nvSpPr>
        <p:spPr>
          <a:xfrm>
            <a:off x="2292840" y="3022560"/>
            <a:ext cx="382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(v1.1)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4" name=""/>
          <p:cNvSpPr/>
          <p:nvPr/>
        </p:nvSpPr>
        <p:spPr>
          <a:xfrm>
            <a:off x="685440" y="3447720"/>
            <a:ext cx="2039040" cy="209880"/>
          </a:xfrm>
          <a:custGeom>
            <a:avLst/>
            <a:gdLst/>
            <a:ahLst/>
            <a:rect l="0" t="0" r="r" b="b"/>
            <a:pathLst>
              <a:path w="5664" h="583">
                <a:moveTo>
                  <a:pt x="0" y="478"/>
                </a:moveTo>
                <a:lnTo>
                  <a:pt x="0" y="107"/>
                </a:ln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558" y="0"/>
                </a:lnTo>
                <a:cubicBezTo>
                  <a:pt x="5572" y="0"/>
                  <a:pt x="5585" y="3"/>
                  <a:pt x="5598" y="8"/>
                </a:cubicBezTo>
                <a:cubicBezTo>
                  <a:pt x="5611" y="14"/>
                  <a:pt x="5623" y="21"/>
                  <a:pt x="5633" y="32"/>
                </a:cubicBezTo>
                <a:cubicBezTo>
                  <a:pt x="5643" y="42"/>
                  <a:pt x="5650" y="54"/>
                  <a:pt x="5656" y="67"/>
                </a:cubicBezTo>
                <a:cubicBezTo>
                  <a:pt x="5661" y="80"/>
                  <a:pt x="5664" y="93"/>
                  <a:pt x="5664" y="107"/>
                </a:cubicBezTo>
                <a:lnTo>
                  <a:pt x="5664" y="478"/>
                </a:lnTo>
                <a:cubicBezTo>
                  <a:pt x="5664" y="492"/>
                  <a:pt x="5661" y="505"/>
                  <a:pt x="5656" y="518"/>
                </a:cubicBezTo>
                <a:cubicBezTo>
                  <a:pt x="5650" y="531"/>
                  <a:pt x="5643" y="543"/>
                  <a:pt x="5633" y="553"/>
                </a:cubicBezTo>
                <a:cubicBezTo>
                  <a:pt x="5623" y="562"/>
                  <a:pt x="5611" y="570"/>
                  <a:pt x="5598" y="575"/>
                </a:cubicBezTo>
                <a:cubicBezTo>
                  <a:pt x="5585" y="581"/>
                  <a:pt x="5572" y="583"/>
                  <a:pt x="5558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3"/>
                </a:cubicBezTo>
                <a:cubicBezTo>
                  <a:pt x="22" y="543"/>
                  <a:pt x="14" y="531"/>
                  <a:pt x="9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5" name=""/>
          <p:cNvSpPr txBox="1"/>
          <p:nvPr/>
        </p:nvSpPr>
        <p:spPr>
          <a:xfrm>
            <a:off x="5554080" y="3022560"/>
            <a:ext cx="9468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CDA as slides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6" name=""/>
          <p:cNvSpPr txBox="1"/>
          <p:nvPr/>
        </p:nvSpPr>
        <p:spPr>
          <a:xfrm>
            <a:off x="762120" y="3479040"/>
            <a:ext cx="18943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docs/SAD-THREAT-MODEL.md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7" name=""/>
          <p:cNvSpPr/>
          <p:nvPr/>
        </p:nvSpPr>
        <p:spPr>
          <a:xfrm>
            <a:off x="685440" y="3876480"/>
            <a:ext cx="2905560" cy="209880"/>
          </a:xfrm>
          <a:custGeom>
            <a:avLst/>
            <a:gdLst/>
            <a:ahLst/>
            <a:rect l="0" t="0" r="r" b="b"/>
            <a:pathLst>
              <a:path w="8071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7965" y="0"/>
                </a:lnTo>
                <a:cubicBezTo>
                  <a:pt x="7979" y="0"/>
                  <a:pt x="7993" y="3"/>
                  <a:pt x="8006" y="8"/>
                </a:cubicBezTo>
                <a:cubicBezTo>
                  <a:pt x="8019" y="13"/>
                  <a:pt x="8030" y="21"/>
                  <a:pt x="8040" y="31"/>
                </a:cubicBezTo>
                <a:cubicBezTo>
                  <a:pt x="8050" y="41"/>
                  <a:pt x="8058" y="52"/>
                  <a:pt x="8063" y="65"/>
                </a:cubicBezTo>
                <a:cubicBezTo>
                  <a:pt x="8069" y="78"/>
                  <a:pt x="8071" y="92"/>
                  <a:pt x="8071" y="106"/>
                </a:cubicBezTo>
                <a:lnTo>
                  <a:pt x="8071" y="476"/>
                </a:lnTo>
                <a:cubicBezTo>
                  <a:pt x="8071" y="490"/>
                  <a:pt x="8069" y="504"/>
                  <a:pt x="8063" y="517"/>
                </a:cubicBezTo>
                <a:cubicBezTo>
                  <a:pt x="8058" y="530"/>
                  <a:pt x="8050" y="541"/>
                  <a:pt x="8040" y="551"/>
                </a:cubicBezTo>
                <a:cubicBezTo>
                  <a:pt x="8030" y="561"/>
                  <a:pt x="8019" y="569"/>
                  <a:pt x="8006" y="574"/>
                </a:cubicBezTo>
                <a:cubicBezTo>
                  <a:pt x="7993" y="579"/>
                  <a:pt x="7979" y="583"/>
                  <a:pt x="7965" y="583"/>
                </a:cubicBezTo>
                <a:lnTo>
                  <a:pt x="106" y="583"/>
                </a:lnTo>
                <a:cubicBezTo>
                  <a:pt x="92" y="583"/>
                  <a:pt x="79" y="579"/>
                  <a:pt x="66" y="574"/>
                </a:cubicBezTo>
                <a:cubicBezTo>
                  <a:pt x="53" y="569"/>
                  <a:pt x="41" y="561"/>
                  <a:pt x="31" y="551"/>
                </a:cubicBezTo>
                <a:cubicBezTo>
                  <a:pt x="22" y="541"/>
                  <a:pt x="14" y="530"/>
                  <a:pt x="9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8" name=""/>
          <p:cNvSpPr txBox="1"/>
          <p:nvPr/>
        </p:nvSpPr>
        <p:spPr>
          <a:xfrm>
            <a:off x="5554080" y="3441600"/>
            <a:ext cx="1395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STRIDE threat model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9" name=""/>
          <p:cNvSpPr txBox="1"/>
          <p:nvPr/>
        </p:nvSpPr>
        <p:spPr>
          <a:xfrm>
            <a:off x="762120" y="3907800"/>
            <a:ext cx="2762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docs/SAD-LOGGING-MONITORING-AUTH.md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0" name=""/>
          <p:cNvSpPr/>
          <p:nvPr/>
        </p:nvSpPr>
        <p:spPr>
          <a:xfrm>
            <a:off x="685440" y="4295520"/>
            <a:ext cx="2829600" cy="209880"/>
          </a:xfrm>
          <a:custGeom>
            <a:avLst/>
            <a:gdLst/>
            <a:ahLst/>
            <a:rect l="0" t="0" r="r" b="b"/>
            <a:pathLst>
              <a:path w="7860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7754" y="0"/>
                </a:lnTo>
                <a:cubicBezTo>
                  <a:pt x="7768" y="0"/>
                  <a:pt x="7781" y="3"/>
                  <a:pt x="7794" y="8"/>
                </a:cubicBezTo>
                <a:cubicBezTo>
                  <a:pt x="7807" y="14"/>
                  <a:pt x="7819" y="21"/>
                  <a:pt x="7829" y="31"/>
                </a:cubicBezTo>
                <a:cubicBezTo>
                  <a:pt x="7839" y="41"/>
                  <a:pt x="7846" y="53"/>
                  <a:pt x="7852" y="66"/>
                </a:cubicBezTo>
                <a:cubicBezTo>
                  <a:pt x="7857" y="79"/>
                  <a:pt x="7860" y="92"/>
                  <a:pt x="7860" y="106"/>
                </a:cubicBezTo>
                <a:lnTo>
                  <a:pt x="7860" y="476"/>
                </a:lnTo>
                <a:cubicBezTo>
                  <a:pt x="7860" y="490"/>
                  <a:pt x="7857" y="504"/>
                  <a:pt x="7852" y="517"/>
                </a:cubicBezTo>
                <a:cubicBezTo>
                  <a:pt x="7846" y="530"/>
                  <a:pt x="7839" y="541"/>
                  <a:pt x="7829" y="551"/>
                </a:cubicBezTo>
                <a:cubicBezTo>
                  <a:pt x="7819" y="561"/>
                  <a:pt x="7807" y="569"/>
                  <a:pt x="7794" y="574"/>
                </a:cubicBezTo>
                <a:cubicBezTo>
                  <a:pt x="7781" y="580"/>
                  <a:pt x="7768" y="583"/>
                  <a:pt x="7754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4"/>
                </a:cubicBezTo>
                <a:cubicBezTo>
                  <a:pt x="53" y="569"/>
                  <a:pt x="41" y="561"/>
                  <a:pt x="31" y="551"/>
                </a:cubicBezTo>
                <a:cubicBezTo>
                  <a:pt x="22" y="541"/>
                  <a:pt x="14" y="530"/>
                  <a:pt x="9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1" name=""/>
          <p:cNvSpPr txBox="1"/>
          <p:nvPr/>
        </p:nvSpPr>
        <p:spPr>
          <a:xfrm>
            <a:off x="5554080" y="3870360"/>
            <a:ext cx="16358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Logging/monitoring/auth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2" name=""/>
          <p:cNvSpPr txBox="1"/>
          <p:nvPr/>
        </p:nvSpPr>
        <p:spPr>
          <a:xfrm>
            <a:off x="762120" y="4326840"/>
            <a:ext cx="268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docs/SAD-LOGGING-MONITORING-LLM.md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3" name=""/>
          <p:cNvSpPr/>
          <p:nvPr/>
        </p:nvSpPr>
        <p:spPr>
          <a:xfrm>
            <a:off x="685440" y="4714560"/>
            <a:ext cx="3848760" cy="209880"/>
          </a:xfrm>
          <a:custGeom>
            <a:avLst/>
            <a:gdLst/>
            <a:ahLst/>
            <a:rect l="0" t="0" r="r" b="b"/>
            <a:pathLst>
              <a:path w="10691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0585" y="0"/>
                </a:lnTo>
                <a:cubicBezTo>
                  <a:pt x="10599" y="0"/>
                  <a:pt x="10612" y="3"/>
                  <a:pt x="10625" y="8"/>
                </a:cubicBezTo>
                <a:cubicBezTo>
                  <a:pt x="10638" y="14"/>
                  <a:pt x="10650" y="21"/>
                  <a:pt x="10660" y="31"/>
                </a:cubicBezTo>
                <a:cubicBezTo>
                  <a:pt x="10670" y="41"/>
                  <a:pt x="10677" y="53"/>
                  <a:pt x="10683" y="66"/>
                </a:cubicBezTo>
                <a:cubicBezTo>
                  <a:pt x="10688" y="79"/>
                  <a:pt x="10691" y="92"/>
                  <a:pt x="10691" y="106"/>
                </a:cubicBezTo>
                <a:lnTo>
                  <a:pt x="10691" y="477"/>
                </a:lnTo>
                <a:cubicBezTo>
                  <a:pt x="10691" y="491"/>
                  <a:pt x="10688" y="504"/>
                  <a:pt x="10683" y="517"/>
                </a:cubicBezTo>
                <a:cubicBezTo>
                  <a:pt x="10677" y="530"/>
                  <a:pt x="10670" y="542"/>
                  <a:pt x="10660" y="551"/>
                </a:cubicBezTo>
                <a:cubicBezTo>
                  <a:pt x="10650" y="561"/>
                  <a:pt x="10638" y="569"/>
                  <a:pt x="10625" y="574"/>
                </a:cubicBezTo>
                <a:cubicBezTo>
                  <a:pt x="10612" y="580"/>
                  <a:pt x="10599" y="583"/>
                  <a:pt x="10585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4"/>
                </a:cubicBezTo>
                <a:cubicBezTo>
                  <a:pt x="53" y="569"/>
                  <a:pt x="41" y="561"/>
                  <a:pt x="31" y="551"/>
                </a:cubicBezTo>
                <a:cubicBezTo>
                  <a:pt x="22" y="542"/>
                  <a:pt x="14" y="530"/>
                  <a:pt x="9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4" name=""/>
          <p:cNvSpPr txBox="1"/>
          <p:nvPr/>
        </p:nvSpPr>
        <p:spPr>
          <a:xfrm>
            <a:off x="5554080" y="4289400"/>
            <a:ext cx="1129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LLM governance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5" name=""/>
          <p:cNvSpPr txBox="1"/>
          <p:nvPr/>
        </p:nvSpPr>
        <p:spPr>
          <a:xfrm>
            <a:off x="762120" y="4745880"/>
            <a:ext cx="3709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worker-cluster-bundle/SKILLS-AND-REMEDIATION.md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6" name=""/>
          <p:cNvSpPr/>
          <p:nvPr/>
        </p:nvSpPr>
        <p:spPr>
          <a:xfrm>
            <a:off x="685440" y="5143320"/>
            <a:ext cx="4715280" cy="209880"/>
          </a:xfrm>
          <a:custGeom>
            <a:avLst/>
            <a:gdLst/>
            <a:ahLst/>
            <a:rect l="0" t="0" r="r" b="b"/>
            <a:pathLst>
              <a:path w="13098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2993" y="0"/>
                </a:lnTo>
                <a:cubicBezTo>
                  <a:pt x="13007" y="0"/>
                  <a:pt x="13020" y="3"/>
                  <a:pt x="13033" y="8"/>
                </a:cubicBezTo>
                <a:cubicBezTo>
                  <a:pt x="13046" y="13"/>
                  <a:pt x="13057" y="21"/>
                  <a:pt x="13067" y="31"/>
                </a:cubicBezTo>
                <a:cubicBezTo>
                  <a:pt x="13077" y="41"/>
                  <a:pt x="13085" y="52"/>
                  <a:pt x="13090" y="65"/>
                </a:cubicBezTo>
                <a:cubicBezTo>
                  <a:pt x="13096" y="78"/>
                  <a:pt x="13098" y="92"/>
                  <a:pt x="13098" y="106"/>
                </a:cubicBezTo>
                <a:lnTo>
                  <a:pt x="13098" y="476"/>
                </a:lnTo>
                <a:cubicBezTo>
                  <a:pt x="13098" y="490"/>
                  <a:pt x="13096" y="504"/>
                  <a:pt x="13090" y="517"/>
                </a:cubicBezTo>
                <a:cubicBezTo>
                  <a:pt x="13085" y="530"/>
                  <a:pt x="13077" y="541"/>
                  <a:pt x="13067" y="551"/>
                </a:cubicBezTo>
                <a:cubicBezTo>
                  <a:pt x="13057" y="562"/>
                  <a:pt x="13046" y="570"/>
                  <a:pt x="13033" y="575"/>
                </a:cubicBezTo>
                <a:cubicBezTo>
                  <a:pt x="13020" y="580"/>
                  <a:pt x="13007" y="583"/>
                  <a:pt x="12993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70"/>
                  <a:pt x="41" y="562"/>
                  <a:pt x="31" y="551"/>
                </a:cubicBezTo>
                <a:cubicBezTo>
                  <a:pt x="22" y="541"/>
                  <a:pt x="14" y="530"/>
                  <a:pt x="9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7" name=""/>
          <p:cNvSpPr txBox="1"/>
          <p:nvPr/>
        </p:nvSpPr>
        <p:spPr>
          <a:xfrm>
            <a:off x="5554080" y="4708440"/>
            <a:ext cx="16938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Skills loading mechanism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8" name=""/>
          <p:cNvSpPr txBox="1"/>
          <p:nvPr/>
        </p:nvSpPr>
        <p:spPr>
          <a:xfrm>
            <a:off x="762120" y="5174640"/>
            <a:ext cx="45774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worker-cluster-bundle/MEMORY-AND-A2A-REMEDIATION-DESIGN.md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9" name=""/>
          <p:cNvSpPr/>
          <p:nvPr/>
        </p:nvSpPr>
        <p:spPr>
          <a:xfrm>
            <a:off x="685440" y="5562360"/>
            <a:ext cx="3934440" cy="209880"/>
          </a:xfrm>
          <a:custGeom>
            <a:avLst/>
            <a:gdLst/>
            <a:ahLst/>
            <a:rect l="0" t="0" r="r" b="b"/>
            <a:pathLst>
              <a:path w="10929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0823" y="0"/>
                </a:lnTo>
                <a:cubicBezTo>
                  <a:pt x="10837" y="0"/>
                  <a:pt x="10850" y="3"/>
                  <a:pt x="10863" y="8"/>
                </a:cubicBezTo>
                <a:cubicBezTo>
                  <a:pt x="10876" y="14"/>
                  <a:pt x="10888" y="21"/>
                  <a:pt x="10898" y="31"/>
                </a:cubicBezTo>
                <a:cubicBezTo>
                  <a:pt x="10908" y="41"/>
                  <a:pt x="10915" y="53"/>
                  <a:pt x="10921" y="65"/>
                </a:cubicBezTo>
                <a:cubicBezTo>
                  <a:pt x="10926" y="78"/>
                  <a:pt x="10929" y="92"/>
                  <a:pt x="10929" y="106"/>
                </a:cubicBezTo>
                <a:lnTo>
                  <a:pt x="10929" y="476"/>
                </a:lnTo>
                <a:cubicBezTo>
                  <a:pt x="10929" y="490"/>
                  <a:pt x="10926" y="504"/>
                  <a:pt x="10921" y="517"/>
                </a:cubicBezTo>
                <a:cubicBezTo>
                  <a:pt x="10915" y="530"/>
                  <a:pt x="10908" y="541"/>
                  <a:pt x="10898" y="551"/>
                </a:cubicBezTo>
                <a:cubicBezTo>
                  <a:pt x="10888" y="562"/>
                  <a:pt x="10876" y="570"/>
                  <a:pt x="10863" y="575"/>
                </a:cubicBezTo>
                <a:cubicBezTo>
                  <a:pt x="10850" y="581"/>
                  <a:pt x="10837" y="583"/>
                  <a:pt x="10823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1"/>
                </a:cubicBezTo>
                <a:cubicBezTo>
                  <a:pt x="22" y="541"/>
                  <a:pt x="14" y="530"/>
                  <a:pt x="9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0" name=""/>
          <p:cNvSpPr txBox="1"/>
          <p:nvPr/>
        </p:nvSpPr>
        <p:spPr>
          <a:xfrm>
            <a:off x="5554080" y="5137200"/>
            <a:ext cx="2331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Memory + A2A remediation design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1" name=""/>
          <p:cNvSpPr txBox="1"/>
          <p:nvPr/>
        </p:nvSpPr>
        <p:spPr>
          <a:xfrm>
            <a:off x="762120" y="5593680"/>
            <a:ext cx="37882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worker-cluster-bundle/AGENTGATEWAY-TRANSITION.md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2" name=""/>
          <p:cNvSpPr txBox="1"/>
          <p:nvPr/>
        </p:nvSpPr>
        <p:spPr>
          <a:xfrm>
            <a:off x="5554080" y="5556240"/>
            <a:ext cx="5734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LiteLLM 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3" name=""/>
          <p:cNvSpPr txBox="1"/>
          <p:nvPr/>
        </p:nvSpPr>
        <p:spPr>
          <a:xfrm>
            <a:off x="6144480" y="5571360"/>
            <a:ext cx="150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4" name=""/>
          <p:cNvSpPr/>
          <p:nvPr/>
        </p:nvSpPr>
        <p:spPr>
          <a:xfrm>
            <a:off x="685440" y="5991120"/>
            <a:ext cx="4639320" cy="209880"/>
          </a:xfrm>
          <a:custGeom>
            <a:avLst/>
            <a:gdLst/>
            <a:ahLst/>
            <a:rect l="0" t="0" r="r" b="b"/>
            <a:pathLst>
              <a:path w="12887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2781" y="0"/>
                </a:lnTo>
                <a:cubicBezTo>
                  <a:pt x="12795" y="0"/>
                  <a:pt x="12808" y="2"/>
                  <a:pt x="12821" y="8"/>
                </a:cubicBezTo>
                <a:cubicBezTo>
                  <a:pt x="12834" y="13"/>
                  <a:pt x="12846" y="21"/>
                  <a:pt x="12856" y="31"/>
                </a:cubicBezTo>
                <a:cubicBezTo>
                  <a:pt x="12866" y="41"/>
                  <a:pt x="12873" y="52"/>
                  <a:pt x="12879" y="65"/>
                </a:cubicBezTo>
                <a:cubicBezTo>
                  <a:pt x="12884" y="78"/>
                  <a:pt x="12887" y="92"/>
                  <a:pt x="12887" y="106"/>
                </a:cubicBezTo>
                <a:lnTo>
                  <a:pt x="12887" y="476"/>
                </a:lnTo>
                <a:cubicBezTo>
                  <a:pt x="12887" y="490"/>
                  <a:pt x="12884" y="504"/>
                  <a:pt x="12879" y="517"/>
                </a:cubicBezTo>
                <a:cubicBezTo>
                  <a:pt x="12873" y="531"/>
                  <a:pt x="12866" y="542"/>
                  <a:pt x="12856" y="552"/>
                </a:cubicBezTo>
                <a:cubicBezTo>
                  <a:pt x="12846" y="562"/>
                  <a:pt x="12834" y="569"/>
                  <a:pt x="12821" y="575"/>
                </a:cubicBezTo>
                <a:cubicBezTo>
                  <a:pt x="12808" y="580"/>
                  <a:pt x="12795" y="583"/>
                  <a:pt x="12781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69"/>
                  <a:pt x="41" y="562"/>
                  <a:pt x="31" y="552"/>
                </a:cubicBezTo>
                <a:cubicBezTo>
                  <a:pt x="22" y="542"/>
                  <a:pt x="14" y="531"/>
                  <a:pt x="9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5" name=""/>
          <p:cNvSpPr txBox="1"/>
          <p:nvPr/>
        </p:nvSpPr>
        <p:spPr>
          <a:xfrm>
            <a:off x="6293160" y="5556240"/>
            <a:ext cx="16524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 agentgateway migration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6" name=""/>
          <p:cNvSpPr txBox="1"/>
          <p:nvPr/>
        </p:nvSpPr>
        <p:spPr>
          <a:xfrm>
            <a:off x="762120" y="6022440"/>
            <a:ext cx="44985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aks-mgmt-stack/k8s-event-triage/managed-lgtm-integration/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7" name=""/>
          <p:cNvSpPr/>
          <p:nvPr/>
        </p:nvSpPr>
        <p:spPr>
          <a:xfrm>
            <a:off x="685440" y="6410160"/>
            <a:ext cx="3848760" cy="209880"/>
          </a:xfrm>
          <a:custGeom>
            <a:avLst/>
            <a:gdLst/>
            <a:ahLst/>
            <a:rect l="0" t="0" r="r" b="b"/>
            <a:pathLst>
              <a:path w="10691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0585" y="0"/>
                </a:lnTo>
                <a:cubicBezTo>
                  <a:pt x="10599" y="0"/>
                  <a:pt x="10612" y="3"/>
                  <a:pt x="10625" y="8"/>
                </a:cubicBezTo>
                <a:cubicBezTo>
                  <a:pt x="10638" y="13"/>
                  <a:pt x="10650" y="21"/>
                  <a:pt x="10660" y="31"/>
                </a:cubicBezTo>
                <a:cubicBezTo>
                  <a:pt x="10670" y="41"/>
                  <a:pt x="10677" y="52"/>
                  <a:pt x="10683" y="65"/>
                </a:cubicBezTo>
                <a:cubicBezTo>
                  <a:pt x="10688" y="78"/>
                  <a:pt x="10691" y="92"/>
                  <a:pt x="10691" y="106"/>
                </a:cubicBezTo>
                <a:lnTo>
                  <a:pt x="10691" y="476"/>
                </a:lnTo>
                <a:cubicBezTo>
                  <a:pt x="10691" y="490"/>
                  <a:pt x="10688" y="504"/>
                  <a:pt x="10683" y="517"/>
                </a:cubicBezTo>
                <a:cubicBezTo>
                  <a:pt x="10677" y="531"/>
                  <a:pt x="10670" y="542"/>
                  <a:pt x="10660" y="552"/>
                </a:cubicBezTo>
                <a:cubicBezTo>
                  <a:pt x="10650" y="562"/>
                  <a:pt x="10638" y="570"/>
                  <a:pt x="10625" y="575"/>
                </a:cubicBezTo>
                <a:cubicBezTo>
                  <a:pt x="10612" y="580"/>
                  <a:pt x="10599" y="583"/>
                  <a:pt x="10585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2" y="542"/>
                  <a:pt x="14" y="531"/>
                  <a:pt x="9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8" name=""/>
          <p:cNvSpPr txBox="1"/>
          <p:nvPr/>
        </p:nvSpPr>
        <p:spPr>
          <a:xfrm>
            <a:off x="5554080" y="5984640"/>
            <a:ext cx="28717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Managed LGTM design + agent anomalies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9" name=""/>
          <p:cNvSpPr txBox="1"/>
          <p:nvPr/>
        </p:nvSpPr>
        <p:spPr>
          <a:xfrm>
            <a:off x="762120" y="6441480"/>
            <a:ext cx="3709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03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aks-mgmt-stack/k8s-event-triage/AGENT-ROSTER.md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0" name=""/>
          <p:cNvSpPr/>
          <p:nvPr/>
        </p:nvSpPr>
        <p:spPr>
          <a:xfrm>
            <a:off x="686880" y="6829200"/>
            <a:ext cx="4398480" cy="28800"/>
          </a:xfrm>
          <a:custGeom>
            <a:avLst/>
            <a:gdLst/>
            <a:ahLst/>
            <a:rect l="0" t="0" r="r" b="b"/>
            <a:pathLst>
              <a:path w="12218" h="80">
                <a:moveTo>
                  <a:pt x="0" y="80"/>
                </a:moveTo>
                <a:cubicBezTo>
                  <a:pt x="1" y="76"/>
                  <a:pt x="3" y="71"/>
                  <a:pt x="5" y="66"/>
                </a:cubicBezTo>
                <a:cubicBezTo>
                  <a:pt x="10" y="53"/>
                  <a:pt x="18" y="42"/>
                  <a:pt x="27" y="32"/>
                </a:cubicBezTo>
                <a:cubicBezTo>
                  <a:pt x="37" y="21"/>
                  <a:pt x="49" y="14"/>
                  <a:pt x="62" y="8"/>
                </a:cubicBezTo>
                <a:cubicBezTo>
                  <a:pt x="75" y="3"/>
                  <a:pt x="88" y="0"/>
                  <a:pt x="102" y="0"/>
                </a:cubicBezTo>
                <a:lnTo>
                  <a:pt x="12115" y="0"/>
                </a:lnTo>
                <a:cubicBezTo>
                  <a:pt x="12129" y="0"/>
                  <a:pt x="12143" y="3"/>
                  <a:pt x="12156" y="8"/>
                </a:cubicBezTo>
                <a:cubicBezTo>
                  <a:pt x="12169" y="14"/>
                  <a:pt x="12180" y="21"/>
                  <a:pt x="12190" y="32"/>
                </a:cubicBezTo>
                <a:cubicBezTo>
                  <a:pt x="12200" y="42"/>
                  <a:pt x="12208" y="53"/>
                  <a:pt x="12213" y="66"/>
                </a:cubicBezTo>
                <a:cubicBezTo>
                  <a:pt x="12215" y="71"/>
                  <a:pt x="12217" y="76"/>
                  <a:pt x="12218" y="80"/>
                </a:cubicBezTo>
                <a:lnTo>
                  <a:pt x="0" y="8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1" name=""/>
          <p:cNvSpPr txBox="1"/>
          <p:nvPr/>
        </p:nvSpPr>
        <p:spPr>
          <a:xfrm>
            <a:off x="5554080" y="6404040"/>
            <a:ext cx="1893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17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Full per-agent specifications</a:t>
            </a:r>
            <a:endParaRPr lang="en-GB" sz="1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2" name=""/>
          <p:cNvSpPr txBox="1"/>
          <p:nvPr/>
        </p:nvSpPr>
        <p:spPr>
          <a:xfrm>
            <a:off x="285840" y="6466320"/>
            <a:ext cx="3064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Platform Engineering · Project Status v1.0 · 2026-04-28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3" name=""/>
          <p:cNvSpPr txBox="1"/>
          <p:nvPr/>
        </p:nvSpPr>
        <p:spPr>
          <a:xfrm>
            <a:off x="11775240" y="6466320"/>
            <a:ext cx="139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0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37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7" name=""/>
          <p:cNvSpPr txBox="1"/>
          <p:nvPr/>
        </p:nvSpPr>
        <p:spPr>
          <a:xfrm>
            <a:off x="5606280" y="2246760"/>
            <a:ext cx="11808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989" b="1" u="none" strike="noStrike">
                <a:solidFill>
                  <a:srgbClr val="FF6B1A"/>
                </a:solidFill>
                <a:effectLst/>
                <a:uFillTx/>
                <a:latin typeface="Outfit-Thin_"/>
                <a:ea typeface="Outfit-Thin_"/>
              </a:rPr>
              <a:t>T H A N K   Y O U</a:t>
            </a:r>
            <a:endParaRPr lang="en-GB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8" name=""/>
          <p:cNvSpPr txBox="1"/>
          <p:nvPr/>
        </p:nvSpPr>
        <p:spPr>
          <a:xfrm>
            <a:off x="4378320" y="2410200"/>
            <a:ext cx="4191120" cy="966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5400" b="1" u="none" strike="noStrike">
                <a:solidFill>
                  <a:srgbClr val="FFFFFF"/>
                </a:solidFill>
                <a:effectLst/>
                <a:uFillTx/>
                <a:latin typeface="Outfit-Thin_"/>
                <a:ea typeface="Outfit-Thin_"/>
              </a:rPr>
              <a:t>Questions?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9" name=""/>
          <p:cNvSpPr txBox="1"/>
          <p:nvPr/>
        </p:nvSpPr>
        <p:spPr>
          <a:xfrm>
            <a:off x="4681800" y="3575160"/>
            <a:ext cx="276984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Platform Engineering Team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0" name=""/>
          <p:cNvSpPr/>
          <p:nvPr/>
        </p:nvSpPr>
        <p:spPr>
          <a:xfrm>
            <a:off x="5914800" y="3943080"/>
            <a:ext cx="2810160" cy="295560"/>
          </a:xfrm>
          <a:custGeom>
            <a:avLst/>
            <a:gdLst/>
            <a:ahLst/>
            <a:rect l="0" t="0" r="r" b="b"/>
            <a:pathLst>
              <a:path w="7806" h="821">
                <a:moveTo>
                  <a:pt x="0" y="71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7700" y="0"/>
                </a:lnTo>
                <a:cubicBezTo>
                  <a:pt x="7715" y="0"/>
                  <a:pt x="7728" y="3"/>
                  <a:pt x="7741" y="8"/>
                </a:cubicBezTo>
                <a:cubicBezTo>
                  <a:pt x="7754" y="14"/>
                  <a:pt x="7765" y="21"/>
                  <a:pt x="7775" y="31"/>
                </a:cubicBezTo>
                <a:cubicBezTo>
                  <a:pt x="7785" y="41"/>
                  <a:pt x="7793" y="53"/>
                  <a:pt x="7798" y="66"/>
                </a:cubicBezTo>
                <a:cubicBezTo>
                  <a:pt x="7804" y="79"/>
                  <a:pt x="7806" y="92"/>
                  <a:pt x="7806" y="106"/>
                </a:cubicBezTo>
                <a:lnTo>
                  <a:pt x="7806" y="716"/>
                </a:lnTo>
                <a:cubicBezTo>
                  <a:pt x="7806" y="730"/>
                  <a:pt x="7804" y="743"/>
                  <a:pt x="7798" y="756"/>
                </a:cubicBezTo>
                <a:cubicBezTo>
                  <a:pt x="7793" y="769"/>
                  <a:pt x="7785" y="781"/>
                  <a:pt x="7775" y="790"/>
                </a:cubicBezTo>
                <a:cubicBezTo>
                  <a:pt x="7765" y="800"/>
                  <a:pt x="7754" y="808"/>
                  <a:pt x="7741" y="813"/>
                </a:cubicBezTo>
                <a:cubicBezTo>
                  <a:pt x="7728" y="819"/>
                  <a:pt x="7715" y="821"/>
                  <a:pt x="7700" y="821"/>
                </a:cubicBezTo>
                <a:lnTo>
                  <a:pt x="106" y="821"/>
                </a:lnTo>
                <a:cubicBezTo>
                  <a:pt x="92" y="821"/>
                  <a:pt x="78" y="819"/>
                  <a:pt x="65" y="813"/>
                </a:cubicBezTo>
                <a:cubicBezTo>
                  <a:pt x="52" y="808"/>
                  <a:pt x="41" y="800"/>
                  <a:pt x="31" y="790"/>
                </a:cubicBezTo>
                <a:cubicBezTo>
                  <a:pt x="21" y="781"/>
                  <a:pt x="14" y="769"/>
                  <a:pt x="8" y="756"/>
                </a:cubicBezTo>
                <a:cubicBezTo>
                  <a:pt x="3" y="743"/>
                  <a:pt x="0" y="730"/>
                  <a:pt x="0" y="716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1" name=""/>
          <p:cNvSpPr txBox="1"/>
          <p:nvPr/>
        </p:nvSpPr>
        <p:spPr>
          <a:xfrm>
            <a:off x="3462480" y="3917880"/>
            <a:ext cx="240192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Companion document: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2" name=""/>
          <p:cNvSpPr txBox="1"/>
          <p:nvPr/>
        </p:nvSpPr>
        <p:spPr>
          <a:xfrm>
            <a:off x="5988600" y="3975840"/>
            <a:ext cx="2665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8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docs/PROJECT-STATUS.md</a:t>
            </a:r>
            <a:endParaRPr lang="en-GB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3" name=""/>
          <p:cNvSpPr/>
          <p:nvPr/>
        </p:nvSpPr>
        <p:spPr>
          <a:xfrm>
            <a:off x="3124080" y="4286160"/>
            <a:ext cx="6810840" cy="295560"/>
          </a:xfrm>
          <a:custGeom>
            <a:avLst/>
            <a:gdLst/>
            <a:ahLst/>
            <a:rect l="0" t="0" r="r" b="b"/>
            <a:pathLst>
              <a:path w="18919" h="821">
                <a:moveTo>
                  <a:pt x="0" y="714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8813" y="0"/>
                </a:lnTo>
                <a:cubicBezTo>
                  <a:pt x="18827" y="0"/>
                  <a:pt x="18840" y="2"/>
                  <a:pt x="18853" y="8"/>
                </a:cubicBezTo>
                <a:cubicBezTo>
                  <a:pt x="18866" y="13"/>
                  <a:pt x="18878" y="21"/>
                  <a:pt x="18888" y="31"/>
                </a:cubicBezTo>
                <a:cubicBezTo>
                  <a:pt x="18897" y="41"/>
                  <a:pt x="18905" y="52"/>
                  <a:pt x="18910" y="65"/>
                </a:cubicBezTo>
                <a:cubicBezTo>
                  <a:pt x="18916" y="78"/>
                  <a:pt x="18919" y="92"/>
                  <a:pt x="18919" y="106"/>
                </a:cubicBezTo>
                <a:lnTo>
                  <a:pt x="18919" y="714"/>
                </a:lnTo>
                <a:cubicBezTo>
                  <a:pt x="18919" y="728"/>
                  <a:pt x="18916" y="742"/>
                  <a:pt x="18910" y="755"/>
                </a:cubicBezTo>
                <a:cubicBezTo>
                  <a:pt x="18905" y="768"/>
                  <a:pt x="18897" y="779"/>
                  <a:pt x="18888" y="789"/>
                </a:cubicBezTo>
                <a:cubicBezTo>
                  <a:pt x="18878" y="799"/>
                  <a:pt x="18866" y="808"/>
                  <a:pt x="18853" y="813"/>
                </a:cubicBezTo>
                <a:cubicBezTo>
                  <a:pt x="18840" y="818"/>
                  <a:pt x="18827" y="821"/>
                  <a:pt x="18813" y="821"/>
                </a:cubicBezTo>
                <a:lnTo>
                  <a:pt x="106" y="821"/>
                </a:lnTo>
                <a:cubicBezTo>
                  <a:pt x="92" y="821"/>
                  <a:pt x="78" y="818"/>
                  <a:pt x="65" y="813"/>
                </a:cubicBezTo>
                <a:cubicBezTo>
                  <a:pt x="52" y="808"/>
                  <a:pt x="41" y="799"/>
                  <a:pt x="31" y="789"/>
                </a:cubicBezTo>
                <a:cubicBezTo>
                  <a:pt x="21" y="779"/>
                  <a:pt x="13" y="768"/>
                  <a:pt x="8" y="755"/>
                </a:cubicBezTo>
                <a:cubicBezTo>
                  <a:pt x="3" y="742"/>
                  <a:pt x="0" y="728"/>
                  <a:pt x="0" y="714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4" name=""/>
          <p:cNvSpPr txBox="1"/>
          <p:nvPr/>
        </p:nvSpPr>
        <p:spPr>
          <a:xfrm>
            <a:off x="2259000" y="4260960"/>
            <a:ext cx="877320" cy="23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RalewayRoman"/>
                <a:ea typeface="RalewayRoman"/>
              </a:rPr>
              <a:t>Render: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5" name=""/>
          <p:cNvSpPr txBox="1"/>
          <p:nvPr/>
        </p:nvSpPr>
        <p:spPr>
          <a:xfrm>
            <a:off x="3195720" y="4318560"/>
            <a:ext cx="66618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580" b="0" u="none" strike="noStrike">
                <a:solidFill>
                  <a:srgbClr val="FF6B1A"/>
                </a:solidFill>
                <a:effectLst/>
                <a:uFillTx/>
                <a:latin typeface="Menlo"/>
                <a:ea typeface="Menlo"/>
              </a:rPr>
              <a:t>marp PROJECT-STATUS-SLIDES.md --pdf --allow-local-files</a:t>
            </a:r>
            <a:endParaRPr lang="en-GB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LibreOffice/26.2.2.2$MacOSX_AARCH64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cp:revision>0</cp:revision>
  <dc:subject/>
  <dc:title/>
</cp:coreProperties>
</file>